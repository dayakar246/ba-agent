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diagrams/data1.xml" ContentType="application/vnd.openxmlformats-officedocument.drawingml.diagramData+xml"/>
  <Override PartName="/ppt/diagrams/data3.xml" ContentType="application/vnd.openxmlformats-officedocument.drawingml.diagramData+xml"/>
  <Override PartName="/ppt/diagrams/data2.xml" ContentType="application/vnd.openxmlformats-officedocument.drawingml.diagramData+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diagrams/layout3.xml" ContentType="application/vnd.openxmlformats-officedocument.drawingml.diagramLayout+xml"/>
  <Override PartName="/ppt/theme/theme2.xml" ContentType="application/vnd.openxmlformats-officedocument.theme+xml"/>
  <Override PartName="/ppt/diagrams/layout2.xml" ContentType="application/vnd.openxmlformats-officedocument.drawingml.diagramLayout+xml"/>
  <Override PartName="/ppt/theme/theme1.xml" ContentType="application/vnd.openxmlformats-officedocument.theme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colors3.xml" ContentType="application/vnd.openxmlformats-officedocument.drawingml.diagramColors+xml"/>
  <Override PartName="/ppt/diagrams/quickStyle3.xml" ContentType="application/vnd.openxmlformats-officedocument.drawingml.diagramStyle+xml"/>
  <Override PartName="/ppt/theme/theme3.xml" ContentType="application/vnd.openxmlformats-officedocument.theme+xml"/>
  <Override PartName="/ppt/diagrams/layout1.xml" ContentType="application/vnd.openxmlformats-officedocument.drawingml.diagram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696" r:id="rId3"/>
  </p:sldMasterIdLst>
  <p:sldIdLst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customXml" Target="../customXml/item1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Relationship Id="rId14" Type="http://schemas.openxmlformats.org/officeDocument/2006/relationships/customXml" Target="../customXml/item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CD1817-0477-43C8-8B95-F66E66EC97C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5200EE42-4A8E-4DD8-BF61-07C547219BA7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Claim Intake (FNOL)</a:t>
          </a:r>
          <a:endParaRPr lang="en-US" b="1" dirty="0">
            <a:solidFill>
              <a:schemeClr val="tx1"/>
            </a:solidFill>
          </a:endParaRPr>
        </a:p>
      </dgm:t>
    </dgm:pt>
    <dgm:pt modelId="{C74382B7-1707-4781-97BC-1404C1ED45D8}" type="parTrans" cxnId="{17C5824D-64D3-49A3-A65B-9D33455B4BD1}">
      <dgm:prSet/>
      <dgm:spPr/>
      <dgm:t>
        <a:bodyPr/>
        <a:lstStyle/>
        <a:p>
          <a:endParaRPr lang="en-US"/>
        </a:p>
      </dgm:t>
    </dgm:pt>
    <dgm:pt modelId="{05B9E91D-127D-426C-ACED-B74B158B830D}" type="sibTrans" cxnId="{17C5824D-64D3-49A3-A65B-9D33455B4BD1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endParaRPr lang="en-US" b="1"/>
        </a:p>
      </dgm:t>
    </dgm:pt>
    <dgm:pt modelId="{0A7EED6A-377D-4B28-9777-9BCF4DC4A951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Boatowner’s Policy Identification &amp; Coverage Verification</a:t>
          </a:r>
          <a:endParaRPr lang="en-US" b="1" dirty="0">
            <a:solidFill>
              <a:schemeClr val="tx1"/>
            </a:solidFill>
          </a:endParaRPr>
        </a:p>
      </dgm:t>
    </dgm:pt>
    <dgm:pt modelId="{B5EE96DD-A862-440E-859C-6E3F77D6DFF2}" type="parTrans" cxnId="{ADDBECB2-7B45-41AA-86F6-6E942C905AF3}">
      <dgm:prSet/>
      <dgm:spPr/>
      <dgm:t>
        <a:bodyPr/>
        <a:lstStyle/>
        <a:p>
          <a:endParaRPr lang="en-US"/>
        </a:p>
      </dgm:t>
    </dgm:pt>
    <dgm:pt modelId="{A812917C-2788-4676-825C-BC23C8AD46C8}" type="sibTrans" cxnId="{ADDBECB2-7B45-41AA-86F6-6E942C905AF3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endParaRPr lang="en-US" b="1"/>
        </a:p>
      </dgm:t>
    </dgm:pt>
    <dgm:pt modelId="{C03FD22D-9144-43D9-AC63-2AE9ED5B2C25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Loss Investigation</a:t>
          </a:r>
          <a:endParaRPr lang="en-US" b="1" dirty="0">
            <a:solidFill>
              <a:schemeClr val="tx1"/>
            </a:solidFill>
          </a:endParaRPr>
        </a:p>
      </dgm:t>
    </dgm:pt>
    <dgm:pt modelId="{83724062-25BA-4003-A333-71A91FD961C5}" type="parTrans" cxnId="{07DDF934-F3D9-4511-986B-2EF217CA3CA6}">
      <dgm:prSet/>
      <dgm:spPr/>
      <dgm:t>
        <a:bodyPr/>
        <a:lstStyle/>
        <a:p>
          <a:endParaRPr lang="en-US"/>
        </a:p>
      </dgm:t>
    </dgm:pt>
    <dgm:pt modelId="{807C92BB-D39B-4924-AB8B-19F94B226F5E}" type="sibTrans" cxnId="{07DDF934-F3D9-4511-986B-2EF217CA3CA6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endParaRPr lang="en-US" b="1"/>
        </a:p>
      </dgm:t>
    </dgm:pt>
    <dgm:pt modelId="{EBA3EC91-A602-487F-B249-B636C50EC8D8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Claim Documentation</a:t>
          </a:r>
          <a:endParaRPr lang="en-US" b="1" dirty="0">
            <a:solidFill>
              <a:schemeClr val="tx1"/>
            </a:solidFill>
          </a:endParaRPr>
        </a:p>
      </dgm:t>
    </dgm:pt>
    <dgm:pt modelId="{7CBBB5E2-E219-4340-B459-C29092892EC5}" type="parTrans" cxnId="{143C56A9-EEAA-4478-934A-2A022900CC4B}">
      <dgm:prSet/>
      <dgm:spPr/>
      <dgm:t>
        <a:bodyPr/>
        <a:lstStyle/>
        <a:p>
          <a:endParaRPr lang="en-US"/>
        </a:p>
      </dgm:t>
    </dgm:pt>
    <dgm:pt modelId="{CA254834-E5B3-4945-B96C-1580385B3DEF}" type="sibTrans" cxnId="{143C56A9-EEAA-4478-934A-2A022900CC4B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endParaRPr lang="en-US" b="1"/>
        </a:p>
      </dgm:t>
    </dgm:pt>
    <dgm:pt modelId="{389DF543-A29E-4199-BCDD-930AC4F951CE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Determination of amount of damage &amp; Set reserve</a:t>
          </a:r>
          <a:endParaRPr lang="en-US" b="1" dirty="0">
            <a:solidFill>
              <a:schemeClr val="tx1"/>
            </a:solidFill>
          </a:endParaRPr>
        </a:p>
      </dgm:t>
    </dgm:pt>
    <dgm:pt modelId="{E826EED7-EA64-468F-B966-7F3B5EA205CB}" type="parTrans" cxnId="{D4BCAAD2-2D20-41DB-AC37-7CF352DDC5B3}">
      <dgm:prSet/>
      <dgm:spPr/>
      <dgm:t>
        <a:bodyPr/>
        <a:lstStyle/>
        <a:p>
          <a:endParaRPr lang="en-US"/>
        </a:p>
      </dgm:t>
    </dgm:pt>
    <dgm:pt modelId="{893F60AC-FA2D-492D-ABDA-3A20E3E34934}" type="sibTrans" cxnId="{D4BCAAD2-2D20-41DB-AC37-7CF352DDC5B3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endParaRPr lang="en-US" b="1"/>
        </a:p>
      </dgm:t>
    </dgm:pt>
    <dgm:pt modelId="{FCC29B8E-24AD-4CCF-B2EA-1F2DC10BBBDB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Payment</a:t>
          </a:r>
          <a:endParaRPr lang="en-US" b="1" dirty="0">
            <a:solidFill>
              <a:schemeClr val="tx1"/>
            </a:solidFill>
          </a:endParaRPr>
        </a:p>
      </dgm:t>
    </dgm:pt>
    <dgm:pt modelId="{FF4B0EF8-C3CE-40D0-81BB-412FD1B7E949}" type="parTrans" cxnId="{E092228A-4DDE-406E-B5AD-B612596D5266}">
      <dgm:prSet/>
      <dgm:spPr/>
      <dgm:t>
        <a:bodyPr/>
        <a:lstStyle/>
        <a:p>
          <a:endParaRPr lang="en-US"/>
        </a:p>
      </dgm:t>
    </dgm:pt>
    <dgm:pt modelId="{FA17C0CB-FA6B-4284-8A2B-56316DC3585A}" type="sibTrans" cxnId="{E092228A-4DDE-406E-B5AD-B612596D5266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endParaRPr lang="en-US" b="1"/>
        </a:p>
      </dgm:t>
    </dgm:pt>
    <dgm:pt modelId="{8B10586F-3D06-42A1-914E-6A0D9175D274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Recovery &amp; Closure of claim file</a:t>
          </a:r>
          <a:endParaRPr lang="en-US" b="1" dirty="0">
            <a:solidFill>
              <a:schemeClr val="tx1"/>
            </a:solidFill>
          </a:endParaRPr>
        </a:p>
      </dgm:t>
    </dgm:pt>
    <dgm:pt modelId="{372042CA-01F5-493A-8684-D237A94043B4}" type="parTrans" cxnId="{917E12E6-4E32-40D7-BB70-E21CD21423F8}">
      <dgm:prSet/>
      <dgm:spPr/>
      <dgm:t>
        <a:bodyPr/>
        <a:lstStyle/>
        <a:p>
          <a:endParaRPr lang="en-US"/>
        </a:p>
      </dgm:t>
    </dgm:pt>
    <dgm:pt modelId="{AD6EF933-AFFA-4B4E-BAA1-F969B507C4C6}" type="sibTrans" cxnId="{917E12E6-4E32-40D7-BB70-E21CD21423F8}">
      <dgm:prSet/>
      <dgm:spPr/>
      <dgm:t>
        <a:bodyPr/>
        <a:lstStyle/>
        <a:p>
          <a:endParaRPr lang="en-US"/>
        </a:p>
      </dgm:t>
    </dgm:pt>
    <dgm:pt modelId="{F20895F2-A834-4688-B0E7-BC198912972D}" type="pres">
      <dgm:prSet presAssocID="{46CD1817-0477-43C8-8B95-F66E66EC97C7}" presName="Name0" presStyleCnt="0">
        <dgm:presLayoutVars>
          <dgm:dir/>
          <dgm:resizeHandles val="exact"/>
        </dgm:presLayoutVars>
      </dgm:prSet>
      <dgm:spPr/>
    </dgm:pt>
    <dgm:pt modelId="{6E895208-05EC-4559-89C4-9CD16905C9FD}" type="pres">
      <dgm:prSet presAssocID="{5200EE42-4A8E-4DD8-BF61-07C547219BA7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C8BE89-CE6D-42D8-B7E9-AC45E62F2BE1}" type="pres">
      <dgm:prSet presAssocID="{05B9E91D-127D-426C-ACED-B74B158B830D}" presName="sibTrans" presStyleLbl="sibTrans2D1" presStyleIdx="0" presStyleCnt="6"/>
      <dgm:spPr/>
      <dgm:t>
        <a:bodyPr/>
        <a:lstStyle/>
        <a:p>
          <a:endParaRPr lang="en-US"/>
        </a:p>
      </dgm:t>
    </dgm:pt>
    <dgm:pt modelId="{7ADAD459-B720-4F5E-9145-CE49A44E2E88}" type="pres">
      <dgm:prSet presAssocID="{05B9E91D-127D-426C-ACED-B74B158B830D}" presName="connectorText" presStyleLbl="sibTrans2D1" presStyleIdx="0" presStyleCnt="6"/>
      <dgm:spPr/>
      <dgm:t>
        <a:bodyPr/>
        <a:lstStyle/>
        <a:p>
          <a:endParaRPr lang="en-US"/>
        </a:p>
      </dgm:t>
    </dgm:pt>
    <dgm:pt modelId="{1843B830-9A37-4EF7-B884-F5F11FD209E9}" type="pres">
      <dgm:prSet presAssocID="{0A7EED6A-377D-4B28-9777-9BCF4DC4A951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50026B-6D6D-43D7-BECC-BF97AAC7DCC1}" type="pres">
      <dgm:prSet presAssocID="{A812917C-2788-4676-825C-BC23C8AD46C8}" presName="sibTrans" presStyleLbl="sibTrans2D1" presStyleIdx="1" presStyleCnt="6"/>
      <dgm:spPr/>
      <dgm:t>
        <a:bodyPr/>
        <a:lstStyle/>
        <a:p>
          <a:endParaRPr lang="en-US"/>
        </a:p>
      </dgm:t>
    </dgm:pt>
    <dgm:pt modelId="{EFD107D5-782C-4E67-A2AF-709F8EBBEA2A}" type="pres">
      <dgm:prSet presAssocID="{A812917C-2788-4676-825C-BC23C8AD46C8}" presName="connectorText" presStyleLbl="sibTrans2D1" presStyleIdx="1" presStyleCnt="6"/>
      <dgm:spPr/>
      <dgm:t>
        <a:bodyPr/>
        <a:lstStyle/>
        <a:p>
          <a:endParaRPr lang="en-US"/>
        </a:p>
      </dgm:t>
    </dgm:pt>
    <dgm:pt modelId="{CAED8EAE-FA2C-4D18-ACAE-2B7ECCE1F166}" type="pres">
      <dgm:prSet presAssocID="{C03FD22D-9144-43D9-AC63-2AE9ED5B2C25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E12DAA-E15C-45DD-B07D-966465CA6990}" type="pres">
      <dgm:prSet presAssocID="{807C92BB-D39B-4924-AB8B-19F94B226F5E}" presName="sibTrans" presStyleLbl="sibTrans2D1" presStyleIdx="2" presStyleCnt="6"/>
      <dgm:spPr/>
      <dgm:t>
        <a:bodyPr/>
        <a:lstStyle/>
        <a:p>
          <a:endParaRPr lang="en-US"/>
        </a:p>
      </dgm:t>
    </dgm:pt>
    <dgm:pt modelId="{F7E575C7-6493-47B8-8A2C-93D803109A20}" type="pres">
      <dgm:prSet presAssocID="{807C92BB-D39B-4924-AB8B-19F94B226F5E}" presName="connectorText" presStyleLbl="sibTrans2D1" presStyleIdx="2" presStyleCnt="6"/>
      <dgm:spPr/>
      <dgm:t>
        <a:bodyPr/>
        <a:lstStyle/>
        <a:p>
          <a:endParaRPr lang="en-US"/>
        </a:p>
      </dgm:t>
    </dgm:pt>
    <dgm:pt modelId="{A209EBB2-4E7F-45B2-AD0D-38142111C0FE}" type="pres">
      <dgm:prSet presAssocID="{EBA3EC91-A602-487F-B249-B636C50EC8D8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B167CF-9DEC-4ACC-8C42-0B4AC9E56AD2}" type="pres">
      <dgm:prSet presAssocID="{CA254834-E5B3-4945-B96C-1580385B3DEF}" presName="sibTrans" presStyleLbl="sibTrans2D1" presStyleIdx="3" presStyleCnt="6"/>
      <dgm:spPr/>
      <dgm:t>
        <a:bodyPr/>
        <a:lstStyle/>
        <a:p>
          <a:endParaRPr lang="en-US"/>
        </a:p>
      </dgm:t>
    </dgm:pt>
    <dgm:pt modelId="{C0DE1EDF-9A77-4A0B-9183-BEB8F6FCCD84}" type="pres">
      <dgm:prSet presAssocID="{CA254834-E5B3-4945-B96C-1580385B3DEF}" presName="connectorText" presStyleLbl="sibTrans2D1" presStyleIdx="3" presStyleCnt="6"/>
      <dgm:spPr/>
      <dgm:t>
        <a:bodyPr/>
        <a:lstStyle/>
        <a:p>
          <a:endParaRPr lang="en-US"/>
        </a:p>
      </dgm:t>
    </dgm:pt>
    <dgm:pt modelId="{4F93F0B7-38DF-4301-8131-45FFBF7A6468}" type="pres">
      <dgm:prSet presAssocID="{389DF543-A29E-4199-BCDD-930AC4F951CE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BCED77-F524-4ED7-B72B-376EC2948D22}" type="pres">
      <dgm:prSet presAssocID="{893F60AC-FA2D-492D-ABDA-3A20E3E34934}" presName="sibTrans" presStyleLbl="sibTrans2D1" presStyleIdx="4" presStyleCnt="6"/>
      <dgm:spPr/>
      <dgm:t>
        <a:bodyPr/>
        <a:lstStyle/>
        <a:p>
          <a:endParaRPr lang="en-US"/>
        </a:p>
      </dgm:t>
    </dgm:pt>
    <dgm:pt modelId="{7D80B0BF-A49E-44B6-BA79-0B5056E3A539}" type="pres">
      <dgm:prSet presAssocID="{893F60AC-FA2D-492D-ABDA-3A20E3E34934}" presName="connectorText" presStyleLbl="sibTrans2D1" presStyleIdx="4" presStyleCnt="6"/>
      <dgm:spPr/>
      <dgm:t>
        <a:bodyPr/>
        <a:lstStyle/>
        <a:p>
          <a:endParaRPr lang="en-US"/>
        </a:p>
      </dgm:t>
    </dgm:pt>
    <dgm:pt modelId="{1A9710F1-452E-4507-8542-2E1EBDDE45C0}" type="pres">
      <dgm:prSet presAssocID="{FCC29B8E-24AD-4CCF-B2EA-1F2DC10BBBDB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4E9AF2-C868-452B-9180-FCD63D51FC54}" type="pres">
      <dgm:prSet presAssocID="{FA17C0CB-FA6B-4284-8A2B-56316DC3585A}" presName="sibTrans" presStyleLbl="sibTrans2D1" presStyleIdx="5" presStyleCnt="6"/>
      <dgm:spPr/>
      <dgm:t>
        <a:bodyPr/>
        <a:lstStyle/>
        <a:p>
          <a:endParaRPr lang="en-US"/>
        </a:p>
      </dgm:t>
    </dgm:pt>
    <dgm:pt modelId="{AF5548F3-7204-4639-9BEE-6A5CBC536811}" type="pres">
      <dgm:prSet presAssocID="{FA17C0CB-FA6B-4284-8A2B-56316DC3585A}" presName="connectorText" presStyleLbl="sibTrans2D1" presStyleIdx="5" presStyleCnt="6"/>
      <dgm:spPr/>
      <dgm:t>
        <a:bodyPr/>
        <a:lstStyle/>
        <a:p>
          <a:endParaRPr lang="en-US"/>
        </a:p>
      </dgm:t>
    </dgm:pt>
    <dgm:pt modelId="{56853B89-221F-4DC3-A2CA-5D40EE600C4B}" type="pres">
      <dgm:prSet presAssocID="{8B10586F-3D06-42A1-914E-6A0D9175D274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F9B409A-4660-425E-A3A2-44B149B19F93}" type="presOf" srcId="{C03FD22D-9144-43D9-AC63-2AE9ED5B2C25}" destId="{CAED8EAE-FA2C-4D18-ACAE-2B7ECCE1F166}" srcOrd="0" destOrd="0" presId="urn:microsoft.com/office/officeart/2005/8/layout/process1"/>
    <dgm:cxn modelId="{1B0EB3D2-74AD-4F02-BCE3-EBBCB74B8088}" type="presOf" srcId="{FA17C0CB-FA6B-4284-8A2B-56316DC3585A}" destId="{AF5548F3-7204-4639-9BEE-6A5CBC536811}" srcOrd="1" destOrd="0" presId="urn:microsoft.com/office/officeart/2005/8/layout/process1"/>
    <dgm:cxn modelId="{F027E99C-0BD0-43B6-9F47-14AD9FA799D7}" type="presOf" srcId="{893F60AC-FA2D-492D-ABDA-3A20E3E34934}" destId="{7D80B0BF-A49E-44B6-BA79-0B5056E3A539}" srcOrd="1" destOrd="0" presId="urn:microsoft.com/office/officeart/2005/8/layout/process1"/>
    <dgm:cxn modelId="{ADDBECB2-7B45-41AA-86F6-6E942C905AF3}" srcId="{46CD1817-0477-43C8-8B95-F66E66EC97C7}" destId="{0A7EED6A-377D-4B28-9777-9BCF4DC4A951}" srcOrd="1" destOrd="0" parTransId="{B5EE96DD-A862-440E-859C-6E3F77D6DFF2}" sibTransId="{A812917C-2788-4676-825C-BC23C8AD46C8}"/>
    <dgm:cxn modelId="{D4BCAAD2-2D20-41DB-AC37-7CF352DDC5B3}" srcId="{46CD1817-0477-43C8-8B95-F66E66EC97C7}" destId="{389DF543-A29E-4199-BCDD-930AC4F951CE}" srcOrd="4" destOrd="0" parTransId="{E826EED7-EA64-468F-B966-7F3B5EA205CB}" sibTransId="{893F60AC-FA2D-492D-ABDA-3A20E3E34934}"/>
    <dgm:cxn modelId="{D5C17A48-FC2B-4F50-B1F9-B1AB2B7CFE17}" type="presOf" srcId="{CA254834-E5B3-4945-B96C-1580385B3DEF}" destId="{36B167CF-9DEC-4ACC-8C42-0B4AC9E56AD2}" srcOrd="0" destOrd="0" presId="urn:microsoft.com/office/officeart/2005/8/layout/process1"/>
    <dgm:cxn modelId="{C935B739-40EE-4CB5-BEBC-209BC548FEBA}" type="presOf" srcId="{46CD1817-0477-43C8-8B95-F66E66EC97C7}" destId="{F20895F2-A834-4688-B0E7-BC198912972D}" srcOrd="0" destOrd="0" presId="urn:microsoft.com/office/officeart/2005/8/layout/process1"/>
    <dgm:cxn modelId="{28564929-E7C1-492F-9A10-972BFFC67879}" type="presOf" srcId="{A812917C-2788-4676-825C-BC23C8AD46C8}" destId="{EFD107D5-782C-4E67-A2AF-709F8EBBEA2A}" srcOrd="1" destOrd="0" presId="urn:microsoft.com/office/officeart/2005/8/layout/process1"/>
    <dgm:cxn modelId="{A8040842-3DFD-4DED-A5E2-75536A543959}" type="presOf" srcId="{05B9E91D-127D-426C-ACED-B74B158B830D}" destId="{7ADAD459-B720-4F5E-9145-CE49A44E2E88}" srcOrd="1" destOrd="0" presId="urn:microsoft.com/office/officeart/2005/8/layout/process1"/>
    <dgm:cxn modelId="{D4906E5D-E9B4-4E45-9647-533B0D9A02AE}" type="presOf" srcId="{0A7EED6A-377D-4B28-9777-9BCF4DC4A951}" destId="{1843B830-9A37-4EF7-B884-F5F11FD209E9}" srcOrd="0" destOrd="0" presId="urn:microsoft.com/office/officeart/2005/8/layout/process1"/>
    <dgm:cxn modelId="{0DEFFC8E-AD53-4932-B102-6690B324E6D6}" type="presOf" srcId="{EBA3EC91-A602-487F-B249-B636C50EC8D8}" destId="{A209EBB2-4E7F-45B2-AD0D-38142111C0FE}" srcOrd="0" destOrd="0" presId="urn:microsoft.com/office/officeart/2005/8/layout/process1"/>
    <dgm:cxn modelId="{143C56A9-EEAA-4478-934A-2A022900CC4B}" srcId="{46CD1817-0477-43C8-8B95-F66E66EC97C7}" destId="{EBA3EC91-A602-487F-B249-B636C50EC8D8}" srcOrd="3" destOrd="0" parTransId="{7CBBB5E2-E219-4340-B459-C29092892EC5}" sibTransId="{CA254834-E5B3-4945-B96C-1580385B3DEF}"/>
    <dgm:cxn modelId="{B9A24225-D697-473D-8AA3-F6997DA12A74}" type="presOf" srcId="{893F60AC-FA2D-492D-ABDA-3A20E3E34934}" destId="{70BCED77-F524-4ED7-B72B-376EC2948D22}" srcOrd="0" destOrd="0" presId="urn:microsoft.com/office/officeart/2005/8/layout/process1"/>
    <dgm:cxn modelId="{8EF229FB-116B-40D4-AFA3-334E725A5814}" type="presOf" srcId="{807C92BB-D39B-4924-AB8B-19F94B226F5E}" destId="{54E12DAA-E15C-45DD-B07D-966465CA6990}" srcOrd="0" destOrd="0" presId="urn:microsoft.com/office/officeart/2005/8/layout/process1"/>
    <dgm:cxn modelId="{07DDF934-F3D9-4511-986B-2EF217CA3CA6}" srcId="{46CD1817-0477-43C8-8B95-F66E66EC97C7}" destId="{C03FD22D-9144-43D9-AC63-2AE9ED5B2C25}" srcOrd="2" destOrd="0" parTransId="{83724062-25BA-4003-A333-71A91FD961C5}" sibTransId="{807C92BB-D39B-4924-AB8B-19F94B226F5E}"/>
    <dgm:cxn modelId="{B32769DF-C432-4246-9397-168E2B9A5311}" type="presOf" srcId="{5200EE42-4A8E-4DD8-BF61-07C547219BA7}" destId="{6E895208-05EC-4559-89C4-9CD16905C9FD}" srcOrd="0" destOrd="0" presId="urn:microsoft.com/office/officeart/2005/8/layout/process1"/>
    <dgm:cxn modelId="{0D33501F-028E-4C7B-B6AD-0AA7B49465D2}" type="presOf" srcId="{389DF543-A29E-4199-BCDD-930AC4F951CE}" destId="{4F93F0B7-38DF-4301-8131-45FFBF7A6468}" srcOrd="0" destOrd="0" presId="urn:microsoft.com/office/officeart/2005/8/layout/process1"/>
    <dgm:cxn modelId="{AD890A6B-FD26-410C-81D5-36534FBF8C3D}" type="presOf" srcId="{05B9E91D-127D-426C-ACED-B74B158B830D}" destId="{49C8BE89-CE6D-42D8-B7E9-AC45E62F2BE1}" srcOrd="0" destOrd="0" presId="urn:microsoft.com/office/officeart/2005/8/layout/process1"/>
    <dgm:cxn modelId="{E092228A-4DDE-406E-B5AD-B612596D5266}" srcId="{46CD1817-0477-43C8-8B95-F66E66EC97C7}" destId="{FCC29B8E-24AD-4CCF-B2EA-1F2DC10BBBDB}" srcOrd="5" destOrd="0" parTransId="{FF4B0EF8-C3CE-40D0-81BB-412FD1B7E949}" sibTransId="{FA17C0CB-FA6B-4284-8A2B-56316DC3585A}"/>
    <dgm:cxn modelId="{D92F5AD5-19DC-402E-8627-391396DFF29C}" type="presOf" srcId="{807C92BB-D39B-4924-AB8B-19F94B226F5E}" destId="{F7E575C7-6493-47B8-8A2C-93D803109A20}" srcOrd="1" destOrd="0" presId="urn:microsoft.com/office/officeart/2005/8/layout/process1"/>
    <dgm:cxn modelId="{6D64E849-64DF-4F74-BA49-8831021A0956}" type="presOf" srcId="{FCC29B8E-24AD-4CCF-B2EA-1F2DC10BBBDB}" destId="{1A9710F1-452E-4507-8542-2E1EBDDE45C0}" srcOrd="0" destOrd="0" presId="urn:microsoft.com/office/officeart/2005/8/layout/process1"/>
    <dgm:cxn modelId="{D46C5690-FC36-40BA-9047-72E63A656BC5}" type="presOf" srcId="{CA254834-E5B3-4945-B96C-1580385B3DEF}" destId="{C0DE1EDF-9A77-4A0B-9183-BEB8F6FCCD84}" srcOrd="1" destOrd="0" presId="urn:microsoft.com/office/officeart/2005/8/layout/process1"/>
    <dgm:cxn modelId="{917E12E6-4E32-40D7-BB70-E21CD21423F8}" srcId="{46CD1817-0477-43C8-8B95-F66E66EC97C7}" destId="{8B10586F-3D06-42A1-914E-6A0D9175D274}" srcOrd="6" destOrd="0" parTransId="{372042CA-01F5-493A-8684-D237A94043B4}" sibTransId="{AD6EF933-AFFA-4B4E-BAA1-F969B507C4C6}"/>
    <dgm:cxn modelId="{576975B5-5847-4A51-9648-B777D5BFA755}" type="presOf" srcId="{FA17C0CB-FA6B-4284-8A2B-56316DC3585A}" destId="{434E9AF2-C868-452B-9180-FCD63D51FC54}" srcOrd="0" destOrd="0" presId="urn:microsoft.com/office/officeart/2005/8/layout/process1"/>
    <dgm:cxn modelId="{17C5824D-64D3-49A3-A65B-9D33455B4BD1}" srcId="{46CD1817-0477-43C8-8B95-F66E66EC97C7}" destId="{5200EE42-4A8E-4DD8-BF61-07C547219BA7}" srcOrd="0" destOrd="0" parTransId="{C74382B7-1707-4781-97BC-1404C1ED45D8}" sibTransId="{05B9E91D-127D-426C-ACED-B74B158B830D}"/>
    <dgm:cxn modelId="{CBF58EC5-72FE-4523-AE8B-0A7E84E8F536}" type="presOf" srcId="{A812917C-2788-4676-825C-BC23C8AD46C8}" destId="{D650026B-6D6D-43D7-BECC-BF97AAC7DCC1}" srcOrd="0" destOrd="0" presId="urn:microsoft.com/office/officeart/2005/8/layout/process1"/>
    <dgm:cxn modelId="{6EC98784-70F6-444C-AF39-74B801BF89EF}" type="presOf" srcId="{8B10586F-3D06-42A1-914E-6A0D9175D274}" destId="{56853B89-221F-4DC3-A2CA-5D40EE600C4B}" srcOrd="0" destOrd="0" presId="urn:microsoft.com/office/officeart/2005/8/layout/process1"/>
    <dgm:cxn modelId="{3F07165A-9A4F-4708-BED5-AEFE59232E36}" type="presParOf" srcId="{F20895F2-A834-4688-B0E7-BC198912972D}" destId="{6E895208-05EC-4559-89C4-9CD16905C9FD}" srcOrd="0" destOrd="0" presId="urn:microsoft.com/office/officeart/2005/8/layout/process1"/>
    <dgm:cxn modelId="{173FA169-22DE-4541-8865-769A204FC567}" type="presParOf" srcId="{F20895F2-A834-4688-B0E7-BC198912972D}" destId="{49C8BE89-CE6D-42D8-B7E9-AC45E62F2BE1}" srcOrd="1" destOrd="0" presId="urn:microsoft.com/office/officeart/2005/8/layout/process1"/>
    <dgm:cxn modelId="{F04DF236-B16F-47AE-AC5F-DB412ADE902D}" type="presParOf" srcId="{49C8BE89-CE6D-42D8-B7E9-AC45E62F2BE1}" destId="{7ADAD459-B720-4F5E-9145-CE49A44E2E88}" srcOrd="0" destOrd="0" presId="urn:microsoft.com/office/officeart/2005/8/layout/process1"/>
    <dgm:cxn modelId="{D8C5844F-FC47-4649-8E0E-4E2160B5200A}" type="presParOf" srcId="{F20895F2-A834-4688-B0E7-BC198912972D}" destId="{1843B830-9A37-4EF7-B884-F5F11FD209E9}" srcOrd="2" destOrd="0" presId="urn:microsoft.com/office/officeart/2005/8/layout/process1"/>
    <dgm:cxn modelId="{65AE8B8A-369D-4B5D-AE6E-CD8D6610CE85}" type="presParOf" srcId="{F20895F2-A834-4688-B0E7-BC198912972D}" destId="{D650026B-6D6D-43D7-BECC-BF97AAC7DCC1}" srcOrd="3" destOrd="0" presId="urn:microsoft.com/office/officeart/2005/8/layout/process1"/>
    <dgm:cxn modelId="{330370DA-88E7-4AA5-9F54-7CBEDEBB38B9}" type="presParOf" srcId="{D650026B-6D6D-43D7-BECC-BF97AAC7DCC1}" destId="{EFD107D5-782C-4E67-A2AF-709F8EBBEA2A}" srcOrd="0" destOrd="0" presId="urn:microsoft.com/office/officeart/2005/8/layout/process1"/>
    <dgm:cxn modelId="{1BF9AF2F-BC8F-4573-A8CC-10C800FD9A45}" type="presParOf" srcId="{F20895F2-A834-4688-B0E7-BC198912972D}" destId="{CAED8EAE-FA2C-4D18-ACAE-2B7ECCE1F166}" srcOrd="4" destOrd="0" presId="urn:microsoft.com/office/officeart/2005/8/layout/process1"/>
    <dgm:cxn modelId="{008F0C59-5C98-4B7A-A3F4-4D89128D026B}" type="presParOf" srcId="{F20895F2-A834-4688-B0E7-BC198912972D}" destId="{54E12DAA-E15C-45DD-B07D-966465CA6990}" srcOrd="5" destOrd="0" presId="urn:microsoft.com/office/officeart/2005/8/layout/process1"/>
    <dgm:cxn modelId="{F2ACF0CC-F2DB-4124-8BAE-99531350946D}" type="presParOf" srcId="{54E12DAA-E15C-45DD-B07D-966465CA6990}" destId="{F7E575C7-6493-47B8-8A2C-93D803109A20}" srcOrd="0" destOrd="0" presId="urn:microsoft.com/office/officeart/2005/8/layout/process1"/>
    <dgm:cxn modelId="{D1B51DB8-9B69-49F1-9ECB-B432B91825FE}" type="presParOf" srcId="{F20895F2-A834-4688-B0E7-BC198912972D}" destId="{A209EBB2-4E7F-45B2-AD0D-38142111C0FE}" srcOrd="6" destOrd="0" presId="urn:microsoft.com/office/officeart/2005/8/layout/process1"/>
    <dgm:cxn modelId="{3C603A35-5753-4ED7-A79D-884A0C712D2E}" type="presParOf" srcId="{F20895F2-A834-4688-B0E7-BC198912972D}" destId="{36B167CF-9DEC-4ACC-8C42-0B4AC9E56AD2}" srcOrd="7" destOrd="0" presId="urn:microsoft.com/office/officeart/2005/8/layout/process1"/>
    <dgm:cxn modelId="{D6912C86-7EE2-44FB-B673-625E9B3BC8FA}" type="presParOf" srcId="{36B167CF-9DEC-4ACC-8C42-0B4AC9E56AD2}" destId="{C0DE1EDF-9A77-4A0B-9183-BEB8F6FCCD84}" srcOrd="0" destOrd="0" presId="urn:microsoft.com/office/officeart/2005/8/layout/process1"/>
    <dgm:cxn modelId="{6A39F4A9-7E77-4D22-A36E-4D0E80DD26E4}" type="presParOf" srcId="{F20895F2-A834-4688-B0E7-BC198912972D}" destId="{4F93F0B7-38DF-4301-8131-45FFBF7A6468}" srcOrd="8" destOrd="0" presId="urn:microsoft.com/office/officeart/2005/8/layout/process1"/>
    <dgm:cxn modelId="{FC149D31-7592-4745-A789-DDB6ECC764AC}" type="presParOf" srcId="{F20895F2-A834-4688-B0E7-BC198912972D}" destId="{70BCED77-F524-4ED7-B72B-376EC2948D22}" srcOrd="9" destOrd="0" presId="urn:microsoft.com/office/officeart/2005/8/layout/process1"/>
    <dgm:cxn modelId="{A8B4BBE2-BCFA-4AD5-87C5-8B70CE5DD502}" type="presParOf" srcId="{70BCED77-F524-4ED7-B72B-376EC2948D22}" destId="{7D80B0BF-A49E-44B6-BA79-0B5056E3A539}" srcOrd="0" destOrd="0" presId="urn:microsoft.com/office/officeart/2005/8/layout/process1"/>
    <dgm:cxn modelId="{0037A5F4-4659-48F4-AF8E-E432A778B8C9}" type="presParOf" srcId="{F20895F2-A834-4688-B0E7-BC198912972D}" destId="{1A9710F1-452E-4507-8542-2E1EBDDE45C0}" srcOrd="10" destOrd="0" presId="urn:microsoft.com/office/officeart/2005/8/layout/process1"/>
    <dgm:cxn modelId="{7F6AB95D-C4B0-4617-B0D2-DC362BC71295}" type="presParOf" srcId="{F20895F2-A834-4688-B0E7-BC198912972D}" destId="{434E9AF2-C868-452B-9180-FCD63D51FC54}" srcOrd="11" destOrd="0" presId="urn:microsoft.com/office/officeart/2005/8/layout/process1"/>
    <dgm:cxn modelId="{E858E7B2-C519-42A5-BBDA-99C27D0D5213}" type="presParOf" srcId="{434E9AF2-C868-452B-9180-FCD63D51FC54}" destId="{AF5548F3-7204-4639-9BEE-6A5CBC536811}" srcOrd="0" destOrd="0" presId="urn:microsoft.com/office/officeart/2005/8/layout/process1"/>
    <dgm:cxn modelId="{3AE14150-23E4-41DB-BFC0-9C5ECA5CAEBE}" type="presParOf" srcId="{F20895F2-A834-4688-B0E7-BC198912972D}" destId="{56853B89-221F-4DC3-A2CA-5D40EE600C4B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CD1817-0477-43C8-8B95-F66E66EC97C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5200EE42-4A8E-4DD8-BF61-07C547219BA7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Claim Intake (FNOL)</a:t>
          </a:r>
          <a:endParaRPr lang="en-US" b="1" dirty="0">
            <a:solidFill>
              <a:schemeClr val="tx1"/>
            </a:solidFill>
          </a:endParaRPr>
        </a:p>
      </dgm:t>
    </dgm:pt>
    <dgm:pt modelId="{C74382B7-1707-4781-97BC-1404C1ED45D8}" type="parTrans" cxnId="{17C5824D-64D3-49A3-A65B-9D33455B4BD1}">
      <dgm:prSet/>
      <dgm:spPr/>
      <dgm:t>
        <a:bodyPr/>
        <a:lstStyle/>
        <a:p>
          <a:endParaRPr lang="en-US"/>
        </a:p>
      </dgm:t>
    </dgm:pt>
    <dgm:pt modelId="{05B9E91D-127D-426C-ACED-B74B158B830D}" type="sibTrans" cxnId="{17C5824D-64D3-49A3-A65B-9D33455B4BD1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endParaRPr lang="en-US" b="1"/>
        </a:p>
      </dgm:t>
    </dgm:pt>
    <dgm:pt modelId="{0A7EED6A-377D-4B28-9777-9BCF4DC4A951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Boatowner’s Policy Identification &amp; Coverage Verification</a:t>
          </a:r>
          <a:endParaRPr lang="en-US" b="1" dirty="0">
            <a:solidFill>
              <a:schemeClr val="tx1"/>
            </a:solidFill>
          </a:endParaRPr>
        </a:p>
      </dgm:t>
    </dgm:pt>
    <dgm:pt modelId="{B5EE96DD-A862-440E-859C-6E3F77D6DFF2}" type="parTrans" cxnId="{ADDBECB2-7B45-41AA-86F6-6E942C905AF3}">
      <dgm:prSet/>
      <dgm:spPr/>
      <dgm:t>
        <a:bodyPr/>
        <a:lstStyle/>
        <a:p>
          <a:endParaRPr lang="en-US"/>
        </a:p>
      </dgm:t>
    </dgm:pt>
    <dgm:pt modelId="{A812917C-2788-4676-825C-BC23C8AD46C8}" type="sibTrans" cxnId="{ADDBECB2-7B45-41AA-86F6-6E942C905AF3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endParaRPr lang="en-US" b="1"/>
        </a:p>
      </dgm:t>
    </dgm:pt>
    <dgm:pt modelId="{C03FD22D-9144-43D9-AC63-2AE9ED5B2C25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Loss Investigation</a:t>
          </a:r>
          <a:endParaRPr lang="en-US" b="1" dirty="0">
            <a:solidFill>
              <a:schemeClr val="tx1"/>
            </a:solidFill>
          </a:endParaRPr>
        </a:p>
      </dgm:t>
    </dgm:pt>
    <dgm:pt modelId="{83724062-25BA-4003-A333-71A91FD961C5}" type="parTrans" cxnId="{07DDF934-F3D9-4511-986B-2EF217CA3CA6}">
      <dgm:prSet/>
      <dgm:spPr/>
      <dgm:t>
        <a:bodyPr/>
        <a:lstStyle/>
        <a:p>
          <a:endParaRPr lang="en-US"/>
        </a:p>
      </dgm:t>
    </dgm:pt>
    <dgm:pt modelId="{807C92BB-D39B-4924-AB8B-19F94B226F5E}" type="sibTrans" cxnId="{07DDF934-F3D9-4511-986B-2EF217CA3CA6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endParaRPr lang="en-US" b="1"/>
        </a:p>
      </dgm:t>
    </dgm:pt>
    <dgm:pt modelId="{EBA3EC91-A602-487F-B249-B636C50EC8D8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Claim Documentation</a:t>
          </a:r>
          <a:endParaRPr lang="en-US" b="1" dirty="0">
            <a:solidFill>
              <a:schemeClr val="tx1"/>
            </a:solidFill>
          </a:endParaRPr>
        </a:p>
      </dgm:t>
    </dgm:pt>
    <dgm:pt modelId="{7CBBB5E2-E219-4340-B459-C29092892EC5}" type="parTrans" cxnId="{143C56A9-EEAA-4478-934A-2A022900CC4B}">
      <dgm:prSet/>
      <dgm:spPr/>
      <dgm:t>
        <a:bodyPr/>
        <a:lstStyle/>
        <a:p>
          <a:endParaRPr lang="en-US"/>
        </a:p>
      </dgm:t>
    </dgm:pt>
    <dgm:pt modelId="{CA254834-E5B3-4945-B96C-1580385B3DEF}" type="sibTrans" cxnId="{143C56A9-EEAA-4478-934A-2A022900CC4B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endParaRPr lang="en-US" b="1"/>
        </a:p>
      </dgm:t>
    </dgm:pt>
    <dgm:pt modelId="{389DF543-A29E-4199-BCDD-930AC4F951CE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Determination of amount of damage &amp; Set reserve</a:t>
          </a:r>
          <a:endParaRPr lang="en-US" b="1" dirty="0">
            <a:solidFill>
              <a:schemeClr val="tx1"/>
            </a:solidFill>
          </a:endParaRPr>
        </a:p>
      </dgm:t>
    </dgm:pt>
    <dgm:pt modelId="{E826EED7-EA64-468F-B966-7F3B5EA205CB}" type="parTrans" cxnId="{D4BCAAD2-2D20-41DB-AC37-7CF352DDC5B3}">
      <dgm:prSet/>
      <dgm:spPr/>
      <dgm:t>
        <a:bodyPr/>
        <a:lstStyle/>
        <a:p>
          <a:endParaRPr lang="en-US"/>
        </a:p>
      </dgm:t>
    </dgm:pt>
    <dgm:pt modelId="{893F60AC-FA2D-492D-ABDA-3A20E3E34934}" type="sibTrans" cxnId="{D4BCAAD2-2D20-41DB-AC37-7CF352DDC5B3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endParaRPr lang="en-US" b="1"/>
        </a:p>
      </dgm:t>
    </dgm:pt>
    <dgm:pt modelId="{FCC29B8E-24AD-4CCF-B2EA-1F2DC10BBBDB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Payment</a:t>
          </a:r>
          <a:endParaRPr lang="en-US" b="1" dirty="0">
            <a:solidFill>
              <a:schemeClr val="tx1"/>
            </a:solidFill>
          </a:endParaRPr>
        </a:p>
      </dgm:t>
    </dgm:pt>
    <dgm:pt modelId="{FF4B0EF8-C3CE-40D0-81BB-412FD1B7E949}" type="parTrans" cxnId="{E092228A-4DDE-406E-B5AD-B612596D5266}">
      <dgm:prSet/>
      <dgm:spPr/>
      <dgm:t>
        <a:bodyPr/>
        <a:lstStyle/>
        <a:p>
          <a:endParaRPr lang="en-US"/>
        </a:p>
      </dgm:t>
    </dgm:pt>
    <dgm:pt modelId="{FA17C0CB-FA6B-4284-8A2B-56316DC3585A}" type="sibTrans" cxnId="{E092228A-4DDE-406E-B5AD-B612596D5266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endParaRPr lang="en-US" b="1"/>
        </a:p>
      </dgm:t>
    </dgm:pt>
    <dgm:pt modelId="{8B10586F-3D06-42A1-914E-6A0D9175D274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Recovery &amp; Closure of claim file</a:t>
          </a:r>
          <a:endParaRPr lang="en-US" b="1" dirty="0">
            <a:solidFill>
              <a:schemeClr val="tx1"/>
            </a:solidFill>
          </a:endParaRPr>
        </a:p>
      </dgm:t>
    </dgm:pt>
    <dgm:pt modelId="{372042CA-01F5-493A-8684-D237A94043B4}" type="parTrans" cxnId="{917E12E6-4E32-40D7-BB70-E21CD21423F8}">
      <dgm:prSet/>
      <dgm:spPr/>
      <dgm:t>
        <a:bodyPr/>
        <a:lstStyle/>
        <a:p>
          <a:endParaRPr lang="en-US"/>
        </a:p>
      </dgm:t>
    </dgm:pt>
    <dgm:pt modelId="{AD6EF933-AFFA-4B4E-BAA1-F969B507C4C6}" type="sibTrans" cxnId="{917E12E6-4E32-40D7-BB70-E21CD21423F8}">
      <dgm:prSet/>
      <dgm:spPr/>
      <dgm:t>
        <a:bodyPr/>
        <a:lstStyle/>
        <a:p>
          <a:endParaRPr lang="en-US"/>
        </a:p>
      </dgm:t>
    </dgm:pt>
    <dgm:pt modelId="{F20895F2-A834-4688-B0E7-BC198912972D}" type="pres">
      <dgm:prSet presAssocID="{46CD1817-0477-43C8-8B95-F66E66EC97C7}" presName="Name0" presStyleCnt="0">
        <dgm:presLayoutVars>
          <dgm:dir/>
          <dgm:resizeHandles val="exact"/>
        </dgm:presLayoutVars>
      </dgm:prSet>
      <dgm:spPr/>
    </dgm:pt>
    <dgm:pt modelId="{6E895208-05EC-4559-89C4-9CD16905C9FD}" type="pres">
      <dgm:prSet presAssocID="{5200EE42-4A8E-4DD8-BF61-07C547219BA7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C8BE89-CE6D-42D8-B7E9-AC45E62F2BE1}" type="pres">
      <dgm:prSet presAssocID="{05B9E91D-127D-426C-ACED-B74B158B830D}" presName="sibTrans" presStyleLbl="sibTrans2D1" presStyleIdx="0" presStyleCnt="6"/>
      <dgm:spPr/>
      <dgm:t>
        <a:bodyPr/>
        <a:lstStyle/>
        <a:p>
          <a:endParaRPr lang="en-US"/>
        </a:p>
      </dgm:t>
    </dgm:pt>
    <dgm:pt modelId="{7ADAD459-B720-4F5E-9145-CE49A44E2E88}" type="pres">
      <dgm:prSet presAssocID="{05B9E91D-127D-426C-ACED-B74B158B830D}" presName="connectorText" presStyleLbl="sibTrans2D1" presStyleIdx="0" presStyleCnt="6"/>
      <dgm:spPr/>
      <dgm:t>
        <a:bodyPr/>
        <a:lstStyle/>
        <a:p>
          <a:endParaRPr lang="en-US"/>
        </a:p>
      </dgm:t>
    </dgm:pt>
    <dgm:pt modelId="{1843B830-9A37-4EF7-B884-F5F11FD209E9}" type="pres">
      <dgm:prSet presAssocID="{0A7EED6A-377D-4B28-9777-9BCF4DC4A951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50026B-6D6D-43D7-BECC-BF97AAC7DCC1}" type="pres">
      <dgm:prSet presAssocID="{A812917C-2788-4676-825C-BC23C8AD46C8}" presName="sibTrans" presStyleLbl="sibTrans2D1" presStyleIdx="1" presStyleCnt="6"/>
      <dgm:spPr/>
      <dgm:t>
        <a:bodyPr/>
        <a:lstStyle/>
        <a:p>
          <a:endParaRPr lang="en-US"/>
        </a:p>
      </dgm:t>
    </dgm:pt>
    <dgm:pt modelId="{EFD107D5-782C-4E67-A2AF-709F8EBBEA2A}" type="pres">
      <dgm:prSet presAssocID="{A812917C-2788-4676-825C-BC23C8AD46C8}" presName="connectorText" presStyleLbl="sibTrans2D1" presStyleIdx="1" presStyleCnt="6"/>
      <dgm:spPr/>
      <dgm:t>
        <a:bodyPr/>
        <a:lstStyle/>
        <a:p>
          <a:endParaRPr lang="en-US"/>
        </a:p>
      </dgm:t>
    </dgm:pt>
    <dgm:pt modelId="{CAED8EAE-FA2C-4D18-ACAE-2B7ECCE1F166}" type="pres">
      <dgm:prSet presAssocID="{C03FD22D-9144-43D9-AC63-2AE9ED5B2C25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E12DAA-E15C-45DD-B07D-966465CA6990}" type="pres">
      <dgm:prSet presAssocID="{807C92BB-D39B-4924-AB8B-19F94B226F5E}" presName="sibTrans" presStyleLbl="sibTrans2D1" presStyleIdx="2" presStyleCnt="6"/>
      <dgm:spPr/>
      <dgm:t>
        <a:bodyPr/>
        <a:lstStyle/>
        <a:p>
          <a:endParaRPr lang="en-US"/>
        </a:p>
      </dgm:t>
    </dgm:pt>
    <dgm:pt modelId="{F7E575C7-6493-47B8-8A2C-93D803109A20}" type="pres">
      <dgm:prSet presAssocID="{807C92BB-D39B-4924-AB8B-19F94B226F5E}" presName="connectorText" presStyleLbl="sibTrans2D1" presStyleIdx="2" presStyleCnt="6"/>
      <dgm:spPr/>
      <dgm:t>
        <a:bodyPr/>
        <a:lstStyle/>
        <a:p>
          <a:endParaRPr lang="en-US"/>
        </a:p>
      </dgm:t>
    </dgm:pt>
    <dgm:pt modelId="{A209EBB2-4E7F-45B2-AD0D-38142111C0FE}" type="pres">
      <dgm:prSet presAssocID="{EBA3EC91-A602-487F-B249-B636C50EC8D8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B167CF-9DEC-4ACC-8C42-0B4AC9E56AD2}" type="pres">
      <dgm:prSet presAssocID="{CA254834-E5B3-4945-B96C-1580385B3DEF}" presName="sibTrans" presStyleLbl="sibTrans2D1" presStyleIdx="3" presStyleCnt="6"/>
      <dgm:spPr/>
      <dgm:t>
        <a:bodyPr/>
        <a:lstStyle/>
        <a:p>
          <a:endParaRPr lang="en-US"/>
        </a:p>
      </dgm:t>
    </dgm:pt>
    <dgm:pt modelId="{C0DE1EDF-9A77-4A0B-9183-BEB8F6FCCD84}" type="pres">
      <dgm:prSet presAssocID="{CA254834-E5B3-4945-B96C-1580385B3DEF}" presName="connectorText" presStyleLbl="sibTrans2D1" presStyleIdx="3" presStyleCnt="6"/>
      <dgm:spPr/>
      <dgm:t>
        <a:bodyPr/>
        <a:lstStyle/>
        <a:p>
          <a:endParaRPr lang="en-US"/>
        </a:p>
      </dgm:t>
    </dgm:pt>
    <dgm:pt modelId="{4F93F0B7-38DF-4301-8131-45FFBF7A6468}" type="pres">
      <dgm:prSet presAssocID="{389DF543-A29E-4199-BCDD-930AC4F951CE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BCED77-F524-4ED7-B72B-376EC2948D22}" type="pres">
      <dgm:prSet presAssocID="{893F60AC-FA2D-492D-ABDA-3A20E3E34934}" presName="sibTrans" presStyleLbl="sibTrans2D1" presStyleIdx="4" presStyleCnt="6"/>
      <dgm:spPr/>
      <dgm:t>
        <a:bodyPr/>
        <a:lstStyle/>
        <a:p>
          <a:endParaRPr lang="en-US"/>
        </a:p>
      </dgm:t>
    </dgm:pt>
    <dgm:pt modelId="{7D80B0BF-A49E-44B6-BA79-0B5056E3A539}" type="pres">
      <dgm:prSet presAssocID="{893F60AC-FA2D-492D-ABDA-3A20E3E34934}" presName="connectorText" presStyleLbl="sibTrans2D1" presStyleIdx="4" presStyleCnt="6"/>
      <dgm:spPr/>
      <dgm:t>
        <a:bodyPr/>
        <a:lstStyle/>
        <a:p>
          <a:endParaRPr lang="en-US"/>
        </a:p>
      </dgm:t>
    </dgm:pt>
    <dgm:pt modelId="{1A9710F1-452E-4507-8542-2E1EBDDE45C0}" type="pres">
      <dgm:prSet presAssocID="{FCC29B8E-24AD-4CCF-B2EA-1F2DC10BBBDB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4E9AF2-C868-452B-9180-FCD63D51FC54}" type="pres">
      <dgm:prSet presAssocID="{FA17C0CB-FA6B-4284-8A2B-56316DC3585A}" presName="sibTrans" presStyleLbl="sibTrans2D1" presStyleIdx="5" presStyleCnt="6"/>
      <dgm:spPr/>
      <dgm:t>
        <a:bodyPr/>
        <a:lstStyle/>
        <a:p>
          <a:endParaRPr lang="en-US"/>
        </a:p>
      </dgm:t>
    </dgm:pt>
    <dgm:pt modelId="{AF5548F3-7204-4639-9BEE-6A5CBC536811}" type="pres">
      <dgm:prSet presAssocID="{FA17C0CB-FA6B-4284-8A2B-56316DC3585A}" presName="connectorText" presStyleLbl="sibTrans2D1" presStyleIdx="5" presStyleCnt="6"/>
      <dgm:spPr/>
      <dgm:t>
        <a:bodyPr/>
        <a:lstStyle/>
        <a:p>
          <a:endParaRPr lang="en-US"/>
        </a:p>
      </dgm:t>
    </dgm:pt>
    <dgm:pt modelId="{56853B89-221F-4DC3-A2CA-5D40EE600C4B}" type="pres">
      <dgm:prSet presAssocID="{8B10586F-3D06-42A1-914E-6A0D9175D274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DDBECB2-7B45-41AA-86F6-6E942C905AF3}" srcId="{46CD1817-0477-43C8-8B95-F66E66EC97C7}" destId="{0A7EED6A-377D-4B28-9777-9BCF4DC4A951}" srcOrd="1" destOrd="0" parTransId="{B5EE96DD-A862-440E-859C-6E3F77D6DFF2}" sibTransId="{A812917C-2788-4676-825C-BC23C8AD46C8}"/>
    <dgm:cxn modelId="{D2CDED5B-BB68-48F2-B6DB-3EFB830A6EB8}" type="presOf" srcId="{A812917C-2788-4676-825C-BC23C8AD46C8}" destId="{D650026B-6D6D-43D7-BECC-BF97AAC7DCC1}" srcOrd="0" destOrd="0" presId="urn:microsoft.com/office/officeart/2005/8/layout/process1"/>
    <dgm:cxn modelId="{D4BCAAD2-2D20-41DB-AC37-7CF352DDC5B3}" srcId="{46CD1817-0477-43C8-8B95-F66E66EC97C7}" destId="{389DF543-A29E-4199-BCDD-930AC4F951CE}" srcOrd="4" destOrd="0" parTransId="{E826EED7-EA64-468F-B966-7F3B5EA205CB}" sibTransId="{893F60AC-FA2D-492D-ABDA-3A20E3E34934}"/>
    <dgm:cxn modelId="{519F5917-F23C-478F-99A4-257066905D5F}" type="presOf" srcId="{05B9E91D-127D-426C-ACED-B74B158B830D}" destId="{7ADAD459-B720-4F5E-9145-CE49A44E2E88}" srcOrd="1" destOrd="0" presId="urn:microsoft.com/office/officeart/2005/8/layout/process1"/>
    <dgm:cxn modelId="{FB052C9E-BA6F-4994-A343-767609225953}" type="presOf" srcId="{C03FD22D-9144-43D9-AC63-2AE9ED5B2C25}" destId="{CAED8EAE-FA2C-4D18-ACAE-2B7ECCE1F166}" srcOrd="0" destOrd="0" presId="urn:microsoft.com/office/officeart/2005/8/layout/process1"/>
    <dgm:cxn modelId="{2702A2DB-930A-4DF5-967E-B9DC9B907E43}" type="presOf" srcId="{893F60AC-FA2D-492D-ABDA-3A20E3E34934}" destId="{7D80B0BF-A49E-44B6-BA79-0B5056E3A539}" srcOrd="1" destOrd="0" presId="urn:microsoft.com/office/officeart/2005/8/layout/process1"/>
    <dgm:cxn modelId="{258AF225-61EA-4792-BB88-4A8A12C2222D}" type="presOf" srcId="{0A7EED6A-377D-4B28-9777-9BCF4DC4A951}" destId="{1843B830-9A37-4EF7-B884-F5F11FD209E9}" srcOrd="0" destOrd="0" presId="urn:microsoft.com/office/officeart/2005/8/layout/process1"/>
    <dgm:cxn modelId="{D5CBE618-2815-4520-9A3B-6D227180FCAC}" type="presOf" srcId="{EBA3EC91-A602-487F-B249-B636C50EC8D8}" destId="{A209EBB2-4E7F-45B2-AD0D-38142111C0FE}" srcOrd="0" destOrd="0" presId="urn:microsoft.com/office/officeart/2005/8/layout/process1"/>
    <dgm:cxn modelId="{4A4F91BA-1A29-46C4-919F-BE4B1F46C5D3}" type="presOf" srcId="{893F60AC-FA2D-492D-ABDA-3A20E3E34934}" destId="{70BCED77-F524-4ED7-B72B-376EC2948D22}" srcOrd="0" destOrd="0" presId="urn:microsoft.com/office/officeart/2005/8/layout/process1"/>
    <dgm:cxn modelId="{94C233A0-47EE-4AF4-AF6D-3C010DB57D5C}" type="presOf" srcId="{FA17C0CB-FA6B-4284-8A2B-56316DC3585A}" destId="{AF5548F3-7204-4639-9BEE-6A5CBC536811}" srcOrd="1" destOrd="0" presId="urn:microsoft.com/office/officeart/2005/8/layout/process1"/>
    <dgm:cxn modelId="{143C56A9-EEAA-4478-934A-2A022900CC4B}" srcId="{46CD1817-0477-43C8-8B95-F66E66EC97C7}" destId="{EBA3EC91-A602-487F-B249-B636C50EC8D8}" srcOrd="3" destOrd="0" parTransId="{7CBBB5E2-E219-4340-B459-C29092892EC5}" sibTransId="{CA254834-E5B3-4945-B96C-1580385B3DEF}"/>
    <dgm:cxn modelId="{9D3C9C53-B36B-421E-9DCF-77CA7D6F3478}" type="presOf" srcId="{CA254834-E5B3-4945-B96C-1580385B3DEF}" destId="{36B167CF-9DEC-4ACC-8C42-0B4AC9E56AD2}" srcOrd="0" destOrd="0" presId="urn:microsoft.com/office/officeart/2005/8/layout/process1"/>
    <dgm:cxn modelId="{6BA03670-0CA9-47B0-AF4D-AEF7D68E08FF}" type="presOf" srcId="{05B9E91D-127D-426C-ACED-B74B158B830D}" destId="{49C8BE89-CE6D-42D8-B7E9-AC45E62F2BE1}" srcOrd="0" destOrd="0" presId="urn:microsoft.com/office/officeart/2005/8/layout/process1"/>
    <dgm:cxn modelId="{C63B2581-69D0-4E89-995A-53004246CED6}" type="presOf" srcId="{5200EE42-4A8E-4DD8-BF61-07C547219BA7}" destId="{6E895208-05EC-4559-89C4-9CD16905C9FD}" srcOrd="0" destOrd="0" presId="urn:microsoft.com/office/officeart/2005/8/layout/process1"/>
    <dgm:cxn modelId="{D8F0F457-9070-4D68-BB9D-22C2EEBCD533}" type="presOf" srcId="{807C92BB-D39B-4924-AB8B-19F94B226F5E}" destId="{54E12DAA-E15C-45DD-B07D-966465CA6990}" srcOrd="0" destOrd="0" presId="urn:microsoft.com/office/officeart/2005/8/layout/process1"/>
    <dgm:cxn modelId="{07DDF934-F3D9-4511-986B-2EF217CA3CA6}" srcId="{46CD1817-0477-43C8-8B95-F66E66EC97C7}" destId="{C03FD22D-9144-43D9-AC63-2AE9ED5B2C25}" srcOrd="2" destOrd="0" parTransId="{83724062-25BA-4003-A333-71A91FD961C5}" sibTransId="{807C92BB-D39B-4924-AB8B-19F94B226F5E}"/>
    <dgm:cxn modelId="{292A631C-E14F-4975-A2C4-425C7C5CB2E8}" type="presOf" srcId="{FCC29B8E-24AD-4CCF-B2EA-1F2DC10BBBDB}" destId="{1A9710F1-452E-4507-8542-2E1EBDDE45C0}" srcOrd="0" destOrd="0" presId="urn:microsoft.com/office/officeart/2005/8/layout/process1"/>
    <dgm:cxn modelId="{E092228A-4DDE-406E-B5AD-B612596D5266}" srcId="{46CD1817-0477-43C8-8B95-F66E66EC97C7}" destId="{FCC29B8E-24AD-4CCF-B2EA-1F2DC10BBBDB}" srcOrd="5" destOrd="0" parTransId="{FF4B0EF8-C3CE-40D0-81BB-412FD1B7E949}" sibTransId="{FA17C0CB-FA6B-4284-8A2B-56316DC3585A}"/>
    <dgm:cxn modelId="{2E55C366-3AEB-4CD5-83DE-CBA5F2D4349E}" type="presOf" srcId="{A812917C-2788-4676-825C-BC23C8AD46C8}" destId="{EFD107D5-782C-4E67-A2AF-709F8EBBEA2A}" srcOrd="1" destOrd="0" presId="urn:microsoft.com/office/officeart/2005/8/layout/process1"/>
    <dgm:cxn modelId="{847750AD-81D9-46F0-9B4F-E8F93E75CB25}" type="presOf" srcId="{807C92BB-D39B-4924-AB8B-19F94B226F5E}" destId="{F7E575C7-6493-47B8-8A2C-93D803109A20}" srcOrd="1" destOrd="0" presId="urn:microsoft.com/office/officeart/2005/8/layout/process1"/>
    <dgm:cxn modelId="{26985ACC-89E8-4E71-B01B-C91FE862A367}" type="presOf" srcId="{FA17C0CB-FA6B-4284-8A2B-56316DC3585A}" destId="{434E9AF2-C868-452B-9180-FCD63D51FC54}" srcOrd="0" destOrd="0" presId="urn:microsoft.com/office/officeart/2005/8/layout/process1"/>
    <dgm:cxn modelId="{917E12E6-4E32-40D7-BB70-E21CD21423F8}" srcId="{46CD1817-0477-43C8-8B95-F66E66EC97C7}" destId="{8B10586F-3D06-42A1-914E-6A0D9175D274}" srcOrd="6" destOrd="0" parTransId="{372042CA-01F5-493A-8684-D237A94043B4}" sibTransId="{AD6EF933-AFFA-4B4E-BAA1-F969B507C4C6}"/>
    <dgm:cxn modelId="{6AE99749-23A6-487D-BCF3-F730AC644AA2}" type="presOf" srcId="{CA254834-E5B3-4945-B96C-1580385B3DEF}" destId="{C0DE1EDF-9A77-4A0B-9183-BEB8F6FCCD84}" srcOrd="1" destOrd="0" presId="urn:microsoft.com/office/officeart/2005/8/layout/process1"/>
    <dgm:cxn modelId="{17C5824D-64D3-49A3-A65B-9D33455B4BD1}" srcId="{46CD1817-0477-43C8-8B95-F66E66EC97C7}" destId="{5200EE42-4A8E-4DD8-BF61-07C547219BA7}" srcOrd="0" destOrd="0" parTransId="{C74382B7-1707-4781-97BC-1404C1ED45D8}" sibTransId="{05B9E91D-127D-426C-ACED-B74B158B830D}"/>
    <dgm:cxn modelId="{15A19CFA-0D28-475B-B619-21371B4961D4}" type="presOf" srcId="{389DF543-A29E-4199-BCDD-930AC4F951CE}" destId="{4F93F0B7-38DF-4301-8131-45FFBF7A6468}" srcOrd="0" destOrd="0" presId="urn:microsoft.com/office/officeart/2005/8/layout/process1"/>
    <dgm:cxn modelId="{8AD88E4E-788B-487D-A895-ACE910A3563E}" type="presOf" srcId="{8B10586F-3D06-42A1-914E-6A0D9175D274}" destId="{56853B89-221F-4DC3-A2CA-5D40EE600C4B}" srcOrd="0" destOrd="0" presId="urn:microsoft.com/office/officeart/2005/8/layout/process1"/>
    <dgm:cxn modelId="{975722A8-89F7-4C1B-B522-5C40324A1CC0}" type="presOf" srcId="{46CD1817-0477-43C8-8B95-F66E66EC97C7}" destId="{F20895F2-A834-4688-B0E7-BC198912972D}" srcOrd="0" destOrd="0" presId="urn:microsoft.com/office/officeart/2005/8/layout/process1"/>
    <dgm:cxn modelId="{47F60D83-0869-46C7-99BF-30141540B207}" type="presParOf" srcId="{F20895F2-A834-4688-B0E7-BC198912972D}" destId="{6E895208-05EC-4559-89C4-9CD16905C9FD}" srcOrd="0" destOrd="0" presId="urn:microsoft.com/office/officeart/2005/8/layout/process1"/>
    <dgm:cxn modelId="{B422D7AE-D95F-4E7F-BB6B-CA842D659C49}" type="presParOf" srcId="{F20895F2-A834-4688-B0E7-BC198912972D}" destId="{49C8BE89-CE6D-42D8-B7E9-AC45E62F2BE1}" srcOrd="1" destOrd="0" presId="urn:microsoft.com/office/officeart/2005/8/layout/process1"/>
    <dgm:cxn modelId="{AC3939CA-22CC-44FA-80B5-620CD3D1CF06}" type="presParOf" srcId="{49C8BE89-CE6D-42D8-B7E9-AC45E62F2BE1}" destId="{7ADAD459-B720-4F5E-9145-CE49A44E2E88}" srcOrd="0" destOrd="0" presId="urn:microsoft.com/office/officeart/2005/8/layout/process1"/>
    <dgm:cxn modelId="{6E536119-AAFB-4557-9026-6853A6B77AD8}" type="presParOf" srcId="{F20895F2-A834-4688-B0E7-BC198912972D}" destId="{1843B830-9A37-4EF7-B884-F5F11FD209E9}" srcOrd="2" destOrd="0" presId="urn:microsoft.com/office/officeart/2005/8/layout/process1"/>
    <dgm:cxn modelId="{857C2EDB-EC84-4AD3-BDE1-11AC90A3CC42}" type="presParOf" srcId="{F20895F2-A834-4688-B0E7-BC198912972D}" destId="{D650026B-6D6D-43D7-BECC-BF97AAC7DCC1}" srcOrd="3" destOrd="0" presId="urn:microsoft.com/office/officeart/2005/8/layout/process1"/>
    <dgm:cxn modelId="{C117B23C-E71E-42C3-9DA2-C7A36AE8C540}" type="presParOf" srcId="{D650026B-6D6D-43D7-BECC-BF97AAC7DCC1}" destId="{EFD107D5-782C-4E67-A2AF-709F8EBBEA2A}" srcOrd="0" destOrd="0" presId="urn:microsoft.com/office/officeart/2005/8/layout/process1"/>
    <dgm:cxn modelId="{F405053D-92F9-4D45-829B-E190593CB561}" type="presParOf" srcId="{F20895F2-A834-4688-B0E7-BC198912972D}" destId="{CAED8EAE-FA2C-4D18-ACAE-2B7ECCE1F166}" srcOrd="4" destOrd="0" presId="urn:microsoft.com/office/officeart/2005/8/layout/process1"/>
    <dgm:cxn modelId="{E8DB7020-B18A-4A50-A89B-2EF306A65335}" type="presParOf" srcId="{F20895F2-A834-4688-B0E7-BC198912972D}" destId="{54E12DAA-E15C-45DD-B07D-966465CA6990}" srcOrd="5" destOrd="0" presId="urn:microsoft.com/office/officeart/2005/8/layout/process1"/>
    <dgm:cxn modelId="{DCEF31EF-D564-4E8E-B1A9-FAA18322A9CB}" type="presParOf" srcId="{54E12DAA-E15C-45DD-B07D-966465CA6990}" destId="{F7E575C7-6493-47B8-8A2C-93D803109A20}" srcOrd="0" destOrd="0" presId="urn:microsoft.com/office/officeart/2005/8/layout/process1"/>
    <dgm:cxn modelId="{1FA68154-0D44-4966-90B0-95D9D31C1B16}" type="presParOf" srcId="{F20895F2-A834-4688-B0E7-BC198912972D}" destId="{A209EBB2-4E7F-45B2-AD0D-38142111C0FE}" srcOrd="6" destOrd="0" presId="urn:microsoft.com/office/officeart/2005/8/layout/process1"/>
    <dgm:cxn modelId="{071DBF39-6C97-48FA-8820-6302B2C67DBF}" type="presParOf" srcId="{F20895F2-A834-4688-B0E7-BC198912972D}" destId="{36B167CF-9DEC-4ACC-8C42-0B4AC9E56AD2}" srcOrd="7" destOrd="0" presId="urn:microsoft.com/office/officeart/2005/8/layout/process1"/>
    <dgm:cxn modelId="{61EB2AC8-6950-4A04-A30E-62DD67F3A4E1}" type="presParOf" srcId="{36B167CF-9DEC-4ACC-8C42-0B4AC9E56AD2}" destId="{C0DE1EDF-9A77-4A0B-9183-BEB8F6FCCD84}" srcOrd="0" destOrd="0" presId="urn:microsoft.com/office/officeart/2005/8/layout/process1"/>
    <dgm:cxn modelId="{50DB571D-C727-4AF9-B25F-E4378F179FAA}" type="presParOf" srcId="{F20895F2-A834-4688-B0E7-BC198912972D}" destId="{4F93F0B7-38DF-4301-8131-45FFBF7A6468}" srcOrd="8" destOrd="0" presId="urn:microsoft.com/office/officeart/2005/8/layout/process1"/>
    <dgm:cxn modelId="{3F6CC7D6-7B27-496A-9495-6AA7D239BFCF}" type="presParOf" srcId="{F20895F2-A834-4688-B0E7-BC198912972D}" destId="{70BCED77-F524-4ED7-B72B-376EC2948D22}" srcOrd="9" destOrd="0" presId="urn:microsoft.com/office/officeart/2005/8/layout/process1"/>
    <dgm:cxn modelId="{2740605D-09F5-44BB-AF24-3B087D7371E7}" type="presParOf" srcId="{70BCED77-F524-4ED7-B72B-376EC2948D22}" destId="{7D80B0BF-A49E-44B6-BA79-0B5056E3A539}" srcOrd="0" destOrd="0" presId="urn:microsoft.com/office/officeart/2005/8/layout/process1"/>
    <dgm:cxn modelId="{1CBD096E-0F0A-41E8-818E-4C740649F6AD}" type="presParOf" srcId="{F20895F2-A834-4688-B0E7-BC198912972D}" destId="{1A9710F1-452E-4507-8542-2E1EBDDE45C0}" srcOrd="10" destOrd="0" presId="urn:microsoft.com/office/officeart/2005/8/layout/process1"/>
    <dgm:cxn modelId="{D1712247-FDC1-4DAF-A1A2-A6CD6E8741BD}" type="presParOf" srcId="{F20895F2-A834-4688-B0E7-BC198912972D}" destId="{434E9AF2-C868-452B-9180-FCD63D51FC54}" srcOrd="11" destOrd="0" presId="urn:microsoft.com/office/officeart/2005/8/layout/process1"/>
    <dgm:cxn modelId="{03EC2C76-C611-446D-8B30-81ECE71B2F70}" type="presParOf" srcId="{434E9AF2-C868-452B-9180-FCD63D51FC54}" destId="{AF5548F3-7204-4639-9BEE-6A5CBC536811}" srcOrd="0" destOrd="0" presId="urn:microsoft.com/office/officeart/2005/8/layout/process1"/>
    <dgm:cxn modelId="{FDBB0F5C-D6BE-44E9-8330-6CAD3943AE68}" type="presParOf" srcId="{F20895F2-A834-4688-B0E7-BC198912972D}" destId="{56853B89-221F-4DC3-A2CA-5D40EE600C4B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CD1817-0477-43C8-8B95-F66E66EC97C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5200EE42-4A8E-4DD8-BF61-07C547219BA7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Claim Intake (FNOL)</a:t>
          </a:r>
          <a:endParaRPr lang="en-US" b="1" dirty="0">
            <a:solidFill>
              <a:schemeClr val="tx1"/>
            </a:solidFill>
          </a:endParaRPr>
        </a:p>
      </dgm:t>
    </dgm:pt>
    <dgm:pt modelId="{C74382B7-1707-4781-97BC-1404C1ED45D8}" type="parTrans" cxnId="{17C5824D-64D3-49A3-A65B-9D33455B4BD1}">
      <dgm:prSet/>
      <dgm:spPr/>
      <dgm:t>
        <a:bodyPr/>
        <a:lstStyle/>
        <a:p>
          <a:endParaRPr lang="en-US"/>
        </a:p>
      </dgm:t>
    </dgm:pt>
    <dgm:pt modelId="{05B9E91D-127D-426C-ACED-B74B158B830D}" type="sibTrans" cxnId="{17C5824D-64D3-49A3-A65B-9D33455B4BD1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endParaRPr lang="en-US" b="1"/>
        </a:p>
      </dgm:t>
    </dgm:pt>
    <dgm:pt modelId="{0A7EED6A-377D-4B28-9777-9BCF4DC4A951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Boatowner’s Policy Identification &amp; Coverage Verification</a:t>
          </a:r>
          <a:endParaRPr lang="en-US" b="1" dirty="0">
            <a:solidFill>
              <a:schemeClr val="tx1"/>
            </a:solidFill>
          </a:endParaRPr>
        </a:p>
      </dgm:t>
    </dgm:pt>
    <dgm:pt modelId="{B5EE96DD-A862-440E-859C-6E3F77D6DFF2}" type="parTrans" cxnId="{ADDBECB2-7B45-41AA-86F6-6E942C905AF3}">
      <dgm:prSet/>
      <dgm:spPr/>
      <dgm:t>
        <a:bodyPr/>
        <a:lstStyle/>
        <a:p>
          <a:endParaRPr lang="en-US"/>
        </a:p>
      </dgm:t>
    </dgm:pt>
    <dgm:pt modelId="{A812917C-2788-4676-825C-BC23C8AD46C8}" type="sibTrans" cxnId="{ADDBECB2-7B45-41AA-86F6-6E942C905AF3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endParaRPr lang="en-US" b="1"/>
        </a:p>
      </dgm:t>
    </dgm:pt>
    <dgm:pt modelId="{C03FD22D-9144-43D9-AC63-2AE9ED5B2C25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Loss Investigation</a:t>
          </a:r>
          <a:endParaRPr lang="en-US" b="1" dirty="0">
            <a:solidFill>
              <a:schemeClr val="tx1"/>
            </a:solidFill>
          </a:endParaRPr>
        </a:p>
      </dgm:t>
    </dgm:pt>
    <dgm:pt modelId="{83724062-25BA-4003-A333-71A91FD961C5}" type="parTrans" cxnId="{07DDF934-F3D9-4511-986B-2EF217CA3CA6}">
      <dgm:prSet/>
      <dgm:spPr/>
      <dgm:t>
        <a:bodyPr/>
        <a:lstStyle/>
        <a:p>
          <a:endParaRPr lang="en-US"/>
        </a:p>
      </dgm:t>
    </dgm:pt>
    <dgm:pt modelId="{807C92BB-D39B-4924-AB8B-19F94B226F5E}" type="sibTrans" cxnId="{07DDF934-F3D9-4511-986B-2EF217CA3CA6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endParaRPr lang="en-US" b="1"/>
        </a:p>
      </dgm:t>
    </dgm:pt>
    <dgm:pt modelId="{EBA3EC91-A602-487F-B249-B636C50EC8D8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Claim Documentation</a:t>
          </a:r>
          <a:endParaRPr lang="en-US" b="1" dirty="0">
            <a:solidFill>
              <a:schemeClr val="tx1"/>
            </a:solidFill>
          </a:endParaRPr>
        </a:p>
      </dgm:t>
    </dgm:pt>
    <dgm:pt modelId="{7CBBB5E2-E219-4340-B459-C29092892EC5}" type="parTrans" cxnId="{143C56A9-EEAA-4478-934A-2A022900CC4B}">
      <dgm:prSet/>
      <dgm:spPr/>
      <dgm:t>
        <a:bodyPr/>
        <a:lstStyle/>
        <a:p>
          <a:endParaRPr lang="en-US"/>
        </a:p>
      </dgm:t>
    </dgm:pt>
    <dgm:pt modelId="{CA254834-E5B3-4945-B96C-1580385B3DEF}" type="sibTrans" cxnId="{143C56A9-EEAA-4478-934A-2A022900CC4B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endParaRPr lang="en-US" b="1"/>
        </a:p>
      </dgm:t>
    </dgm:pt>
    <dgm:pt modelId="{389DF543-A29E-4199-BCDD-930AC4F951CE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Determination of amount of damage &amp; Set reserve</a:t>
          </a:r>
          <a:endParaRPr lang="en-US" b="1" dirty="0">
            <a:solidFill>
              <a:schemeClr val="tx1"/>
            </a:solidFill>
          </a:endParaRPr>
        </a:p>
      </dgm:t>
    </dgm:pt>
    <dgm:pt modelId="{E826EED7-EA64-468F-B966-7F3B5EA205CB}" type="parTrans" cxnId="{D4BCAAD2-2D20-41DB-AC37-7CF352DDC5B3}">
      <dgm:prSet/>
      <dgm:spPr/>
      <dgm:t>
        <a:bodyPr/>
        <a:lstStyle/>
        <a:p>
          <a:endParaRPr lang="en-US"/>
        </a:p>
      </dgm:t>
    </dgm:pt>
    <dgm:pt modelId="{893F60AC-FA2D-492D-ABDA-3A20E3E34934}" type="sibTrans" cxnId="{D4BCAAD2-2D20-41DB-AC37-7CF352DDC5B3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endParaRPr lang="en-US" b="1"/>
        </a:p>
      </dgm:t>
    </dgm:pt>
    <dgm:pt modelId="{FCC29B8E-24AD-4CCF-B2EA-1F2DC10BBBDB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Payment</a:t>
          </a:r>
          <a:endParaRPr lang="en-US" b="1" dirty="0">
            <a:solidFill>
              <a:schemeClr val="tx1"/>
            </a:solidFill>
          </a:endParaRPr>
        </a:p>
      </dgm:t>
    </dgm:pt>
    <dgm:pt modelId="{FF4B0EF8-C3CE-40D0-81BB-412FD1B7E949}" type="parTrans" cxnId="{E092228A-4DDE-406E-B5AD-B612596D5266}">
      <dgm:prSet/>
      <dgm:spPr/>
      <dgm:t>
        <a:bodyPr/>
        <a:lstStyle/>
        <a:p>
          <a:endParaRPr lang="en-US"/>
        </a:p>
      </dgm:t>
    </dgm:pt>
    <dgm:pt modelId="{FA17C0CB-FA6B-4284-8A2B-56316DC3585A}" type="sibTrans" cxnId="{E092228A-4DDE-406E-B5AD-B612596D5266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endParaRPr lang="en-US" b="1"/>
        </a:p>
      </dgm:t>
    </dgm:pt>
    <dgm:pt modelId="{8B10586F-3D06-42A1-914E-6A0D9175D274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Recovery &amp; Closure of claim file</a:t>
          </a:r>
          <a:endParaRPr lang="en-US" b="1" dirty="0">
            <a:solidFill>
              <a:schemeClr val="tx1"/>
            </a:solidFill>
          </a:endParaRPr>
        </a:p>
      </dgm:t>
    </dgm:pt>
    <dgm:pt modelId="{372042CA-01F5-493A-8684-D237A94043B4}" type="parTrans" cxnId="{917E12E6-4E32-40D7-BB70-E21CD21423F8}">
      <dgm:prSet/>
      <dgm:spPr/>
      <dgm:t>
        <a:bodyPr/>
        <a:lstStyle/>
        <a:p>
          <a:endParaRPr lang="en-US"/>
        </a:p>
      </dgm:t>
    </dgm:pt>
    <dgm:pt modelId="{AD6EF933-AFFA-4B4E-BAA1-F969B507C4C6}" type="sibTrans" cxnId="{917E12E6-4E32-40D7-BB70-E21CD21423F8}">
      <dgm:prSet/>
      <dgm:spPr/>
      <dgm:t>
        <a:bodyPr/>
        <a:lstStyle/>
        <a:p>
          <a:endParaRPr lang="en-US"/>
        </a:p>
      </dgm:t>
    </dgm:pt>
    <dgm:pt modelId="{F20895F2-A834-4688-B0E7-BC198912972D}" type="pres">
      <dgm:prSet presAssocID="{46CD1817-0477-43C8-8B95-F66E66EC97C7}" presName="Name0" presStyleCnt="0">
        <dgm:presLayoutVars>
          <dgm:dir/>
          <dgm:resizeHandles val="exact"/>
        </dgm:presLayoutVars>
      </dgm:prSet>
      <dgm:spPr/>
    </dgm:pt>
    <dgm:pt modelId="{6E895208-05EC-4559-89C4-9CD16905C9FD}" type="pres">
      <dgm:prSet presAssocID="{5200EE42-4A8E-4DD8-BF61-07C547219BA7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C8BE89-CE6D-42D8-B7E9-AC45E62F2BE1}" type="pres">
      <dgm:prSet presAssocID="{05B9E91D-127D-426C-ACED-B74B158B830D}" presName="sibTrans" presStyleLbl="sibTrans2D1" presStyleIdx="0" presStyleCnt="6"/>
      <dgm:spPr/>
      <dgm:t>
        <a:bodyPr/>
        <a:lstStyle/>
        <a:p>
          <a:endParaRPr lang="en-US"/>
        </a:p>
      </dgm:t>
    </dgm:pt>
    <dgm:pt modelId="{7ADAD459-B720-4F5E-9145-CE49A44E2E88}" type="pres">
      <dgm:prSet presAssocID="{05B9E91D-127D-426C-ACED-B74B158B830D}" presName="connectorText" presStyleLbl="sibTrans2D1" presStyleIdx="0" presStyleCnt="6"/>
      <dgm:spPr/>
      <dgm:t>
        <a:bodyPr/>
        <a:lstStyle/>
        <a:p>
          <a:endParaRPr lang="en-US"/>
        </a:p>
      </dgm:t>
    </dgm:pt>
    <dgm:pt modelId="{1843B830-9A37-4EF7-B884-F5F11FD209E9}" type="pres">
      <dgm:prSet presAssocID="{0A7EED6A-377D-4B28-9777-9BCF4DC4A951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50026B-6D6D-43D7-BECC-BF97AAC7DCC1}" type="pres">
      <dgm:prSet presAssocID="{A812917C-2788-4676-825C-BC23C8AD46C8}" presName="sibTrans" presStyleLbl="sibTrans2D1" presStyleIdx="1" presStyleCnt="6"/>
      <dgm:spPr/>
      <dgm:t>
        <a:bodyPr/>
        <a:lstStyle/>
        <a:p>
          <a:endParaRPr lang="en-US"/>
        </a:p>
      </dgm:t>
    </dgm:pt>
    <dgm:pt modelId="{EFD107D5-782C-4E67-A2AF-709F8EBBEA2A}" type="pres">
      <dgm:prSet presAssocID="{A812917C-2788-4676-825C-BC23C8AD46C8}" presName="connectorText" presStyleLbl="sibTrans2D1" presStyleIdx="1" presStyleCnt="6"/>
      <dgm:spPr/>
      <dgm:t>
        <a:bodyPr/>
        <a:lstStyle/>
        <a:p>
          <a:endParaRPr lang="en-US"/>
        </a:p>
      </dgm:t>
    </dgm:pt>
    <dgm:pt modelId="{CAED8EAE-FA2C-4D18-ACAE-2B7ECCE1F166}" type="pres">
      <dgm:prSet presAssocID="{C03FD22D-9144-43D9-AC63-2AE9ED5B2C25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E12DAA-E15C-45DD-B07D-966465CA6990}" type="pres">
      <dgm:prSet presAssocID="{807C92BB-D39B-4924-AB8B-19F94B226F5E}" presName="sibTrans" presStyleLbl="sibTrans2D1" presStyleIdx="2" presStyleCnt="6"/>
      <dgm:spPr/>
      <dgm:t>
        <a:bodyPr/>
        <a:lstStyle/>
        <a:p>
          <a:endParaRPr lang="en-US"/>
        </a:p>
      </dgm:t>
    </dgm:pt>
    <dgm:pt modelId="{F7E575C7-6493-47B8-8A2C-93D803109A20}" type="pres">
      <dgm:prSet presAssocID="{807C92BB-D39B-4924-AB8B-19F94B226F5E}" presName="connectorText" presStyleLbl="sibTrans2D1" presStyleIdx="2" presStyleCnt="6"/>
      <dgm:spPr/>
      <dgm:t>
        <a:bodyPr/>
        <a:lstStyle/>
        <a:p>
          <a:endParaRPr lang="en-US"/>
        </a:p>
      </dgm:t>
    </dgm:pt>
    <dgm:pt modelId="{A209EBB2-4E7F-45B2-AD0D-38142111C0FE}" type="pres">
      <dgm:prSet presAssocID="{EBA3EC91-A602-487F-B249-B636C50EC8D8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B167CF-9DEC-4ACC-8C42-0B4AC9E56AD2}" type="pres">
      <dgm:prSet presAssocID="{CA254834-E5B3-4945-B96C-1580385B3DEF}" presName="sibTrans" presStyleLbl="sibTrans2D1" presStyleIdx="3" presStyleCnt="6"/>
      <dgm:spPr/>
      <dgm:t>
        <a:bodyPr/>
        <a:lstStyle/>
        <a:p>
          <a:endParaRPr lang="en-US"/>
        </a:p>
      </dgm:t>
    </dgm:pt>
    <dgm:pt modelId="{C0DE1EDF-9A77-4A0B-9183-BEB8F6FCCD84}" type="pres">
      <dgm:prSet presAssocID="{CA254834-E5B3-4945-B96C-1580385B3DEF}" presName="connectorText" presStyleLbl="sibTrans2D1" presStyleIdx="3" presStyleCnt="6"/>
      <dgm:spPr/>
      <dgm:t>
        <a:bodyPr/>
        <a:lstStyle/>
        <a:p>
          <a:endParaRPr lang="en-US"/>
        </a:p>
      </dgm:t>
    </dgm:pt>
    <dgm:pt modelId="{4F93F0B7-38DF-4301-8131-45FFBF7A6468}" type="pres">
      <dgm:prSet presAssocID="{389DF543-A29E-4199-BCDD-930AC4F951CE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BCED77-F524-4ED7-B72B-376EC2948D22}" type="pres">
      <dgm:prSet presAssocID="{893F60AC-FA2D-492D-ABDA-3A20E3E34934}" presName="sibTrans" presStyleLbl="sibTrans2D1" presStyleIdx="4" presStyleCnt="6"/>
      <dgm:spPr/>
      <dgm:t>
        <a:bodyPr/>
        <a:lstStyle/>
        <a:p>
          <a:endParaRPr lang="en-US"/>
        </a:p>
      </dgm:t>
    </dgm:pt>
    <dgm:pt modelId="{7D80B0BF-A49E-44B6-BA79-0B5056E3A539}" type="pres">
      <dgm:prSet presAssocID="{893F60AC-FA2D-492D-ABDA-3A20E3E34934}" presName="connectorText" presStyleLbl="sibTrans2D1" presStyleIdx="4" presStyleCnt="6"/>
      <dgm:spPr/>
      <dgm:t>
        <a:bodyPr/>
        <a:lstStyle/>
        <a:p>
          <a:endParaRPr lang="en-US"/>
        </a:p>
      </dgm:t>
    </dgm:pt>
    <dgm:pt modelId="{1A9710F1-452E-4507-8542-2E1EBDDE45C0}" type="pres">
      <dgm:prSet presAssocID="{FCC29B8E-24AD-4CCF-B2EA-1F2DC10BBBDB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4E9AF2-C868-452B-9180-FCD63D51FC54}" type="pres">
      <dgm:prSet presAssocID="{FA17C0CB-FA6B-4284-8A2B-56316DC3585A}" presName="sibTrans" presStyleLbl="sibTrans2D1" presStyleIdx="5" presStyleCnt="6"/>
      <dgm:spPr/>
      <dgm:t>
        <a:bodyPr/>
        <a:lstStyle/>
        <a:p>
          <a:endParaRPr lang="en-US"/>
        </a:p>
      </dgm:t>
    </dgm:pt>
    <dgm:pt modelId="{AF5548F3-7204-4639-9BEE-6A5CBC536811}" type="pres">
      <dgm:prSet presAssocID="{FA17C0CB-FA6B-4284-8A2B-56316DC3585A}" presName="connectorText" presStyleLbl="sibTrans2D1" presStyleIdx="5" presStyleCnt="6"/>
      <dgm:spPr/>
      <dgm:t>
        <a:bodyPr/>
        <a:lstStyle/>
        <a:p>
          <a:endParaRPr lang="en-US"/>
        </a:p>
      </dgm:t>
    </dgm:pt>
    <dgm:pt modelId="{56853B89-221F-4DC3-A2CA-5D40EE600C4B}" type="pres">
      <dgm:prSet presAssocID="{8B10586F-3D06-42A1-914E-6A0D9175D274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DDBECB2-7B45-41AA-86F6-6E942C905AF3}" srcId="{46CD1817-0477-43C8-8B95-F66E66EC97C7}" destId="{0A7EED6A-377D-4B28-9777-9BCF4DC4A951}" srcOrd="1" destOrd="0" parTransId="{B5EE96DD-A862-440E-859C-6E3F77D6DFF2}" sibTransId="{A812917C-2788-4676-825C-BC23C8AD46C8}"/>
    <dgm:cxn modelId="{BE4ED5B3-324E-4153-8291-2F365463AEA9}" type="presOf" srcId="{FA17C0CB-FA6B-4284-8A2B-56316DC3585A}" destId="{434E9AF2-C868-452B-9180-FCD63D51FC54}" srcOrd="0" destOrd="0" presId="urn:microsoft.com/office/officeart/2005/8/layout/process1"/>
    <dgm:cxn modelId="{6B1ACE36-3D54-414D-A9B0-DD5EC3957D56}" type="presOf" srcId="{05B9E91D-127D-426C-ACED-B74B158B830D}" destId="{49C8BE89-CE6D-42D8-B7E9-AC45E62F2BE1}" srcOrd="0" destOrd="0" presId="urn:microsoft.com/office/officeart/2005/8/layout/process1"/>
    <dgm:cxn modelId="{D4BCAAD2-2D20-41DB-AC37-7CF352DDC5B3}" srcId="{46CD1817-0477-43C8-8B95-F66E66EC97C7}" destId="{389DF543-A29E-4199-BCDD-930AC4F951CE}" srcOrd="4" destOrd="0" parTransId="{E826EED7-EA64-468F-B966-7F3B5EA205CB}" sibTransId="{893F60AC-FA2D-492D-ABDA-3A20E3E34934}"/>
    <dgm:cxn modelId="{1FC28BF1-00D8-4A38-9055-8FB8EDF426A7}" type="presOf" srcId="{807C92BB-D39B-4924-AB8B-19F94B226F5E}" destId="{F7E575C7-6493-47B8-8A2C-93D803109A20}" srcOrd="1" destOrd="0" presId="urn:microsoft.com/office/officeart/2005/8/layout/process1"/>
    <dgm:cxn modelId="{75DDE5BB-F5B3-4F5D-B958-AC8228FF8BBF}" type="presOf" srcId="{05B9E91D-127D-426C-ACED-B74B158B830D}" destId="{7ADAD459-B720-4F5E-9145-CE49A44E2E88}" srcOrd="1" destOrd="0" presId="urn:microsoft.com/office/officeart/2005/8/layout/process1"/>
    <dgm:cxn modelId="{6EB7F3F8-4732-4248-AE5D-A2D286C703F6}" type="presOf" srcId="{FA17C0CB-FA6B-4284-8A2B-56316DC3585A}" destId="{AF5548F3-7204-4639-9BEE-6A5CBC536811}" srcOrd="1" destOrd="0" presId="urn:microsoft.com/office/officeart/2005/8/layout/process1"/>
    <dgm:cxn modelId="{1060BE4C-EA4C-45C0-BFDB-7127B73CBC5A}" type="presOf" srcId="{FCC29B8E-24AD-4CCF-B2EA-1F2DC10BBBDB}" destId="{1A9710F1-452E-4507-8542-2E1EBDDE45C0}" srcOrd="0" destOrd="0" presId="urn:microsoft.com/office/officeart/2005/8/layout/process1"/>
    <dgm:cxn modelId="{143C56A9-EEAA-4478-934A-2A022900CC4B}" srcId="{46CD1817-0477-43C8-8B95-F66E66EC97C7}" destId="{EBA3EC91-A602-487F-B249-B636C50EC8D8}" srcOrd="3" destOrd="0" parTransId="{7CBBB5E2-E219-4340-B459-C29092892EC5}" sibTransId="{CA254834-E5B3-4945-B96C-1580385B3DEF}"/>
    <dgm:cxn modelId="{24FE66AD-B40C-4B5F-9A80-CF3D0260A66E}" type="presOf" srcId="{CA254834-E5B3-4945-B96C-1580385B3DEF}" destId="{36B167CF-9DEC-4ACC-8C42-0B4AC9E56AD2}" srcOrd="0" destOrd="0" presId="urn:microsoft.com/office/officeart/2005/8/layout/process1"/>
    <dgm:cxn modelId="{D7B2EC16-9415-475D-B847-92F94F799F89}" type="presOf" srcId="{389DF543-A29E-4199-BCDD-930AC4F951CE}" destId="{4F93F0B7-38DF-4301-8131-45FFBF7A6468}" srcOrd="0" destOrd="0" presId="urn:microsoft.com/office/officeart/2005/8/layout/process1"/>
    <dgm:cxn modelId="{144229AD-05F1-4432-8F20-831270A1D5D6}" type="presOf" srcId="{8B10586F-3D06-42A1-914E-6A0D9175D274}" destId="{56853B89-221F-4DC3-A2CA-5D40EE600C4B}" srcOrd="0" destOrd="0" presId="urn:microsoft.com/office/officeart/2005/8/layout/process1"/>
    <dgm:cxn modelId="{C52E1DD4-77FC-410D-9151-6A9CBBA27CA1}" type="presOf" srcId="{CA254834-E5B3-4945-B96C-1580385B3DEF}" destId="{C0DE1EDF-9A77-4A0B-9183-BEB8F6FCCD84}" srcOrd="1" destOrd="0" presId="urn:microsoft.com/office/officeart/2005/8/layout/process1"/>
    <dgm:cxn modelId="{CEF3AE24-C087-4C89-98F6-84EEA43A358D}" type="presOf" srcId="{0A7EED6A-377D-4B28-9777-9BCF4DC4A951}" destId="{1843B830-9A37-4EF7-B884-F5F11FD209E9}" srcOrd="0" destOrd="0" presId="urn:microsoft.com/office/officeart/2005/8/layout/process1"/>
    <dgm:cxn modelId="{49BF8DAD-AF5A-4AC8-BE90-871A42FD00A1}" type="presOf" srcId="{46CD1817-0477-43C8-8B95-F66E66EC97C7}" destId="{F20895F2-A834-4688-B0E7-BC198912972D}" srcOrd="0" destOrd="0" presId="urn:microsoft.com/office/officeart/2005/8/layout/process1"/>
    <dgm:cxn modelId="{CA2CF8B2-A6D3-4FB2-A286-AD04C2DD9C08}" type="presOf" srcId="{C03FD22D-9144-43D9-AC63-2AE9ED5B2C25}" destId="{CAED8EAE-FA2C-4D18-ACAE-2B7ECCE1F166}" srcOrd="0" destOrd="0" presId="urn:microsoft.com/office/officeart/2005/8/layout/process1"/>
    <dgm:cxn modelId="{307D2768-0846-4EF2-A2A5-48DDE61006B4}" type="presOf" srcId="{A812917C-2788-4676-825C-BC23C8AD46C8}" destId="{D650026B-6D6D-43D7-BECC-BF97AAC7DCC1}" srcOrd="0" destOrd="0" presId="urn:microsoft.com/office/officeart/2005/8/layout/process1"/>
    <dgm:cxn modelId="{07DDF934-F3D9-4511-986B-2EF217CA3CA6}" srcId="{46CD1817-0477-43C8-8B95-F66E66EC97C7}" destId="{C03FD22D-9144-43D9-AC63-2AE9ED5B2C25}" srcOrd="2" destOrd="0" parTransId="{83724062-25BA-4003-A333-71A91FD961C5}" sibTransId="{807C92BB-D39B-4924-AB8B-19F94B226F5E}"/>
    <dgm:cxn modelId="{D8BC2ACA-59A3-4E50-9C48-61059B0E4F24}" type="presOf" srcId="{5200EE42-4A8E-4DD8-BF61-07C547219BA7}" destId="{6E895208-05EC-4559-89C4-9CD16905C9FD}" srcOrd="0" destOrd="0" presId="urn:microsoft.com/office/officeart/2005/8/layout/process1"/>
    <dgm:cxn modelId="{E092228A-4DDE-406E-B5AD-B612596D5266}" srcId="{46CD1817-0477-43C8-8B95-F66E66EC97C7}" destId="{FCC29B8E-24AD-4CCF-B2EA-1F2DC10BBBDB}" srcOrd="5" destOrd="0" parTransId="{FF4B0EF8-C3CE-40D0-81BB-412FD1B7E949}" sibTransId="{FA17C0CB-FA6B-4284-8A2B-56316DC3585A}"/>
    <dgm:cxn modelId="{217FBA35-CF2B-4901-B860-A3379787F125}" type="presOf" srcId="{A812917C-2788-4676-825C-BC23C8AD46C8}" destId="{EFD107D5-782C-4E67-A2AF-709F8EBBEA2A}" srcOrd="1" destOrd="0" presId="urn:microsoft.com/office/officeart/2005/8/layout/process1"/>
    <dgm:cxn modelId="{ABAE2CE1-A43E-4789-83EF-7FCC21897658}" type="presOf" srcId="{807C92BB-D39B-4924-AB8B-19F94B226F5E}" destId="{54E12DAA-E15C-45DD-B07D-966465CA6990}" srcOrd="0" destOrd="0" presId="urn:microsoft.com/office/officeart/2005/8/layout/process1"/>
    <dgm:cxn modelId="{917E12E6-4E32-40D7-BB70-E21CD21423F8}" srcId="{46CD1817-0477-43C8-8B95-F66E66EC97C7}" destId="{8B10586F-3D06-42A1-914E-6A0D9175D274}" srcOrd="6" destOrd="0" parTransId="{372042CA-01F5-493A-8684-D237A94043B4}" sibTransId="{AD6EF933-AFFA-4B4E-BAA1-F969B507C4C6}"/>
    <dgm:cxn modelId="{8F858618-5968-4731-985B-2168477FB8ED}" type="presOf" srcId="{893F60AC-FA2D-492D-ABDA-3A20E3E34934}" destId="{70BCED77-F524-4ED7-B72B-376EC2948D22}" srcOrd="0" destOrd="0" presId="urn:microsoft.com/office/officeart/2005/8/layout/process1"/>
    <dgm:cxn modelId="{17C5824D-64D3-49A3-A65B-9D33455B4BD1}" srcId="{46CD1817-0477-43C8-8B95-F66E66EC97C7}" destId="{5200EE42-4A8E-4DD8-BF61-07C547219BA7}" srcOrd="0" destOrd="0" parTransId="{C74382B7-1707-4781-97BC-1404C1ED45D8}" sibTransId="{05B9E91D-127D-426C-ACED-B74B158B830D}"/>
    <dgm:cxn modelId="{D0557954-4C93-4A43-9820-E9696F552747}" type="presOf" srcId="{893F60AC-FA2D-492D-ABDA-3A20E3E34934}" destId="{7D80B0BF-A49E-44B6-BA79-0B5056E3A539}" srcOrd="1" destOrd="0" presId="urn:microsoft.com/office/officeart/2005/8/layout/process1"/>
    <dgm:cxn modelId="{4FFFF324-1DED-422D-880F-0B3DFD23EE34}" type="presOf" srcId="{EBA3EC91-A602-487F-B249-B636C50EC8D8}" destId="{A209EBB2-4E7F-45B2-AD0D-38142111C0FE}" srcOrd="0" destOrd="0" presId="urn:microsoft.com/office/officeart/2005/8/layout/process1"/>
    <dgm:cxn modelId="{F717B9F8-FA47-45E3-9A93-61576B6A5D5C}" type="presParOf" srcId="{F20895F2-A834-4688-B0E7-BC198912972D}" destId="{6E895208-05EC-4559-89C4-9CD16905C9FD}" srcOrd="0" destOrd="0" presId="urn:microsoft.com/office/officeart/2005/8/layout/process1"/>
    <dgm:cxn modelId="{9D8C3AC8-0A84-4D8C-B171-9A2015065CEC}" type="presParOf" srcId="{F20895F2-A834-4688-B0E7-BC198912972D}" destId="{49C8BE89-CE6D-42D8-B7E9-AC45E62F2BE1}" srcOrd="1" destOrd="0" presId="urn:microsoft.com/office/officeart/2005/8/layout/process1"/>
    <dgm:cxn modelId="{95555216-4DCF-492E-8C0B-E78425229458}" type="presParOf" srcId="{49C8BE89-CE6D-42D8-B7E9-AC45E62F2BE1}" destId="{7ADAD459-B720-4F5E-9145-CE49A44E2E88}" srcOrd="0" destOrd="0" presId="urn:microsoft.com/office/officeart/2005/8/layout/process1"/>
    <dgm:cxn modelId="{CD1E99ED-5FED-4BCC-8ABA-022E1D7597FC}" type="presParOf" srcId="{F20895F2-A834-4688-B0E7-BC198912972D}" destId="{1843B830-9A37-4EF7-B884-F5F11FD209E9}" srcOrd="2" destOrd="0" presId="urn:microsoft.com/office/officeart/2005/8/layout/process1"/>
    <dgm:cxn modelId="{335CCB2F-438F-434F-92EA-3C30347754AF}" type="presParOf" srcId="{F20895F2-A834-4688-B0E7-BC198912972D}" destId="{D650026B-6D6D-43D7-BECC-BF97AAC7DCC1}" srcOrd="3" destOrd="0" presId="urn:microsoft.com/office/officeart/2005/8/layout/process1"/>
    <dgm:cxn modelId="{70CD93D0-883D-4B7B-8320-58A5AE366CE3}" type="presParOf" srcId="{D650026B-6D6D-43D7-BECC-BF97AAC7DCC1}" destId="{EFD107D5-782C-4E67-A2AF-709F8EBBEA2A}" srcOrd="0" destOrd="0" presId="urn:microsoft.com/office/officeart/2005/8/layout/process1"/>
    <dgm:cxn modelId="{CAEF7B33-0E06-417A-94B3-E8C27111133E}" type="presParOf" srcId="{F20895F2-A834-4688-B0E7-BC198912972D}" destId="{CAED8EAE-FA2C-4D18-ACAE-2B7ECCE1F166}" srcOrd="4" destOrd="0" presId="urn:microsoft.com/office/officeart/2005/8/layout/process1"/>
    <dgm:cxn modelId="{A84E9586-6054-43BB-B9E5-FC0A54530933}" type="presParOf" srcId="{F20895F2-A834-4688-B0E7-BC198912972D}" destId="{54E12DAA-E15C-45DD-B07D-966465CA6990}" srcOrd="5" destOrd="0" presId="urn:microsoft.com/office/officeart/2005/8/layout/process1"/>
    <dgm:cxn modelId="{4B4E0B74-429E-44A2-8C92-40B74D460D4B}" type="presParOf" srcId="{54E12DAA-E15C-45DD-B07D-966465CA6990}" destId="{F7E575C7-6493-47B8-8A2C-93D803109A20}" srcOrd="0" destOrd="0" presId="urn:microsoft.com/office/officeart/2005/8/layout/process1"/>
    <dgm:cxn modelId="{D9E76830-35D0-451D-8B3A-7BB7E39FF822}" type="presParOf" srcId="{F20895F2-A834-4688-B0E7-BC198912972D}" destId="{A209EBB2-4E7F-45B2-AD0D-38142111C0FE}" srcOrd="6" destOrd="0" presId="urn:microsoft.com/office/officeart/2005/8/layout/process1"/>
    <dgm:cxn modelId="{3773DA8E-22B3-4728-B458-3D8B6D75B7E9}" type="presParOf" srcId="{F20895F2-A834-4688-B0E7-BC198912972D}" destId="{36B167CF-9DEC-4ACC-8C42-0B4AC9E56AD2}" srcOrd="7" destOrd="0" presId="urn:microsoft.com/office/officeart/2005/8/layout/process1"/>
    <dgm:cxn modelId="{50A2BE53-CE8B-472A-85BE-E734A4249413}" type="presParOf" srcId="{36B167CF-9DEC-4ACC-8C42-0B4AC9E56AD2}" destId="{C0DE1EDF-9A77-4A0B-9183-BEB8F6FCCD84}" srcOrd="0" destOrd="0" presId="urn:microsoft.com/office/officeart/2005/8/layout/process1"/>
    <dgm:cxn modelId="{883BD63F-F109-45FC-96A2-0102F8AF01FC}" type="presParOf" srcId="{F20895F2-A834-4688-B0E7-BC198912972D}" destId="{4F93F0B7-38DF-4301-8131-45FFBF7A6468}" srcOrd="8" destOrd="0" presId="urn:microsoft.com/office/officeart/2005/8/layout/process1"/>
    <dgm:cxn modelId="{46DD2AC2-86D1-4C55-8333-CAD730CB0388}" type="presParOf" srcId="{F20895F2-A834-4688-B0E7-BC198912972D}" destId="{70BCED77-F524-4ED7-B72B-376EC2948D22}" srcOrd="9" destOrd="0" presId="urn:microsoft.com/office/officeart/2005/8/layout/process1"/>
    <dgm:cxn modelId="{978B246B-F1F4-4E87-B522-1A9686ACA141}" type="presParOf" srcId="{70BCED77-F524-4ED7-B72B-376EC2948D22}" destId="{7D80B0BF-A49E-44B6-BA79-0B5056E3A539}" srcOrd="0" destOrd="0" presId="urn:microsoft.com/office/officeart/2005/8/layout/process1"/>
    <dgm:cxn modelId="{5E0EC1CF-B574-4D6A-92E0-EF6B10F57875}" type="presParOf" srcId="{F20895F2-A834-4688-B0E7-BC198912972D}" destId="{1A9710F1-452E-4507-8542-2E1EBDDE45C0}" srcOrd="10" destOrd="0" presId="urn:microsoft.com/office/officeart/2005/8/layout/process1"/>
    <dgm:cxn modelId="{0A933F0A-2F68-472E-A945-2358937804A1}" type="presParOf" srcId="{F20895F2-A834-4688-B0E7-BC198912972D}" destId="{434E9AF2-C868-452B-9180-FCD63D51FC54}" srcOrd="11" destOrd="0" presId="urn:microsoft.com/office/officeart/2005/8/layout/process1"/>
    <dgm:cxn modelId="{9CDE6E8A-4D7E-422F-97FC-1F80E3879674}" type="presParOf" srcId="{434E9AF2-C868-452B-9180-FCD63D51FC54}" destId="{AF5548F3-7204-4639-9BEE-6A5CBC536811}" srcOrd="0" destOrd="0" presId="urn:microsoft.com/office/officeart/2005/8/layout/process1"/>
    <dgm:cxn modelId="{32C0AC05-53F4-4D91-9130-EE1CA8005CD5}" type="presParOf" srcId="{F20895F2-A834-4688-B0E7-BC198912972D}" destId="{56853B89-221F-4DC3-A2CA-5D40EE600C4B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895208-05EC-4559-89C4-9CD16905C9FD}">
      <dsp:nvSpPr>
        <dsp:cNvPr id="0" name=""/>
        <dsp:cNvSpPr/>
      </dsp:nvSpPr>
      <dsp:spPr>
        <a:xfrm>
          <a:off x="3304" y="118231"/>
          <a:ext cx="1251561" cy="1102938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>
              <a:solidFill>
                <a:schemeClr val="tx1"/>
              </a:solidFill>
            </a:rPr>
            <a:t>Claim Intake (FNOL)</a:t>
          </a:r>
          <a:endParaRPr lang="en-US" sz="1300" b="1" kern="1200" dirty="0">
            <a:solidFill>
              <a:schemeClr val="tx1"/>
            </a:solidFill>
          </a:endParaRPr>
        </a:p>
      </dsp:txBody>
      <dsp:txXfrm>
        <a:off x="35608" y="150535"/>
        <a:ext cx="1186953" cy="1038330"/>
      </dsp:txXfrm>
    </dsp:sp>
    <dsp:sp modelId="{49C8BE89-CE6D-42D8-B7E9-AC45E62F2BE1}">
      <dsp:nvSpPr>
        <dsp:cNvPr id="0" name=""/>
        <dsp:cNvSpPr/>
      </dsp:nvSpPr>
      <dsp:spPr>
        <a:xfrm>
          <a:off x="1380022" y="514507"/>
          <a:ext cx="265331" cy="3103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b="1" kern="1200"/>
        </a:p>
      </dsp:txBody>
      <dsp:txXfrm>
        <a:off x="1380022" y="576584"/>
        <a:ext cx="185732" cy="186233"/>
      </dsp:txXfrm>
    </dsp:sp>
    <dsp:sp modelId="{1843B830-9A37-4EF7-B884-F5F11FD209E9}">
      <dsp:nvSpPr>
        <dsp:cNvPr id="0" name=""/>
        <dsp:cNvSpPr/>
      </dsp:nvSpPr>
      <dsp:spPr>
        <a:xfrm>
          <a:off x="1755491" y="118231"/>
          <a:ext cx="1251561" cy="1102938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>
              <a:solidFill>
                <a:schemeClr val="tx1"/>
              </a:solidFill>
            </a:rPr>
            <a:t>Boatowner’s Policy Identification &amp; Coverage Verification</a:t>
          </a:r>
          <a:endParaRPr lang="en-US" sz="1300" b="1" kern="1200" dirty="0">
            <a:solidFill>
              <a:schemeClr val="tx1"/>
            </a:solidFill>
          </a:endParaRPr>
        </a:p>
      </dsp:txBody>
      <dsp:txXfrm>
        <a:off x="1787795" y="150535"/>
        <a:ext cx="1186953" cy="1038330"/>
      </dsp:txXfrm>
    </dsp:sp>
    <dsp:sp modelId="{D650026B-6D6D-43D7-BECC-BF97AAC7DCC1}">
      <dsp:nvSpPr>
        <dsp:cNvPr id="0" name=""/>
        <dsp:cNvSpPr/>
      </dsp:nvSpPr>
      <dsp:spPr>
        <a:xfrm>
          <a:off x="3132209" y="514507"/>
          <a:ext cx="265331" cy="3103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b="1" kern="1200"/>
        </a:p>
      </dsp:txBody>
      <dsp:txXfrm>
        <a:off x="3132209" y="576584"/>
        <a:ext cx="185732" cy="186233"/>
      </dsp:txXfrm>
    </dsp:sp>
    <dsp:sp modelId="{CAED8EAE-FA2C-4D18-ACAE-2B7ECCE1F166}">
      <dsp:nvSpPr>
        <dsp:cNvPr id="0" name=""/>
        <dsp:cNvSpPr/>
      </dsp:nvSpPr>
      <dsp:spPr>
        <a:xfrm>
          <a:off x="3507677" y="118231"/>
          <a:ext cx="1251561" cy="1102938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>
              <a:solidFill>
                <a:schemeClr val="tx1"/>
              </a:solidFill>
            </a:rPr>
            <a:t>Loss Investigation</a:t>
          </a:r>
          <a:endParaRPr lang="en-US" sz="1300" b="1" kern="1200" dirty="0">
            <a:solidFill>
              <a:schemeClr val="tx1"/>
            </a:solidFill>
          </a:endParaRPr>
        </a:p>
      </dsp:txBody>
      <dsp:txXfrm>
        <a:off x="3539981" y="150535"/>
        <a:ext cx="1186953" cy="1038330"/>
      </dsp:txXfrm>
    </dsp:sp>
    <dsp:sp modelId="{54E12DAA-E15C-45DD-B07D-966465CA6990}">
      <dsp:nvSpPr>
        <dsp:cNvPr id="0" name=""/>
        <dsp:cNvSpPr/>
      </dsp:nvSpPr>
      <dsp:spPr>
        <a:xfrm>
          <a:off x="4884395" y="514507"/>
          <a:ext cx="265331" cy="3103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b="1" kern="1200"/>
        </a:p>
      </dsp:txBody>
      <dsp:txXfrm>
        <a:off x="4884395" y="576584"/>
        <a:ext cx="185732" cy="186233"/>
      </dsp:txXfrm>
    </dsp:sp>
    <dsp:sp modelId="{A209EBB2-4E7F-45B2-AD0D-38142111C0FE}">
      <dsp:nvSpPr>
        <dsp:cNvPr id="0" name=""/>
        <dsp:cNvSpPr/>
      </dsp:nvSpPr>
      <dsp:spPr>
        <a:xfrm>
          <a:off x="5259864" y="118231"/>
          <a:ext cx="1251561" cy="1102938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>
              <a:solidFill>
                <a:schemeClr val="tx1"/>
              </a:solidFill>
            </a:rPr>
            <a:t>Claim Documentation</a:t>
          </a:r>
          <a:endParaRPr lang="en-US" sz="1300" b="1" kern="1200" dirty="0">
            <a:solidFill>
              <a:schemeClr val="tx1"/>
            </a:solidFill>
          </a:endParaRPr>
        </a:p>
      </dsp:txBody>
      <dsp:txXfrm>
        <a:off x="5292168" y="150535"/>
        <a:ext cx="1186953" cy="1038330"/>
      </dsp:txXfrm>
    </dsp:sp>
    <dsp:sp modelId="{36B167CF-9DEC-4ACC-8C42-0B4AC9E56AD2}">
      <dsp:nvSpPr>
        <dsp:cNvPr id="0" name=""/>
        <dsp:cNvSpPr/>
      </dsp:nvSpPr>
      <dsp:spPr>
        <a:xfrm>
          <a:off x="6636582" y="514507"/>
          <a:ext cx="265331" cy="3103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b="1" kern="1200"/>
        </a:p>
      </dsp:txBody>
      <dsp:txXfrm>
        <a:off x="6636582" y="576584"/>
        <a:ext cx="185732" cy="186233"/>
      </dsp:txXfrm>
    </dsp:sp>
    <dsp:sp modelId="{4F93F0B7-38DF-4301-8131-45FFBF7A6468}">
      <dsp:nvSpPr>
        <dsp:cNvPr id="0" name=""/>
        <dsp:cNvSpPr/>
      </dsp:nvSpPr>
      <dsp:spPr>
        <a:xfrm>
          <a:off x="7012050" y="118231"/>
          <a:ext cx="1251561" cy="1102938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>
              <a:solidFill>
                <a:schemeClr val="tx1"/>
              </a:solidFill>
            </a:rPr>
            <a:t>Determination of amount of damage &amp; Set reserve</a:t>
          </a:r>
          <a:endParaRPr lang="en-US" sz="1300" b="1" kern="1200" dirty="0">
            <a:solidFill>
              <a:schemeClr val="tx1"/>
            </a:solidFill>
          </a:endParaRPr>
        </a:p>
      </dsp:txBody>
      <dsp:txXfrm>
        <a:off x="7044354" y="150535"/>
        <a:ext cx="1186953" cy="1038330"/>
      </dsp:txXfrm>
    </dsp:sp>
    <dsp:sp modelId="{70BCED77-F524-4ED7-B72B-376EC2948D22}">
      <dsp:nvSpPr>
        <dsp:cNvPr id="0" name=""/>
        <dsp:cNvSpPr/>
      </dsp:nvSpPr>
      <dsp:spPr>
        <a:xfrm>
          <a:off x="8388768" y="514507"/>
          <a:ext cx="265331" cy="3103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b="1" kern="1200"/>
        </a:p>
      </dsp:txBody>
      <dsp:txXfrm>
        <a:off x="8388768" y="576584"/>
        <a:ext cx="185732" cy="186233"/>
      </dsp:txXfrm>
    </dsp:sp>
    <dsp:sp modelId="{1A9710F1-452E-4507-8542-2E1EBDDE45C0}">
      <dsp:nvSpPr>
        <dsp:cNvPr id="0" name=""/>
        <dsp:cNvSpPr/>
      </dsp:nvSpPr>
      <dsp:spPr>
        <a:xfrm>
          <a:off x="8764236" y="118231"/>
          <a:ext cx="1251561" cy="1102938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>
              <a:solidFill>
                <a:schemeClr val="tx1"/>
              </a:solidFill>
            </a:rPr>
            <a:t>Payment</a:t>
          </a:r>
          <a:endParaRPr lang="en-US" sz="1300" b="1" kern="1200" dirty="0">
            <a:solidFill>
              <a:schemeClr val="tx1"/>
            </a:solidFill>
          </a:endParaRPr>
        </a:p>
      </dsp:txBody>
      <dsp:txXfrm>
        <a:off x="8796540" y="150535"/>
        <a:ext cx="1186953" cy="1038330"/>
      </dsp:txXfrm>
    </dsp:sp>
    <dsp:sp modelId="{434E9AF2-C868-452B-9180-FCD63D51FC54}">
      <dsp:nvSpPr>
        <dsp:cNvPr id="0" name=""/>
        <dsp:cNvSpPr/>
      </dsp:nvSpPr>
      <dsp:spPr>
        <a:xfrm>
          <a:off x="10140954" y="514507"/>
          <a:ext cx="265331" cy="3103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b="1" kern="1200"/>
        </a:p>
      </dsp:txBody>
      <dsp:txXfrm>
        <a:off x="10140954" y="576584"/>
        <a:ext cx="185732" cy="186233"/>
      </dsp:txXfrm>
    </dsp:sp>
    <dsp:sp modelId="{56853B89-221F-4DC3-A2CA-5D40EE600C4B}">
      <dsp:nvSpPr>
        <dsp:cNvPr id="0" name=""/>
        <dsp:cNvSpPr/>
      </dsp:nvSpPr>
      <dsp:spPr>
        <a:xfrm>
          <a:off x="10516423" y="118231"/>
          <a:ext cx="1251561" cy="1102938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>
              <a:solidFill>
                <a:schemeClr val="tx1"/>
              </a:solidFill>
            </a:rPr>
            <a:t>Recovery &amp; Closure of claim file</a:t>
          </a:r>
          <a:endParaRPr lang="en-US" sz="1300" b="1" kern="1200" dirty="0">
            <a:solidFill>
              <a:schemeClr val="tx1"/>
            </a:solidFill>
          </a:endParaRPr>
        </a:p>
      </dsp:txBody>
      <dsp:txXfrm>
        <a:off x="10548727" y="150535"/>
        <a:ext cx="1186953" cy="10383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194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85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365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349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279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344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95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822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837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472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9639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555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728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921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8613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343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6371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6306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0856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0234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8506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10559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5430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1237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963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1318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9876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3251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0591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6684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5405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1742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8670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830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954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17379-E15D-43D7-8DD4-BE75005E8D2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DC166-D086-4801-8DD3-13FC4514BF2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268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/>
          </p:nvPr>
        </p:nvGraphicFramePr>
        <p:xfrm>
          <a:off x="128789" y="1236374"/>
          <a:ext cx="11771290" cy="13394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128789" y="2820473"/>
            <a:ext cx="1403798" cy="25747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Intimation by phone, fax, mail, walk-in asap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Date boat met with accident/ theft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Boatowner’s policy details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Reporter Details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Loss/theft/injury details – Loss cause, location, part of boat damaged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Approximate amount of loss – total/partial</a:t>
            </a:r>
          </a:p>
          <a:p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854557" y="2820470"/>
            <a:ext cx="1545465" cy="25747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Identify policy number and term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Determine accidental damage/theft/injury/liability policy coverages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Verify available policy coverage limits for bodily injury/property damage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Analyze claims history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Map the loss to appropriate coverage</a:t>
            </a:r>
          </a:p>
          <a:p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580326" y="2820472"/>
            <a:ext cx="1545465" cy="35416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Check whether completed NC boater education certificate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Children wore PFDs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Analyze the damage to boat/ theft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Evaluate damage to hull/ equipment and due to fuel spills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Determine potential fraudulent claim 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Analyze loss circumstances whether garaged or in use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Determine fault, liability and determine primary policy for the damaged  boat/equipment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06095" y="2820472"/>
            <a:ext cx="1545465" cy="25747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>
              <a:solidFill>
                <a:prstClr val="black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28788" y="457200"/>
            <a:ext cx="10844012" cy="7791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70AD47">
                    <a:lumMod val="50000"/>
                  </a:srgbClr>
                </a:solidFill>
              </a:rPr>
              <a:t>Boatowner’s Claim – North Carolina</a:t>
            </a:r>
            <a:endParaRPr lang="en-US" b="1" dirty="0">
              <a:solidFill>
                <a:srgbClr val="70AD47">
                  <a:lumMod val="50000"/>
                </a:srgbClr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06095" y="2820471"/>
            <a:ext cx="1545465" cy="36576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Registration certificate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Police reports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Boat repair shop bills</a:t>
            </a:r>
          </a:p>
          <a:p>
            <a:r>
              <a:rPr lang="en-US" sz="1050" dirty="0">
                <a:solidFill>
                  <a:srgbClr val="70AD47">
                    <a:lumMod val="50000"/>
                  </a:srgbClr>
                </a:solidFill>
              </a:rPr>
              <a:t>Medical </a:t>
            </a:r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Bills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Investigation reports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Service reports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Regular communication and updates to the claimant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7031864" y="2820471"/>
            <a:ext cx="1545465" cy="36576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Evaluate boat/equipment </a:t>
            </a:r>
            <a:r>
              <a:rPr lang="en-US" sz="1050" dirty="0">
                <a:solidFill>
                  <a:srgbClr val="70AD47">
                    <a:lumMod val="50000"/>
                  </a:srgbClr>
                </a:solidFill>
              </a:rPr>
              <a:t>damage </a:t>
            </a:r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and analyze investigation report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Analyze expense of repair/replacement as per Actual Cash Value and medical aid</a:t>
            </a:r>
          </a:p>
          <a:p>
            <a:r>
              <a:rPr lang="en-US" sz="1050" dirty="0">
                <a:solidFill>
                  <a:srgbClr val="70AD47">
                    <a:lumMod val="50000"/>
                  </a:srgbClr>
                </a:solidFill>
              </a:rPr>
              <a:t>Consider </a:t>
            </a:r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deductible, exclusions and </a:t>
            </a:r>
            <a:r>
              <a:rPr lang="en-US" sz="1050" dirty="0">
                <a:solidFill>
                  <a:srgbClr val="70AD47">
                    <a:lumMod val="50000"/>
                  </a:srgbClr>
                </a:solidFill>
              </a:rPr>
              <a:t>arrive at total </a:t>
            </a:r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net incurred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Determine interest payable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Set </a:t>
            </a:r>
            <a:r>
              <a:rPr lang="en-US" sz="1050" dirty="0">
                <a:solidFill>
                  <a:srgbClr val="70AD47">
                    <a:lumMod val="50000"/>
                  </a:srgbClr>
                </a:solidFill>
              </a:rPr>
              <a:t>reserve as per policy </a:t>
            </a:r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limits mapping costs incurred to  applicable coverages accidental/theft/liability coverages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8757634" y="2820471"/>
            <a:ext cx="1493950" cy="36576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Offer, negotiate and agree to a full and final settlement with the claimant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Repair or pay boat/equipment damage up to ACV and medical payments up to the policy limits to the claimant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Payment can be made through cheque, EFT etc.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Schedule and initiate payment – partial or final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10547797" y="2762516"/>
            <a:ext cx="1545465" cy="36576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Depending on fault  calculate salvage/ subrogation value estimate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Determine reinsurance eligibility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Initiate recovery payments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Update claim file financials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Complete open activities, reserves and close claim file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Send claim information to reporting system</a:t>
            </a:r>
          </a:p>
          <a:p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074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4" grpId="0"/>
      <p:bldP spid="15" grpId="0"/>
      <p:bldP spid="16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/>
          </p:nvPr>
        </p:nvGraphicFramePr>
        <p:xfrm>
          <a:off x="128789" y="1236374"/>
          <a:ext cx="11771290" cy="13394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128789" y="2820473"/>
            <a:ext cx="1403798" cy="25747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Intimation by phone, fax, mail, walk-in etc.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Date boat met with accident/ theft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Boatowner’s policy details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Reporter Details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Loss/theft/injury details – Loss cause, location, part of boat damaged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Approximate amount of loss – total/partial</a:t>
            </a:r>
          </a:p>
          <a:p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854557" y="2820470"/>
            <a:ext cx="1545465" cy="25747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Identify policy number and term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Determine accidental damage/theft/injury/liability policy coverages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Verify available policy coverage limits for bodily injury/property damage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Analyze claims history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Map the loss to appropriate coverage</a:t>
            </a:r>
          </a:p>
          <a:p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580326" y="2820472"/>
            <a:ext cx="1545465" cy="35416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Check </a:t>
            </a:r>
            <a:r>
              <a:rPr lang="en-US" sz="1050" dirty="0">
                <a:solidFill>
                  <a:srgbClr val="70AD47">
                    <a:lumMod val="50000"/>
                  </a:srgbClr>
                </a:solidFill>
              </a:rPr>
              <a:t>if held New Jersey Boating Safety </a:t>
            </a:r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Certificate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  <a:p>
            <a:r>
              <a:rPr lang="en-US" sz="1050" dirty="0">
                <a:solidFill>
                  <a:srgbClr val="70AD47">
                    <a:lumMod val="50000"/>
                  </a:srgbClr>
                </a:solidFill>
              </a:rPr>
              <a:t>Evaluate damage to </a:t>
            </a:r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hull/ equipment and due to fuel spills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Damage caused by uninsured boaters and medical expenses due to injury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Determine potential fraudulent claim 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Analyze loss circumstances whether garaged or in use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Determine fault and liability and determine primary policy for the damaged  boat/equipment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06095" y="2820472"/>
            <a:ext cx="1545465" cy="25747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>
              <a:solidFill>
                <a:prstClr val="black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28788" y="457200"/>
            <a:ext cx="10844012" cy="7791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70AD47">
                    <a:lumMod val="50000"/>
                  </a:srgbClr>
                </a:solidFill>
              </a:rPr>
              <a:t>Boatowner’s Claim – New Jersey</a:t>
            </a:r>
            <a:endParaRPr lang="en-US" b="1" dirty="0">
              <a:solidFill>
                <a:srgbClr val="70AD47">
                  <a:lumMod val="50000"/>
                </a:srgbClr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06095" y="2820471"/>
            <a:ext cx="1545465" cy="36576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Registration certificate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Police reports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Boat repair shop bills</a:t>
            </a:r>
          </a:p>
          <a:p>
            <a:r>
              <a:rPr lang="en-US" sz="1050" dirty="0">
                <a:solidFill>
                  <a:srgbClr val="70AD47">
                    <a:lumMod val="50000"/>
                  </a:srgbClr>
                </a:solidFill>
              </a:rPr>
              <a:t>Medical </a:t>
            </a:r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Bills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Investigation reports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Service reports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Regular communication and updates to the claimant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7031864" y="2820471"/>
            <a:ext cx="1545465" cy="36576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Evaluate boat/equipment </a:t>
            </a:r>
            <a:r>
              <a:rPr lang="en-US" sz="1050" dirty="0">
                <a:solidFill>
                  <a:srgbClr val="70AD47">
                    <a:lumMod val="50000"/>
                  </a:srgbClr>
                </a:solidFill>
              </a:rPr>
              <a:t>damage </a:t>
            </a:r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and analyze investigation report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Analyze expense of repair/replacement as per Actual Cash Value and medical aid</a:t>
            </a:r>
          </a:p>
          <a:p>
            <a:r>
              <a:rPr lang="en-US" sz="1050" dirty="0">
                <a:solidFill>
                  <a:srgbClr val="70AD47">
                    <a:lumMod val="50000"/>
                  </a:srgbClr>
                </a:solidFill>
              </a:rPr>
              <a:t>Consider </a:t>
            </a:r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deductible, exclusions and </a:t>
            </a:r>
            <a:r>
              <a:rPr lang="en-US" sz="1050" dirty="0">
                <a:solidFill>
                  <a:srgbClr val="70AD47">
                    <a:lumMod val="50000"/>
                  </a:srgbClr>
                </a:solidFill>
              </a:rPr>
              <a:t>arrive at total </a:t>
            </a:r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net incurred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Determine interest payable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Set </a:t>
            </a:r>
            <a:r>
              <a:rPr lang="en-US" sz="1050" dirty="0">
                <a:solidFill>
                  <a:srgbClr val="70AD47">
                    <a:lumMod val="50000"/>
                  </a:srgbClr>
                </a:solidFill>
              </a:rPr>
              <a:t>reserve as per policy </a:t>
            </a:r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limits mapping costs incurred to  applicable coverages accidental/theft/liability coverages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8757634" y="2820471"/>
            <a:ext cx="1493950" cy="36576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Offer, negotiate and agree to a full and final settlement with the claimant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Repair or pay boat/equipment damage up to ACV and medical payments up to the policy limits to the claimant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Payment can be made through cheque, EFT etc.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Schedule and initiate payment – partial or final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10547797" y="2762516"/>
            <a:ext cx="1545465" cy="36576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Depending on fault  calculate salvage/ subrogation value estimate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Determine reinsurance eligibility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Initiate recovery payments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Update claim file financials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Complete open activities, reserves and close claim file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Send claim information to reporting system</a:t>
            </a:r>
          </a:p>
          <a:p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00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4" grpId="0"/>
      <p:bldP spid="15" grpId="0"/>
      <p:bldP spid="16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/>
          </p:nvPr>
        </p:nvGraphicFramePr>
        <p:xfrm>
          <a:off x="128789" y="1236374"/>
          <a:ext cx="11771290" cy="13394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128789" y="2820473"/>
            <a:ext cx="1403798" cy="25747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Intimation by phone, fax, mail, walk-in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Date boat met with accident/ theft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Boatowner’s policy details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Reporter Details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Loss/theft/injury details – Loss cause, location, part of boat damaged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Approximate amount of loss – total/partial</a:t>
            </a:r>
          </a:p>
          <a:p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854557" y="2820470"/>
            <a:ext cx="1545465" cy="25747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Identify policy number and term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Determine accidental damage/theft/injury/liability policy coverages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Verify available policy coverage limits for bodily injury/property damage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Analyze claims history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Map the loss to appropriate coverage</a:t>
            </a:r>
          </a:p>
          <a:p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580326" y="2820472"/>
            <a:ext cx="1545465" cy="35416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Check if the boat is registered with Wisconsin state department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Analyze the damage to boat</a:t>
            </a:r>
            <a:r>
              <a:rPr lang="en-US" sz="1050" smtClean="0">
                <a:solidFill>
                  <a:srgbClr val="70AD47">
                    <a:lumMod val="50000"/>
                  </a:srgbClr>
                </a:solidFill>
              </a:rPr>
              <a:t>/ theft and </a:t>
            </a:r>
            <a:r>
              <a:rPr lang="en-US" sz="1050" dirty="0">
                <a:solidFill>
                  <a:srgbClr val="70AD47">
                    <a:lumMod val="50000"/>
                  </a:srgbClr>
                </a:solidFill>
              </a:rPr>
              <a:t>primary policy for the damaged  </a:t>
            </a:r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boat/equipment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Evaluate damage to hull/ equipment and due to fuel spills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Medical expenses due to injury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Determine potential fraudulent claim 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Analyze loss circumstances whether garaged or in use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Determine fault and liability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06095" y="2820472"/>
            <a:ext cx="1545465" cy="25747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>
              <a:solidFill>
                <a:prstClr val="black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28788" y="457200"/>
            <a:ext cx="10844012" cy="7791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70AD47">
                    <a:lumMod val="50000"/>
                  </a:srgbClr>
                </a:solidFill>
              </a:rPr>
              <a:t>Boatowner’s Claim Process - Wisconsin</a:t>
            </a:r>
            <a:endParaRPr lang="en-US" b="1" dirty="0">
              <a:solidFill>
                <a:srgbClr val="70AD47">
                  <a:lumMod val="50000"/>
                </a:srgbClr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306095" y="2820471"/>
            <a:ext cx="1545465" cy="36576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Registration certificate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Police reports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Boat repair shop bills</a:t>
            </a:r>
          </a:p>
          <a:p>
            <a:r>
              <a:rPr lang="en-US" sz="1050" dirty="0">
                <a:solidFill>
                  <a:srgbClr val="70AD47">
                    <a:lumMod val="50000"/>
                  </a:srgbClr>
                </a:solidFill>
              </a:rPr>
              <a:t>Medical </a:t>
            </a:r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Bills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Investigation reports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Service reports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Regular communication and updates to the claimant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7031864" y="2820471"/>
            <a:ext cx="1545465" cy="36576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Evaluate boat/equipment </a:t>
            </a:r>
            <a:r>
              <a:rPr lang="en-US" sz="1050" dirty="0">
                <a:solidFill>
                  <a:srgbClr val="70AD47">
                    <a:lumMod val="50000"/>
                  </a:srgbClr>
                </a:solidFill>
              </a:rPr>
              <a:t>damage </a:t>
            </a:r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and analyze investigation report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Analyze expense of repair/replacement as per Actual Cash Value and medical aid</a:t>
            </a:r>
          </a:p>
          <a:p>
            <a:r>
              <a:rPr lang="en-US" sz="1050" dirty="0">
                <a:solidFill>
                  <a:srgbClr val="70AD47">
                    <a:lumMod val="50000"/>
                  </a:srgbClr>
                </a:solidFill>
              </a:rPr>
              <a:t>Consider </a:t>
            </a:r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deductible, exclusions and </a:t>
            </a:r>
            <a:r>
              <a:rPr lang="en-US" sz="1050" dirty="0">
                <a:solidFill>
                  <a:srgbClr val="70AD47">
                    <a:lumMod val="50000"/>
                  </a:srgbClr>
                </a:solidFill>
              </a:rPr>
              <a:t>arrive at total </a:t>
            </a:r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net incurred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Determine interest payable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Set </a:t>
            </a:r>
            <a:r>
              <a:rPr lang="en-US" sz="1050" dirty="0">
                <a:solidFill>
                  <a:srgbClr val="70AD47">
                    <a:lumMod val="50000"/>
                  </a:srgbClr>
                </a:solidFill>
              </a:rPr>
              <a:t>reserve as per policy </a:t>
            </a:r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limits mapping costs incurred to  applicable coverages accidental/theft/liability coverages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8757634" y="2820471"/>
            <a:ext cx="1493950" cy="36576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Offer, negotiate and agree to a full and final settlement with the claimant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Repair or pay boat/equipment damage up to ACV and medical payments up to the policy limits to the claimant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Payment can be made through cheque, EFT etc.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Schedule and initiate payment – partial or final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10547797" y="2762516"/>
            <a:ext cx="1545465" cy="36576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Depending on fault  calculate salvage/ subrogation value estimate</a:t>
            </a:r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Determine reinsurance eligibility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Initiate recovery payments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Update claim file financials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Complete open activities, reserves and close claim file</a:t>
            </a:r>
          </a:p>
          <a:p>
            <a:r>
              <a:rPr lang="en-US" sz="1050" dirty="0" smtClean="0">
                <a:solidFill>
                  <a:srgbClr val="70AD47">
                    <a:lumMod val="50000"/>
                  </a:srgbClr>
                </a:solidFill>
              </a:rPr>
              <a:t>Send claim information to reporting system</a:t>
            </a:r>
          </a:p>
          <a:p>
            <a:endParaRPr lang="en-US" sz="1050" dirty="0">
              <a:solidFill>
                <a:srgbClr val="70AD47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009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4" grpId="0"/>
      <p:bldP spid="15" grpId="0"/>
      <p:bldP spid="16" grpId="0"/>
      <p:bldP spid="12" grpId="0"/>
    </p:bldLst>
  </p:timing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VIKI New Document" ma:contentTypeID="0x010100F7548365F7A28B41B9A685ED46C1AC26001AB29883D45E2C4E9CA6FE95A9034FC3" ma:contentTypeVersion="5" ma:contentTypeDescription="" ma:contentTypeScope="" ma:versionID="bc1a5864616262670162eb204ab13928">
  <xsd:schema xmlns:xsd="http://www.w3.org/2001/XMLSchema" xmlns:xs="http://www.w3.org/2001/XMLSchema" xmlns:p="http://schemas.microsoft.com/office/2006/metadata/properties" xmlns:ns2="09339d3a-aaa0-497d-ae73-d8a5832d420d" targetNamespace="http://schemas.microsoft.com/office/2006/metadata/properties" ma:root="true" ma:fieldsID="86592b75fc3d2fa65ab3e34efd39cedb" ns2:_="">
    <xsd:import namespace="09339d3a-aaa0-497d-ae73-d8a5832d420d"/>
    <xsd:element name="properties">
      <xsd:complexType>
        <xsd:sequence>
          <xsd:element name="documentManagement">
            <xsd:complexType>
              <xsd:all>
                <xsd:element ref="ns2:Classification"/>
                <xsd:element ref="ns2:Contributors"/>
                <xsd:element ref="ns2:Departments"/>
                <xsd:element ref="ns2:SubCategory"/>
                <xsd:element ref="ns2:Tags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339d3a-aaa0-497d-ae73-d8a5832d420d" elementFormDefault="qualified">
    <xsd:import namespace="http://schemas.microsoft.com/office/2006/documentManagement/types"/>
    <xsd:import namespace="http://schemas.microsoft.com/office/infopath/2007/PartnerControls"/>
    <xsd:element name="Classification" ma:index="8" ma:displayName="Classification" ma:description="Refer Help &gt; Guidelines" ma:format="Dropdown" ma:internalName="Classification">
      <xsd:simpleType>
        <xsd:restriction base="dms:Choice">
          <xsd:enumeration value="Sensitive"/>
          <xsd:enumeration value="Confidential"/>
          <xsd:enumeration value="Internally Restricted"/>
          <xsd:enumeration value="Internal Use"/>
        </xsd:restriction>
      </xsd:simpleType>
    </xsd:element>
    <xsd:element name="Contributors" ma:index="9" ma:displayName="Contributors" ma:list="UserInfo" ma:SharePointGroup="0" ma:internalName="Contributors" ma:showField="Department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partments" ma:index="10" ma:displayName="Departments" ma:format="Dropdown" ma:internalName="Departments">
      <xsd:simpleType>
        <xsd:restriction base="dms:Choice">
          <xsd:enumeration value="Accounts"/>
          <xsd:enumeration value="Banking"/>
          <xsd:enumeration value="BizDynamics"/>
          <xsd:enumeration value="CCM"/>
          <xsd:enumeration value="Client Services"/>
          <xsd:enumeration value="Core Leverage"/>
          <xsd:enumeration value="Data Leverage"/>
          <xsd:enumeration value="Digital &amp; Cloud"/>
          <xsd:enumeration value="Facilities"/>
          <xsd:enumeration value="Finance"/>
          <xsd:enumeration value="Financial Services"/>
          <xsd:enumeration value="GRC Operations"/>
          <xsd:enumeration value="HR"/>
          <xsd:enumeration value="Insurance Health Care"/>
          <xsd:enumeration value="Insurance Life"/>
          <xsd:enumeration value="Insurance P&amp;C"/>
          <xsd:enumeration value="IT Operations"/>
          <xsd:enumeration value="Learning &amp; Development"/>
          <xsd:enumeration value="Management System"/>
          <xsd:enumeration value="Marketing"/>
          <xsd:enumeration value="Network Operations"/>
          <xsd:enumeration value="Operations"/>
          <xsd:enumeration value="Organization"/>
          <xsd:enumeration value="PMO"/>
          <xsd:enumeration value="Quality Leap"/>
          <xsd:enumeration value="Sales"/>
          <xsd:enumeration value="Security Operations"/>
          <xsd:enumeration value="WhiteCoats"/>
        </xsd:restriction>
      </xsd:simpleType>
    </xsd:element>
    <xsd:element name="SubCategory" ma:index="11" ma:displayName="SubCategory" ma:format="Dropdown" ma:internalName="SubCategory" ma:readOnly="false">
      <xsd:simpleType>
        <xsd:restriction base="dms:Choice">
          <xsd:enumeration value="Accelerator"/>
          <xsd:enumeration value="Analysis"/>
          <xsd:enumeration value="Architecture"/>
          <xsd:enumeration value="Best Practice"/>
          <xsd:enumeration value="Case Study"/>
          <xsd:enumeration value="Change Management"/>
          <xsd:enumeration value="Checklist"/>
          <xsd:enumeration value="Design Patterns"/>
          <xsd:enumeration value="Form"/>
          <xsd:enumeration value="Guideline"/>
          <xsd:enumeration value="Learning"/>
          <xsd:enumeration value="Market Research"/>
          <xsd:enumeration value="Methodology"/>
          <xsd:enumeration value="Policy"/>
          <xsd:enumeration value="Presales"/>
          <xsd:enumeration value="Presentation"/>
          <xsd:enumeration value="Procedure"/>
          <xsd:enumeration value="Process"/>
          <xsd:enumeration value="Program Management"/>
          <xsd:enumeration value="Project Closure"/>
          <xsd:enumeration value="Project Proposal"/>
          <xsd:enumeration value="Quality Management"/>
          <xsd:enumeration value="Report"/>
          <xsd:enumeration value="Risk Management"/>
          <xsd:enumeration value="SOW"/>
          <xsd:enumeration value="Standards"/>
          <xsd:enumeration value="Training"/>
          <xsd:enumeration value="Value Addition"/>
          <xsd:enumeration value="White Paper"/>
        </xsd:restriction>
      </xsd:simpleType>
    </xsd:element>
    <xsd:element name="Tags" ma:index="12" ma:displayName="Tags" ma:internalName="Tags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41087d73-5bfe-4c6e-a130-3d602495565a" ContentTypeId="0x010100F7548365F7A28B41B9A685ED46C1AC26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partments xmlns="09339d3a-aaa0-497d-ae73-d8a5832d420d">Insurance P&amp;C</Departments>
    <Classification xmlns="09339d3a-aaa0-497d-ae73-d8a5832d420d">Internal Use</Classification>
    <Contributors xmlns="09339d3a-aaa0-497d-ae73-d8a5832d420d">
      <UserInfo>
        <DisplayName>Alok Bharati</DisplayName>
        <AccountId>26</AccountId>
        <AccountType/>
      </UserInfo>
    </Contributors>
    <SubCategory xmlns="09339d3a-aaa0-497d-ae73-d8a5832d420d">Best Practice</SubCategory>
    <Tags xmlns="09339d3a-aaa0-497d-ae73-d8a5832d420d">Boat Insurance Documents</Tags>
  </documentManagement>
</p:properties>
</file>

<file path=customXml/itemProps1.xml><?xml version="1.0" encoding="utf-8"?>
<ds:datastoreItem xmlns:ds="http://schemas.openxmlformats.org/officeDocument/2006/customXml" ds:itemID="{76E974A6-B907-4EFD-B08D-CA0D51F7B7C1}"/>
</file>

<file path=customXml/itemProps2.xml><?xml version="1.0" encoding="utf-8"?>
<ds:datastoreItem xmlns:ds="http://schemas.openxmlformats.org/officeDocument/2006/customXml" ds:itemID="{DB5C46B0-6AD5-45F3-BB33-29606EA16A8C}"/>
</file>

<file path=customXml/itemProps3.xml><?xml version="1.0" encoding="utf-8"?>
<ds:datastoreItem xmlns:ds="http://schemas.openxmlformats.org/officeDocument/2006/customXml" ds:itemID="{379348F1-8093-4910-8EF6-04E4C2194344}"/>
</file>

<file path=customXml/itemProps4.xml><?xml version="1.0" encoding="utf-8"?>
<ds:datastoreItem xmlns:ds="http://schemas.openxmlformats.org/officeDocument/2006/customXml" ds:itemID="{9DB7F8AE-DFCE-4B42-A8A0-1E81E3C0F6A2}"/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927</Words>
  <Application>Microsoft Office PowerPoint</Application>
  <PresentationFormat>Widescreen</PresentationFormat>
  <Paragraphs>143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2_Office Theme</vt:lpstr>
      <vt:lpstr>3_Office Theme</vt:lpstr>
      <vt:lpstr>4_Office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Avinash Kumar Singh</dc:creator>
  <cp:lastModifiedBy>Avinash Kumar Singh</cp:lastModifiedBy>
  <cp:revision>14</cp:revision>
  <dcterms:created xsi:type="dcterms:W3CDTF">2016-09-23T11:47:53Z</dcterms:created>
  <dcterms:modified xsi:type="dcterms:W3CDTF">2016-09-27T06:05:45Z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0x010100F7548365F7A28B41B9A685ED46C1AC26001AB29883D45E2C4E9CA6FE95A9034FC3</vt:lpwstr>
  </property>
</Properties>
</file>