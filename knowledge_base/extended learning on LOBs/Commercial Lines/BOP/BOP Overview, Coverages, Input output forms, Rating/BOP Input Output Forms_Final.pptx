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rels" ContentType="application/vnd.openxmlformats-package.relationships+xml"/>
  <Default Extension="wmf" ContentType="image/x-wmf"/>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9.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4.xml" ContentType="application/vnd.openxmlformats-officedocument.customXmlProperties+xml"/>
  <Override PartName="/customXml/itemProps3.xml" ContentType="application/vnd.openxmlformats-officedocument.customXmlProperties+xml"/>
  <Override PartName="/customXml/itemProps5.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6"/>
  </p:notesMasterIdLst>
  <p:sldIdLst>
    <p:sldId id="256" r:id="rId6"/>
    <p:sldId id="257" r:id="rId7"/>
    <p:sldId id="283" r:id="rId8"/>
    <p:sldId id="284" r:id="rId9"/>
    <p:sldId id="285" r:id="rId10"/>
    <p:sldId id="286" r:id="rId11"/>
    <p:sldId id="287" r:id="rId12"/>
    <p:sldId id="288" r:id="rId13"/>
    <p:sldId id="289" r:id="rId14"/>
    <p:sldId id="270"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8D36"/>
    <a:srgbClr val="DE5C4E"/>
    <a:srgbClr val="FFCC00"/>
    <a:srgbClr val="6699FF"/>
    <a:srgbClr val="626F61"/>
    <a:srgbClr val="B0B2A4"/>
    <a:srgbClr val="4F81BD"/>
    <a:srgbClr val="ADB7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6" autoAdjust="0"/>
    <p:restoredTop sz="95414" autoAdjust="0"/>
  </p:normalViewPr>
  <p:slideViewPr>
    <p:cSldViewPr>
      <p:cViewPr>
        <p:scale>
          <a:sx n="70" d="100"/>
          <a:sy n="70" d="100"/>
        </p:scale>
        <p:origin x="-1158" y="-84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customXml" Target="../customXml/item5.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930D32-4AFB-4DB8-BD4A-4B50BF5246D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26C96A1E-54A4-4F6C-A6EC-A67F69D54AF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33485A6B-0834-4F7D-9807-6AF7B132F276}" type="datetimeFigureOut">
              <a:rPr lang="en-US"/>
              <a:pPr>
                <a:defRPr/>
              </a:pPr>
              <a:t>12/15/2021</a:t>
            </a:fld>
            <a:endParaRPr lang="en-US"/>
          </a:p>
        </p:txBody>
      </p:sp>
      <p:sp>
        <p:nvSpPr>
          <p:cNvPr id="4" name="Slide Image Placeholder 3">
            <a:extLst>
              <a:ext uri="{FF2B5EF4-FFF2-40B4-BE49-F238E27FC236}">
                <a16:creationId xmlns:a16="http://schemas.microsoft.com/office/drawing/2014/main" id="{17DE78C5-4CF2-4ACB-93EB-E060F0906A0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C15FE35-30DD-4EF1-B0F6-38E2FE257156}"/>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B98F37C-4E07-4152-9782-D4B2CB79C54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1492A33-646C-401F-A099-676299E952F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86E162C-FE67-4C5C-84F9-6585EDC7AA9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A71EF31F-66A9-46DF-92C3-F1D852D65C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E6A6C799-52E3-402B-BBB0-60D83DE601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4340" name="Slide Number Placeholder 3">
            <a:extLst>
              <a:ext uri="{FF2B5EF4-FFF2-40B4-BE49-F238E27FC236}">
                <a16:creationId xmlns:a16="http://schemas.microsoft.com/office/drawing/2014/main" id="{D2B309C4-53DE-47AD-963D-6E14A86807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3C364C-1FEF-48FB-B114-5651058B4858}" type="slidenum">
              <a:rPr lang="en-US" altLang="en-US"/>
              <a:pPr eaLnBrk="1" hangingPunct="1"/>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4CC811-70D7-4A6A-8064-98B9F6A5AF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E271D58E-FA6D-4352-9075-8BB10E7C50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5364" name="Slide Number Placeholder 3">
            <a:extLst>
              <a:ext uri="{FF2B5EF4-FFF2-40B4-BE49-F238E27FC236}">
                <a16:creationId xmlns:a16="http://schemas.microsoft.com/office/drawing/2014/main" id="{F4A5BC77-4119-4FC2-9FE8-531000A55A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9845E-7C0C-48C1-B12F-F3E69B633CC3}" type="slidenum">
              <a:rPr lang="en-US" altLang="en-US"/>
              <a:pPr eaLnBrk="1" hangingPunct="1"/>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41E8C6F2-FF85-4BC6-BB95-2EDB71C89A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C54ECDF2-424D-4995-9B2D-9A4E58BFC8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Refer sample for details</a:t>
            </a:r>
          </a:p>
          <a:p>
            <a:pPr eaLnBrk="1" hangingPunct="1">
              <a:spcBef>
                <a:spcPct val="0"/>
              </a:spcBef>
            </a:pPr>
            <a:endParaRPr lang="en-US" altLang="en-US"/>
          </a:p>
        </p:txBody>
      </p:sp>
      <p:sp>
        <p:nvSpPr>
          <p:cNvPr id="16388" name="Slide Number Placeholder 3">
            <a:extLst>
              <a:ext uri="{FF2B5EF4-FFF2-40B4-BE49-F238E27FC236}">
                <a16:creationId xmlns:a16="http://schemas.microsoft.com/office/drawing/2014/main" id="{2EA2260C-2198-4052-848F-6947CC230F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6F7DA9-8BA2-40ED-9365-2059CC8E5B39}" type="slidenum">
              <a:rPr lang="en-US" altLang="en-US"/>
              <a:pPr eaLnBrk="1" hangingPunct="1"/>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C6F0B12-654D-4833-959F-38A2EB26CA6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F6B3CC89-A6F3-4C74-A52E-51ED08E38A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7412" name="Slide Number Placeholder 3">
            <a:extLst>
              <a:ext uri="{FF2B5EF4-FFF2-40B4-BE49-F238E27FC236}">
                <a16:creationId xmlns:a16="http://schemas.microsoft.com/office/drawing/2014/main" id="{C5C4C0D0-937C-43F1-8F1D-0E56BFFEEA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64189C-F26D-4775-82B4-E3D248615A3B}" type="slidenum">
              <a:rPr lang="en-US" altLang="en-US"/>
              <a:pPr eaLnBrk="1" hangingPunct="1"/>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1AC60C3C-8CE2-40E1-89A8-7EF7601D7C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BC823EEF-BA7D-4665-895E-48B4B94140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18436" name="Slide Number Placeholder 3">
            <a:extLst>
              <a:ext uri="{FF2B5EF4-FFF2-40B4-BE49-F238E27FC236}">
                <a16:creationId xmlns:a16="http://schemas.microsoft.com/office/drawing/2014/main" id="{F81B703D-86B9-42C9-B82A-B56740063A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EBBDA8-7CDA-4572-9B16-7D08E35422EF}" type="slidenum">
              <a:rPr lang="en-US" altLang="en-US"/>
              <a:pPr eaLnBrk="1" hangingPunct="1"/>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9AEF8D8-C7C6-4029-B3C0-545005E59B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6FCE9634-60FA-4692-9E9B-8A676B5D1C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Illustration on next page for details</a:t>
            </a:r>
          </a:p>
          <a:p>
            <a:pPr eaLnBrk="1" hangingPunct="1">
              <a:spcBef>
                <a:spcPct val="0"/>
              </a:spcBef>
            </a:pPr>
            <a:endParaRPr lang="en-US" altLang="en-US"/>
          </a:p>
        </p:txBody>
      </p:sp>
      <p:sp>
        <p:nvSpPr>
          <p:cNvPr id="19460" name="Slide Number Placeholder 3">
            <a:extLst>
              <a:ext uri="{FF2B5EF4-FFF2-40B4-BE49-F238E27FC236}">
                <a16:creationId xmlns:a16="http://schemas.microsoft.com/office/drawing/2014/main" id="{342DCD28-0A1D-4D0A-A3C7-A4EC52013F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D470F7-6C93-41A7-A4DA-627FE2F36FD8}" type="slidenum">
              <a:rPr lang="en-US" altLang="en-US"/>
              <a:pPr eaLnBrk="1" hangingPunct="1"/>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37DCBF01-9225-4697-8FFE-D1F66BAD9B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32C5DB7B-1832-41C9-9310-800F9E3F69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0484" name="Slide Number Placeholder 3">
            <a:extLst>
              <a:ext uri="{FF2B5EF4-FFF2-40B4-BE49-F238E27FC236}">
                <a16:creationId xmlns:a16="http://schemas.microsoft.com/office/drawing/2014/main" id="{93378B61-0161-4E22-8F01-921F36C372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8C6926-28E4-4EEB-859E-2DA20C5A7B84}" type="slidenum">
              <a:rPr lang="en-US" altLang="en-US"/>
              <a:pPr eaLnBrk="1" hangingPunct="1"/>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E6976672-3419-4044-A5D5-B5FD579CD6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D18E6ECE-CA47-443F-94C2-37682419F9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Here all forms which are related or are required to go along with policy jacket to the insured will be grouped under “Sequence 1”, simillarly all forms which are related to property coverage will be grouped under Sequence 2</a:t>
            </a:r>
          </a:p>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1527D8F2-8B82-4D90-B3F7-455A05590D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FD1FA8-8205-4A0B-A8F3-5290DCB7F383}" type="slidenum">
              <a:rPr lang="en-US" altLang="en-US"/>
              <a:pPr eaLnBrk="1" hangingPunct="1"/>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57521482-6F8D-40DD-984B-AEB594CBF0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8DFE1ACF-4795-48DA-8A92-4027D03C43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2532" name="Slide Number Placeholder 3">
            <a:extLst>
              <a:ext uri="{FF2B5EF4-FFF2-40B4-BE49-F238E27FC236}">
                <a16:creationId xmlns:a16="http://schemas.microsoft.com/office/drawing/2014/main" id="{CB2E4A3B-EF0D-478A-A18D-5C07DA3993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5048CF-E522-4411-8929-8B7A8B864416}" type="slidenum">
              <a:rPr lang="en-US" altLang="en-US"/>
              <a:pPr eaLnBrk="1" hangingPunct="1"/>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3EDB30BF-D907-44FC-9EA5-1D39563347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31DC5FFA-4DA5-4C4D-8583-335AF9E81A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23556" name="Slide Number Placeholder 3">
            <a:extLst>
              <a:ext uri="{FF2B5EF4-FFF2-40B4-BE49-F238E27FC236}">
                <a16:creationId xmlns:a16="http://schemas.microsoft.com/office/drawing/2014/main" id="{B9159D4E-3931-4AB9-B81C-61A4F132E7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55676D-F226-473B-95DF-68CB11A4F046}" type="slidenum">
              <a:rPr lang="en-US" altLang="en-US"/>
              <a:pPr eaLnBrk="1" hangingPunct="1"/>
              <a:t>10</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2" descr="D:\Issac Data\isaac_works\isaac\solutions.gif">
            <a:extLst>
              <a:ext uri="{FF2B5EF4-FFF2-40B4-BE49-F238E27FC236}">
                <a16:creationId xmlns:a16="http://schemas.microsoft.com/office/drawing/2014/main" id="{FDC332D9-415D-4F81-9190-1A4D9ED77768}"/>
              </a:ext>
            </a:extLst>
          </p:cNvPr>
          <p:cNvPicPr>
            <a:picLocks noChangeAspect="1" noChangeArrowheads="1"/>
          </p:cNvPicPr>
          <p:nvPr userDrawn="1"/>
        </p:nvPicPr>
        <p:blipFill>
          <a:blip r:embed="rId2"/>
          <a:stretch>
            <a:fillRect/>
          </a:stretch>
        </p:blipFill>
        <p:spPr bwMode="auto">
          <a:xfrm>
            <a:off x="609600" y="2590800"/>
            <a:ext cx="2744788" cy="2438400"/>
          </a:xfrm>
          <a:prstGeom prst="rect">
            <a:avLst/>
          </a:prstGeom>
          <a:noFill/>
          <a:ln w="3175">
            <a:solidFill>
              <a:schemeClr val="bg1">
                <a:lumMod val="85000"/>
              </a:schemeClr>
            </a:solidFill>
            <a:miter lim="800000"/>
            <a:headEnd/>
            <a:tailEnd/>
          </a:ln>
        </p:spPr>
      </p:pic>
      <p:sp>
        <p:nvSpPr>
          <p:cNvPr id="3" name="Rectangle 60">
            <a:extLst>
              <a:ext uri="{FF2B5EF4-FFF2-40B4-BE49-F238E27FC236}">
                <a16:creationId xmlns:a16="http://schemas.microsoft.com/office/drawing/2014/main" id="{BFF4AF00-CABE-4944-85AA-ECADDD1C1B1C}"/>
              </a:ext>
            </a:extLst>
          </p:cNvPr>
          <p:cNvSpPr>
            <a:spLocks noChangeArrowheads="1"/>
          </p:cNvSpPr>
          <p:nvPr userDrawn="1"/>
        </p:nvSpPr>
        <p:spPr bwMode="auto">
          <a:xfrm>
            <a:off x="0" y="2546350"/>
            <a:ext cx="762000" cy="248443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4" name="Rectangle 62">
            <a:extLst>
              <a:ext uri="{FF2B5EF4-FFF2-40B4-BE49-F238E27FC236}">
                <a16:creationId xmlns:a16="http://schemas.microsoft.com/office/drawing/2014/main" id="{57DC94D9-AA7E-4D04-9AD0-4D9E40C99E6B}"/>
              </a:ext>
            </a:extLst>
          </p:cNvPr>
          <p:cNvSpPr>
            <a:spLocks noChangeArrowheads="1"/>
          </p:cNvSpPr>
          <p:nvPr userDrawn="1"/>
        </p:nvSpPr>
        <p:spPr bwMode="auto">
          <a:xfrm>
            <a:off x="0" y="1754188"/>
            <a:ext cx="72390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5" name="Rectangle 63">
            <a:extLst>
              <a:ext uri="{FF2B5EF4-FFF2-40B4-BE49-F238E27FC236}">
                <a16:creationId xmlns:a16="http://schemas.microsoft.com/office/drawing/2014/main" id="{05CB49C0-4156-4369-A209-18B58DF195FF}"/>
              </a:ext>
            </a:extLst>
          </p:cNvPr>
          <p:cNvSpPr>
            <a:spLocks noChangeArrowheads="1"/>
          </p:cNvSpPr>
          <p:nvPr userDrawn="1"/>
        </p:nvSpPr>
        <p:spPr bwMode="auto">
          <a:xfrm>
            <a:off x="6400800" y="1754188"/>
            <a:ext cx="990600" cy="763587"/>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6" name="Rectangle 64">
            <a:extLst>
              <a:ext uri="{FF2B5EF4-FFF2-40B4-BE49-F238E27FC236}">
                <a16:creationId xmlns:a16="http://schemas.microsoft.com/office/drawing/2014/main" id="{5B67AF17-B8A0-40BC-A7A0-0017DB99FC5C}"/>
              </a:ext>
            </a:extLst>
          </p:cNvPr>
          <p:cNvSpPr>
            <a:spLocks noChangeArrowheads="1"/>
          </p:cNvSpPr>
          <p:nvPr userDrawn="1"/>
        </p:nvSpPr>
        <p:spPr bwMode="auto">
          <a:xfrm>
            <a:off x="8763000" y="1754188"/>
            <a:ext cx="381000" cy="763587"/>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7" name="Rectangle 65">
            <a:extLst>
              <a:ext uri="{FF2B5EF4-FFF2-40B4-BE49-F238E27FC236}">
                <a16:creationId xmlns:a16="http://schemas.microsoft.com/office/drawing/2014/main" id="{339B7651-476E-4F0E-9472-201296087E35}"/>
              </a:ext>
            </a:extLst>
          </p:cNvPr>
          <p:cNvSpPr>
            <a:spLocks noChangeArrowheads="1"/>
          </p:cNvSpPr>
          <p:nvPr userDrawn="1"/>
        </p:nvSpPr>
        <p:spPr bwMode="auto">
          <a:xfrm>
            <a:off x="6781800" y="1754188"/>
            <a:ext cx="304800" cy="763587"/>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8" name="Text Box 70">
            <a:extLst>
              <a:ext uri="{FF2B5EF4-FFF2-40B4-BE49-F238E27FC236}">
                <a16:creationId xmlns:a16="http://schemas.microsoft.com/office/drawing/2014/main" id="{BBD825E5-1E95-4D1D-9A3D-EFB6950B9A95}"/>
              </a:ext>
            </a:extLst>
          </p:cNvPr>
          <p:cNvSpPr txBox="1">
            <a:spLocks noChangeArrowheads="1"/>
          </p:cNvSpPr>
          <p:nvPr userDrawn="1"/>
        </p:nvSpPr>
        <p:spPr bwMode="auto">
          <a:xfrm>
            <a:off x="5472113" y="3689350"/>
            <a:ext cx="3009900" cy="241300"/>
          </a:xfrm>
          <a:prstGeom prst="rect">
            <a:avLst/>
          </a:prstGeom>
          <a:noFill/>
          <a:ln w="9525" algn="in">
            <a:noFill/>
            <a:miter lim="800000"/>
            <a:headEnd/>
            <a:tailEnd/>
          </a:ln>
        </p:spPr>
        <p:txBody>
          <a:bodyPr lIns="36576" tIns="36576" rIns="36576" bIns="36576"/>
          <a:lstStyle/>
          <a:p>
            <a:pPr fontAlgn="auto">
              <a:spcBef>
                <a:spcPts val="0"/>
              </a:spcBef>
              <a:spcAft>
                <a:spcPts val="0"/>
              </a:spcAft>
              <a:defRPr/>
            </a:pPr>
            <a:r>
              <a:rPr lang="en-US" sz="1000" b="1">
                <a:solidFill>
                  <a:schemeClr val="bg1"/>
                </a:solidFill>
                <a:latin typeface="+mn-lt"/>
              </a:rPr>
              <a:t>INCREASING PEOPLE’S EFFECTIVENESS</a:t>
            </a:r>
            <a:endParaRPr lang="en-US" sz="1000">
              <a:solidFill>
                <a:schemeClr val="bg1"/>
              </a:solidFill>
              <a:latin typeface="+mn-lt"/>
            </a:endParaRPr>
          </a:p>
        </p:txBody>
      </p:sp>
      <p:sp>
        <p:nvSpPr>
          <p:cNvPr id="9" name="Text Box 71">
            <a:extLst>
              <a:ext uri="{FF2B5EF4-FFF2-40B4-BE49-F238E27FC236}">
                <a16:creationId xmlns:a16="http://schemas.microsoft.com/office/drawing/2014/main" id="{7B105C07-4517-4B0E-A372-F3253E679AF5}"/>
              </a:ext>
            </a:extLst>
          </p:cNvPr>
          <p:cNvSpPr txBox="1">
            <a:spLocks noChangeArrowheads="1"/>
          </p:cNvSpPr>
          <p:nvPr userDrawn="1"/>
        </p:nvSpPr>
        <p:spPr bwMode="auto">
          <a:xfrm>
            <a:off x="5395913" y="3581400"/>
            <a:ext cx="3619500" cy="255588"/>
          </a:xfrm>
          <a:prstGeom prst="rect">
            <a:avLst/>
          </a:prstGeom>
          <a:noFill/>
          <a:ln w="9525" algn="in">
            <a:noFill/>
            <a:miter lim="800000"/>
            <a:headEnd/>
            <a:tailEnd/>
          </a:ln>
        </p:spPr>
        <p:txBody>
          <a:bodyPr lIns="36576" tIns="36576" rIns="36576" bIns="36576"/>
          <a:lstStyle/>
          <a:p>
            <a:pPr fontAlgn="auto">
              <a:spcBef>
                <a:spcPts val="0"/>
              </a:spcBef>
              <a:spcAft>
                <a:spcPts val="0"/>
              </a:spcAft>
              <a:defRPr/>
            </a:pPr>
            <a:r>
              <a:rPr lang="en-US" sz="1000" b="1">
                <a:solidFill>
                  <a:schemeClr val="bg1"/>
                </a:solidFill>
                <a:latin typeface="+mn-lt"/>
              </a:rPr>
              <a:t>FLEXIBLE AND RE-USABLE TECHNOLOGY ASSETS</a:t>
            </a:r>
            <a:endParaRPr lang="en-US" sz="1000">
              <a:solidFill>
                <a:schemeClr val="bg1"/>
              </a:solidFill>
              <a:latin typeface="+mn-lt"/>
            </a:endParaRPr>
          </a:p>
        </p:txBody>
      </p:sp>
      <p:sp>
        <p:nvSpPr>
          <p:cNvPr id="10" name="Rectangle 66">
            <a:extLst>
              <a:ext uri="{FF2B5EF4-FFF2-40B4-BE49-F238E27FC236}">
                <a16:creationId xmlns:a16="http://schemas.microsoft.com/office/drawing/2014/main" id="{CE776D8F-73AC-4D94-B645-F1371BE1CA87}"/>
              </a:ext>
            </a:extLst>
          </p:cNvPr>
          <p:cNvSpPr>
            <a:spLocks noChangeArrowheads="1"/>
          </p:cNvSpPr>
          <p:nvPr userDrawn="1"/>
        </p:nvSpPr>
        <p:spPr bwMode="auto">
          <a:xfrm>
            <a:off x="0" y="1892300"/>
            <a:ext cx="6400800" cy="522288"/>
          </a:xfrm>
          <a:prstGeom prst="rect">
            <a:avLst/>
          </a:prstGeom>
          <a:noFill/>
          <a:ln w="12700">
            <a:noFill/>
            <a:miter lim="800000"/>
            <a:headEnd/>
            <a:tailEnd/>
          </a:ln>
        </p:spPr>
        <p:txBody>
          <a:bodyPr anchor="ctr">
            <a:spAutoFit/>
          </a:bodyPr>
          <a:lstStyle/>
          <a:p>
            <a:pPr algn="ctr" eaLnBrk="0" fontAlgn="auto" hangingPunct="0">
              <a:spcBef>
                <a:spcPts val="0"/>
              </a:spcBef>
              <a:spcAft>
                <a:spcPts val="0"/>
              </a:spcAft>
              <a:buSzPct val="120000"/>
              <a:tabLst>
                <a:tab pos="1828800" algn="l"/>
              </a:tabLst>
              <a:defRPr/>
            </a:pPr>
            <a:r>
              <a:rPr lang="en-US" sz="2800" dirty="0">
                <a:solidFill>
                  <a:schemeClr val="bg1"/>
                </a:solidFill>
                <a:latin typeface="+mn-lt"/>
              </a:rPr>
              <a:t>BOP Input Output Forms</a:t>
            </a:r>
          </a:p>
        </p:txBody>
      </p:sp>
      <p:pic>
        <p:nvPicPr>
          <p:cNvPr id="11" name="Picture 3">
            <a:extLst>
              <a:ext uri="{FF2B5EF4-FFF2-40B4-BE49-F238E27FC236}">
                <a16:creationId xmlns:a16="http://schemas.microsoft.com/office/drawing/2014/main" id="{ECFDDE1F-7511-49EB-8971-779F4CFA68B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7600" y="1754188"/>
            <a:ext cx="1150938"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12" name="Rectangle 67">
            <a:extLst>
              <a:ext uri="{FF2B5EF4-FFF2-40B4-BE49-F238E27FC236}">
                <a16:creationId xmlns:a16="http://schemas.microsoft.com/office/drawing/2014/main" id="{62387AAE-4F96-48B9-AFC4-6B107A58A9BF}"/>
              </a:ext>
            </a:extLst>
          </p:cNvPr>
          <p:cNvSpPr>
            <a:spLocks noChangeArrowheads="1"/>
          </p:cNvSpPr>
          <p:nvPr userDrawn="1"/>
        </p:nvSpPr>
        <p:spPr bwMode="auto">
          <a:xfrm>
            <a:off x="0" y="2516188"/>
            <a:ext cx="9144000" cy="76200"/>
          </a:xfrm>
          <a:prstGeom prst="rect">
            <a:avLst/>
          </a:prstGeom>
          <a:solidFill>
            <a:srgbClr val="00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13" name="Rectangle 63">
            <a:extLst>
              <a:ext uri="{FF2B5EF4-FFF2-40B4-BE49-F238E27FC236}">
                <a16:creationId xmlns:a16="http://schemas.microsoft.com/office/drawing/2014/main" id="{B874D73F-4020-476E-8566-816CE522D28F}"/>
              </a:ext>
            </a:extLst>
          </p:cNvPr>
          <p:cNvSpPr>
            <a:spLocks noChangeArrowheads="1"/>
          </p:cNvSpPr>
          <p:nvPr userDrawn="1"/>
        </p:nvSpPr>
        <p:spPr bwMode="auto">
          <a:xfrm>
            <a:off x="8763000" y="175260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14" name="Rectangle 45">
            <a:extLst>
              <a:ext uri="{FF2B5EF4-FFF2-40B4-BE49-F238E27FC236}">
                <a16:creationId xmlns:a16="http://schemas.microsoft.com/office/drawing/2014/main" id="{247320EA-5142-4577-82E6-41DF974240C6}"/>
              </a:ext>
            </a:extLst>
          </p:cNvPr>
          <p:cNvSpPr>
            <a:spLocks noChangeArrowheads="1"/>
          </p:cNvSpPr>
          <p:nvPr userDrawn="1"/>
        </p:nvSpPr>
        <p:spPr bwMode="auto">
          <a:xfrm>
            <a:off x="3276600" y="2592388"/>
            <a:ext cx="5867400" cy="2438400"/>
          </a:xfrm>
          <a:prstGeom prst="rect">
            <a:avLst/>
          </a:prstGeom>
          <a:solidFill>
            <a:srgbClr val="5F5F5F"/>
          </a:solidFill>
          <a:ln w="9525">
            <a:noFill/>
            <a:miter lim="800000"/>
            <a:headEnd/>
            <a:tailEnd/>
          </a:ln>
          <a:effectLst/>
        </p:spPr>
        <p:txBody>
          <a:bodyPr wrap="none" anchor="ctr"/>
          <a:lstStyle/>
          <a:p>
            <a:pPr fontAlgn="auto">
              <a:spcBef>
                <a:spcPts val="0"/>
              </a:spcBef>
              <a:spcAft>
                <a:spcPts val="0"/>
              </a:spcAft>
              <a:defRPr/>
            </a:pPr>
            <a:endParaRPr lang="en-US">
              <a:latin typeface="+mn-lt"/>
            </a:endParaRPr>
          </a:p>
        </p:txBody>
      </p:sp>
      <p:sp>
        <p:nvSpPr>
          <p:cNvPr id="15" name="Text Box 50">
            <a:extLst>
              <a:ext uri="{FF2B5EF4-FFF2-40B4-BE49-F238E27FC236}">
                <a16:creationId xmlns:a16="http://schemas.microsoft.com/office/drawing/2014/main" id="{AB5B5207-D008-40FE-96C3-8227F7A27C4A}"/>
              </a:ext>
            </a:extLst>
          </p:cNvPr>
          <p:cNvSpPr txBox="1">
            <a:spLocks noChangeArrowheads="1"/>
          </p:cNvSpPr>
          <p:nvPr userDrawn="1"/>
        </p:nvSpPr>
        <p:spPr bwMode="auto">
          <a:xfrm>
            <a:off x="3643313" y="2895600"/>
            <a:ext cx="5105400" cy="989013"/>
          </a:xfrm>
          <a:prstGeom prst="rect">
            <a:avLst/>
          </a:prstGeom>
          <a:noFill/>
          <a:ln w="9525" algn="in">
            <a:noFill/>
            <a:miter lim="800000"/>
            <a:headEnd/>
            <a:tailEnd/>
          </a:ln>
          <a:effectLst/>
        </p:spPr>
        <p:txBody>
          <a:bodyPr lIns="36576" tIns="36576" rIns="36576" bIns="36576"/>
          <a:lstStyle/>
          <a:p>
            <a:pPr algn="ctr" eaLnBrk="0" fontAlgn="auto" hangingPunct="0">
              <a:spcBef>
                <a:spcPts val="0"/>
              </a:spcBef>
              <a:spcAft>
                <a:spcPts val="0"/>
              </a:spcAft>
              <a:buSzPct val="120000"/>
              <a:defRPr/>
            </a:pPr>
            <a:r>
              <a:rPr lang="en-US" sz="2400" dirty="0">
                <a:solidFill>
                  <a:srgbClr val="FFFFFF"/>
                </a:solidFill>
                <a:latin typeface="Calibri" pitchFamily="34" charset="0"/>
                <a:cs typeface="Calibri" pitchFamily="34" charset="0"/>
              </a:rPr>
              <a:t>Deliver Value. </a:t>
            </a:r>
            <a:br>
              <a:rPr lang="en-US" sz="2400" dirty="0">
                <a:solidFill>
                  <a:srgbClr val="FFFFFF"/>
                </a:solidFill>
                <a:latin typeface="Calibri" pitchFamily="34" charset="0"/>
                <a:cs typeface="Calibri" pitchFamily="34" charset="0"/>
              </a:rPr>
            </a:br>
            <a:r>
              <a:rPr lang="en-US" sz="2400" dirty="0">
                <a:solidFill>
                  <a:srgbClr val="FFFFFF"/>
                </a:solidFill>
                <a:latin typeface="Calibri" pitchFamily="34" charset="0"/>
                <a:cs typeface="Calibri" pitchFamily="34" charset="0"/>
              </a:rPr>
              <a:t>Build Momentum.</a:t>
            </a:r>
          </a:p>
        </p:txBody>
      </p:sp>
      <p:sp>
        <p:nvSpPr>
          <p:cNvPr id="16" name="Text Box 20">
            <a:extLst>
              <a:ext uri="{FF2B5EF4-FFF2-40B4-BE49-F238E27FC236}">
                <a16:creationId xmlns:a16="http://schemas.microsoft.com/office/drawing/2014/main" id="{87005C37-D13B-4DFC-8649-6D6C584AC755}"/>
              </a:ext>
            </a:extLst>
          </p:cNvPr>
          <p:cNvSpPr txBox="1">
            <a:spLocks noChangeArrowheads="1"/>
          </p:cNvSpPr>
          <p:nvPr userDrawn="1"/>
        </p:nvSpPr>
        <p:spPr bwMode="auto">
          <a:xfrm>
            <a:off x="3605213" y="4370388"/>
            <a:ext cx="1257300" cy="228600"/>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EXPERIENCE</a:t>
            </a:r>
            <a:endParaRPr lang="en-US" sz="1200" dirty="0">
              <a:solidFill>
                <a:schemeClr val="bg1"/>
              </a:solidFill>
              <a:latin typeface="Calibri" pitchFamily="34" charset="0"/>
              <a:cs typeface="Calibri" pitchFamily="34" charset="0"/>
            </a:endParaRPr>
          </a:p>
        </p:txBody>
      </p:sp>
      <p:sp>
        <p:nvSpPr>
          <p:cNvPr id="17" name="Text Box 21">
            <a:extLst>
              <a:ext uri="{FF2B5EF4-FFF2-40B4-BE49-F238E27FC236}">
                <a16:creationId xmlns:a16="http://schemas.microsoft.com/office/drawing/2014/main" id="{0EDB365F-3F08-46F0-91A9-7798B50751B4}"/>
              </a:ext>
            </a:extLst>
          </p:cNvPr>
          <p:cNvSpPr txBox="1">
            <a:spLocks noChangeArrowheads="1"/>
          </p:cNvSpPr>
          <p:nvPr userDrawn="1"/>
        </p:nvSpPr>
        <p:spPr bwMode="auto">
          <a:xfrm>
            <a:off x="4738688" y="4373563"/>
            <a:ext cx="1393825" cy="228600"/>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EXPERTISE</a:t>
            </a:r>
            <a:endParaRPr lang="en-US" sz="1200" dirty="0">
              <a:solidFill>
                <a:schemeClr val="bg1"/>
              </a:solidFill>
              <a:latin typeface="Calibri" pitchFamily="34" charset="0"/>
              <a:cs typeface="Calibri" pitchFamily="34" charset="0"/>
            </a:endParaRPr>
          </a:p>
        </p:txBody>
      </p:sp>
      <p:sp>
        <p:nvSpPr>
          <p:cNvPr id="18" name="Text Box 22">
            <a:extLst>
              <a:ext uri="{FF2B5EF4-FFF2-40B4-BE49-F238E27FC236}">
                <a16:creationId xmlns:a16="http://schemas.microsoft.com/office/drawing/2014/main" id="{0547DBE3-53AF-49BA-A432-7BB775D62BC8}"/>
              </a:ext>
            </a:extLst>
          </p:cNvPr>
          <p:cNvSpPr txBox="1">
            <a:spLocks noChangeArrowheads="1"/>
          </p:cNvSpPr>
          <p:nvPr userDrawn="1"/>
        </p:nvSpPr>
        <p:spPr bwMode="auto">
          <a:xfrm>
            <a:off x="6589713" y="4373563"/>
            <a:ext cx="2743200" cy="352425"/>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APPROACH</a:t>
            </a:r>
            <a:br>
              <a:rPr lang="en-US" sz="1200" b="1" dirty="0">
                <a:solidFill>
                  <a:schemeClr val="bg1"/>
                </a:solidFill>
                <a:latin typeface="Calibri" pitchFamily="34" charset="0"/>
                <a:cs typeface="Calibri" pitchFamily="34" charset="0"/>
              </a:rPr>
            </a:br>
            <a:r>
              <a:rPr lang="en-US" sz="900" b="1" dirty="0">
                <a:solidFill>
                  <a:schemeClr val="bg1"/>
                </a:solidFill>
                <a:latin typeface="Calibri" pitchFamily="34" charset="0"/>
                <a:cs typeface="Calibri" pitchFamily="34" charset="0"/>
              </a:rPr>
              <a:t>(KEEP-CUSTOMER-FOR-LIFE approach)</a:t>
            </a:r>
            <a:endParaRPr lang="en-US" sz="1200" dirty="0">
              <a:solidFill>
                <a:schemeClr val="bg1"/>
              </a:solidFill>
              <a:latin typeface="Calibri" pitchFamily="34" charset="0"/>
              <a:cs typeface="Calibri" pitchFamily="34" charset="0"/>
            </a:endParaRPr>
          </a:p>
        </p:txBody>
      </p:sp>
      <p:sp>
        <p:nvSpPr>
          <p:cNvPr id="19" name="Freeform 23">
            <a:extLst>
              <a:ext uri="{FF2B5EF4-FFF2-40B4-BE49-F238E27FC236}">
                <a16:creationId xmlns:a16="http://schemas.microsoft.com/office/drawing/2014/main" id="{0F962346-1526-4C73-8AC6-8934903C3978}"/>
              </a:ext>
            </a:extLst>
          </p:cNvPr>
          <p:cNvSpPr>
            <a:spLocks noChangeAspect="1"/>
          </p:cNvSpPr>
          <p:nvPr userDrawn="1"/>
        </p:nvSpPr>
        <p:spPr bwMode="auto">
          <a:xfrm rot="1628237">
            <a:off x="3841750" y="4037013"/>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
        <p:nvSpPr>
          <p:cNvPr id="20" name="Text Box 21">
            <a:extLst>
              <a:ext uri="{FF2B5EF4-FFF2-40B4-BE49-F238E27FC236}">
                <a16:creationId xmlns:a16="http://schemas.microsoft.com/office/drawing/2014/main" id="{7B20E624-8B68-4DF4-AD77-0D075FDC101E}"/>
              </a:ext>
            </a:extLst>
          </p:cNvPr>
          <p:cNvSpPr txBox="1">
            <a:spLocks noChangeArrowheads="1"/>
          </p:cNvSpPr>
          <p:nvPr userDrawn="1"/>
        </p:nvSpPr>
        <p:spPr bwMode="auto">
          <a:xfrm>
            <a:off x="5957888" y="4367213"/>
            <a:ext cx="1393825" cy="228600"/>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sz="1200" b="1" dirty="0">
                <a:solidFill>
                  <a:schemeClr val="bg1"/>
                </a:solidFill>
                <a:latin typeface="Calibri" pitchFamily="34" charset="0"/>
                <a:cs typeface="Calibri" pitchFamily="34" charset="0"/>
              </a:rPr>
              <a:t>R&amp;D</a:t>
            </a:r>
            <a:endParaRPr lang="en-US" sz="1200" dirty="0">
              <a:solidFill>
                <a:schemeClr val="bg1"/>
              </a:solidFill>
              <a:latin typeface="Calibri" pitchFamily="34" charset="0"/>
              <a:cs typeface="Calibri" pitchFamily="34" charset="0"/>
            </a:endParaRPr>
          </a:p>
        </p:txBody>
      </p:sp>
      <p:sp>
        <p:nvSpPr>
          <p:cNvPr id="21" name="Freeform 23">
            <a:extLst>
              <a:ext uri="{FF2B5EF4-FFF2-40B4-BE49-F238E27FC236}">
                <a16:creationId xmlns:a16="http://schemas.microsoft.com/office/drawing/2014/main" id="{8C249A6A-61EF-497B-9762-8C9A870E8A77}"/>
              </a:ext>
            </a:extLst>
          </p:cNvPr>
          <p:cNvSpPr>
            <a:spLocks noChangeAspect="1"/>
          </p:cNvSpPr>
          <p:nvPr userDrawn="1"/>
        </p:nvSpPr>
        <p:spPr bwMode="auto">
          <a:xfrm rot="1628237">
            <a:off x="5086350" y="40259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
        <p:nvSpPr>
          <p:cNvPr id="22" name="Freeform 23">
            <a:extLst>
              <a:ext uri="{FF2B5EF4-FFF2-40B4-BE49-F238E27FC236}">
                <a16:creationId xmlns:a16="http://schemas.microsoft.com/office/drawing/2014/main" id="{1DD14AA8-A14A-409C-BDC2-4C9B563B03BD}"/>
              </a:ext>
            </a:extLst>
          </p:cNvPr>
          <p:cNvSpPr>
            <a:spLocks noChangeAspect="1"/>
          </p:cNvSpPr>
          <p:nvPr userDrawn="1"/>
        </p:nvSpPr>
        <p:spPr bwMode="auto">
          <a:xfrm rot="1628237">
            <a:off x="6329363" y="4014788"/>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
        <p:nvSpPr>
          <p:cNvPr id="23" name="Freeform 23">
            <a:extLst>
              <a:ext uri="{FF2B5EF4-FFF2-40B4-BE49-F238E27FC236}">
                <a16:creationId xmlns:a16="http://schemas.microsoft.com/office/drawing/2014/main" id="{97B398D5-0299-4F0D-869C-6A45A1D945CD}"/>
              </a:ext>
            </a:extLst>
          </p:cNvPr>
          <p:cNvSpPr>
            <a:spLocks noChangeAspect="1"/>
          </p:cNvSpPr>
          <p:nvPr userDrawn="1"/>
        </p:nvSpPr>
        <p:spPr bwMode="auto">
          <a:xfrm rot="1628237">
            <a:off x="7524750" y="40259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0504D"/>
          </a:solidFill>
          <a:ln w="12700" algn="ctr">
            <a:noFill/>
            <a:miter lim="800000"/>
            <a:headEnd/>
            <a:tailEnd/>
          </a:ln>
          <a:effectLst/>
        </p:spPr>
        <p:txBody>
          <a:bodyPr wrap="none" lIns="92075" tIns="46038" rIns="92075" bIns="46038" anchor="ctr"/>
          <a:lstStyle/>
          <a:p>
            <a:pPr algn="ctr" fontAlgn="auto">
              <a:spcBef>
                <a:spcPts val="0"/>
              </a:spcBef>
              <a:spcAft>
                <a:spcPts val="0"/>
              </a:spcAft>
              <a:defRPr/>
            </a:pPr>
            <a:endParaRPr lang="en-US">
              <a:latin typeface="+mj-lt"/>
            </a:endParaRPr>
          </a:p>
        </p:txBody>
      </p:sp>
    </p:spTree>
    <p:extLst>
      <p:ext uri="{BB962C8B-B14F-4D97-AF65-F5344CB8AC3E}">
        <p14:creationId xmlns:p14="http://schemas.microsoft.com/office/powerpoint/2010/main" val="443839712"/>
      </p:ext>
    </p:extLst>
  </p:cSld>
  <p:clrMapOvr>
    <a:masterClrMapping/>
  </p:clrMapOvr>
  <p:transition advClick="0" advTm="10000">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Rectangle 62">
            <a:extLst>
              <a:ext uri="{FF2B5EF4-FFF2-40B4-BE49-F238E27FC236}">
                <a16:creationId xmlns:a16="http://schemas.microsoft.com/office/drawing/2014/main" id="{9D107EF5-2B0B-4FCF-8BE4-3E3F7C8456DA}"/>
              </a:ext>
            </a:extLst>
          </p:cNvPr>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3" name="Rectangle 63">
            <a:extLst>
              <a:ext uri="{FF2B5EF4-FFF2-40B4-BE49-F238E27FC236}">
                <a16:creationId xmlns:a16="http://schemas.microsoft.com/office/drawing/2014/main" id="{8B06ABE7-A94F-4BF0-A39D-9D2DB9444EF2}"/>
              </a:ext>
            </a:extLst>
          </p:cNvPr>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4" name="Rectangle 64">
            <a:extLst>
              <a:ext uri="{FF2B5EF4-FFF2-40B4-BE49-F238E27FC236}">
                <a16:creationId xmlns:a16="http://schemas.microsoft.com/office/drawing/2014/main" id="{8D5285F7-6D6F-4217-9199-39CB52B13F18}"/>
              </a:ext>
            </a:extLst>
          </p:cNvPr>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5" name="Rectangle 65">
            <a:extLst>
              <a:ext uri="{FF2B5EF4-FFF2-40B4-BE49-F238E27FC236}">
                <a16:creationId xmlns:a16="http://schemas.microsoft.com/office/drawing/2014/main" id="{D335193F-3421-44AB-B8AC-7036FF9153CB}"/>
              </a:ext>
            </a:extLst>
          </p:cNvPr>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pic>
        <p:nvPicPr>
          <p:cNvPr id="6" name="Picture 3">
            <a:extLst>
              <a:ext uri="{FF2B5EF4-FFF2-40B4-BE49-F238E27FC236}">
                <a16:creationId xmlns:a16="http://schemas.microsoft.com/office/drawing/2014/main" id="{8F6868AE-3F25-4B00-A445-A980EB2C29E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0"/>
            <a:ext cx="1150938"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a:extLst>
              <a:ext uri="{FF2B5EF4-FFF2-40B4-BE49-F238E27FC236}">
                <a16:creationId xmlns:a16="http://schemas.microsoft.com/office/drawing/2014/main" id="{37C343FC-BA64-4F5F-A8D5-917D039C5E01}"/>
              </a:ext>
            </a:extLst>
          </p:cNvPr>
          <p:cNvSpPr>
            <a:spLocks noChangeArrowheads="1"/>
          </p:cNvSpPr>
          <p:nvPr userDrawn="1"/>
        </p:nvSpPr>
        <p:spPr bwMode="auto">
          <a:xfrm>
            <a:off x="0" y="762000"/>
            <a:ext cx="9144000" cy="76200"/>
          </a:xfrm>
          <a:prstGeom prst="rect">
            <a:avLst/>
          </a:prstGeom>
          <a:solidFill>
            <a:srgbClr val="00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
        <p:nvSpPr>
          <p:cNvPr id="8" name="Text Box 46">
            <a:extLst>
              <a:ext uri="{FF2B5EF4-FFF2-40B4-BE49-F238E27FC236}">
                <a16:creationId xmlns:a16="http://schemas.microsoft.com/office/drawing/2014/main" id="{D5A213A1-BC95-41B6-9C79-3E70E3AB2FF3}"/>
              </a:ext>
            </a:extLst>
          </p:cNvPr>
          <p:cNvSpPr txBox="1">
            <a:spLocks noChangeArrowheads="1"/>
          </p:cNvSpPr>
          <p:nvPr userDrawn="1"/>
        </p:nvSpPr>
        <p:spPr bwMode="auto">
          <a:xfrm>
            <a:off x="0" y="6553200"/>
            <a:ext cx="9067800" cy="228600"/>
          </a:xfrm>
          <a:prstGeom prst="rect">
            <a:avLst/>
          </a:prstGeom>
          <a:noFill/>
          <a:ln w="9525">
            <a:noFill/>
            <a:miter lim="800000"/>
            <a:headEnd/>
            <a:tailEnd/>
          </a:ln>
        </p:spPr>
        <p:txBody>
          <a:bodyPr>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9" name="Rectangle 63">
            <a:extLst>
              <a:ext uri="{FF2B5EF4-FFF2-40B4-BE49-F238E27FC236}">
                <a16:creationId xmlns:a16="http://schemas.microsoft.com/office/drawing/2014/main" id="{0974C9E4-A461-47A1-801E-7A79365B86D7}"/>
              </a:ext>
            </a:extLst>
          </p:cNvPr>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a:latin typeface="+mn-lt"/>
            </a:endParaRPr>
          </a:p>
        </p:txBody>
      </p:sp>
    </p:spTree>
    <p:extLst>
      <p:ext uri="{BB962C8B-B14F-4D97-AF65-F5344CB8AC3E}">
        <p14:creationId xmlns:p14="http://schemas.microsoft.com/office/powerpoint/2010/main" val="1990677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8E0B6E-19B7-4291-9C3D-EE7969CB2679}"/>
              </a:ext>
            </a:extLst>
          </p:cNvPr>
          <p:cNvSpPr>
            <a:spLocks noGrp="1"/>
          </p:cNvSpPr>
          <p:nvPr>
            <p:ph type="dt" sz="half" idx="10"/>
          </p:nvPr>
        </p:nvSpPr>
        <p:spPr/>
        <p:txBody>
          <a:bodyPr/>
          <a:lstStyle>
            <a:lvl1pPr>
              <a:defRPr/>
            </a:lvl1pPr>
          </a:lstStyle>
          <a:p>
            <a:pPr>
              <a:defRPr/>
            </a:pPr>
            <a:fld id="{8DD895D2-B4AA-45DA-8140-8A3CA38C6989}" type="datetimeFigureOut">
              <a:rPr lang="en-US"/>
              <a:pPr>
                <a:defRPr/>
              </a:pPr>
              <a:t>12/15/2021</a:t>
            </a:fld>
            <a:endParaRPr lang="en-US"/>
          </a:p>
        </p:txBody>
      </p:sp>
      <p:sp>
        <p:nvSpPr>
          <p:cNvPr id="5" name="Footer Placeholder 4">
            <a:extLst>
              <a:ext uri="{FF2B5EF4-FFF2-40B4-BE49-F238E27FC236}">
                <a16:creationId xmlns:a16="http://schemas.microsoft.com/office/drawing/2014/main" id="{AFF4D425-9A74-4399-A472-79393A26797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6A95261-9DC5-4747-BCEE-3962CE3C6C8E}"/>
              </a:ext>
            </a:extLst>
          </p:cNvPr>
          <p:cNvSpPr>
            <a:spLocks noGrp="1"/>
          </p:cNvSpPr>
          <p:nvPr>
            <p:ph type="sldNum" sz="quarter" idx="12"/>
          </p:nvPr>
        </p:nvSpPr>
        <p:spPr/>
        <p:txBody>
          <a:bodyPr/>
          <a:lstStyle>
            <a:lvl1pPr>
              <a:defRPr/>
            </a:lvl1pPr>
          </a:lstStyle>
          <a:p>
            <a:fld id="{62829023-9723-4F98-A4F6-296BB578E6DB}" type="slidenum">
              <a:rPr lang="en-US" altLang="en-US"/>
              <a:pPr/>
              <a:t>‹#›</a:t>
            </a:fld>
            <a:endParaRPr lang="en-US" altLang="en-US"/>
          </a:p>
        </p:txBody>
      </p:sp>
    </p:spTree>
    <p:extLst>
      <p:ext uri="{BB962C8B-B14F-4D97-AF65-F5344CB8AC3E}">
        <p14:creationId xmlns:p14="http://schemas.microsoft.com/office/powerpoint/2010/main" val="268093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CA8FF23-E834-4F46-B0A5-956C807DF604}"/>
              </a:ext>
            </a:extLst>
          </p:cNvPr>
          <p:cNvSpPr>
            <a:spLocks noGrp="1"/>
          </p:cNvSpPr>
          <p:nvPr>
            <p:ph type="dt" sz="half" idx="10"/>
          </p:nvPr>
        </p:nvSpPr>
        <p:spPr/>
        <p:txBody>
          <a:bodyPr/>
          <a:lstStyle>
            <a:lvl1pPr>
              <a:defRPr/>
            </a:lvl1pPr>
          </a:lstStyle>
          <a:p>
            <a:pPr>
              <a:defRPr/>
            </a:pPr>
            <a:fld id="{F073BF45-2C82-4BAF-9D0A-AD434102AE53}" type="datetimeFigureOut">
              <a:rPr lang="en-US"/>
              <a:pPr>
                <a:defRPr/>
              </a:pPr>
              <a:t>12/15/2021</a:t>
            </a:fld>
            <a:endParaRPr lang="en-US"/>
          </a:p>
        </p:txBody>
      </p:sp>
      <p:sp>
        <p:nvSpPr>
          <p:cNvPr id="6" name="Footer Placeholder 4">
            <a:extLst>
              <a:ext uri="{FF2B5EF4-FFF2-40B4-BE49-F238E27FC236}">
                <a16:creationId xmlns:a16="http://schemas.microsoft.com/office/drawing/2014/main" id="{6D9D8290-50A7-43CC-BCBC-1DE7FF53CAC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EE18C7D-89CA-4BD3-B8AA-584C76965C6E}"/>
              </a:ext>
            </a:extLst>
          </p:cNvPr>
          <p:cNvSpPr>
            <a:spLocks noGrp="1"/>
          </p:cNvSpPr>
          <p:nvPr>
            <p:ph type="sldNum" sz="quarter" idx="12"/>
          </p:nvPr>
        </p:nvSpPr>
        <p:spPr/>
        <p:txBody>
          <a:bodyPr/>
          <a:lstStyle>
            <a:lvl1pPr>
              <a:defRPr/>
            </a:lvl1pPr>
          </a:lstStyle>
          <a:p>
            <a:fld id="{1053B07A-5072-4FBA-BB8B-9D00CB4796F1}" type="slidenum">
              <a:rPr lang="en-US" altLang="en-US"/>
              <a:pPr/>
              <a:t>‹#›</a:t>
            </a:fld>
            <a:endParaRPr lang="en-US" altLang="en-US"/>
          </a:p>
        </p:txBody>
      </p:sp>
    </p:spTree>
    <p:extLst>
      <p:ext uri="{BB962C8B-B14F-4D97-AF65-F5344CB8AC3E}">
        <p14:creationId xmlns:p14="http://schemas.microsoft.com/office/powerpoint/2010/main" val="252615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19C9A2C-DCB0-460A-ABC0-ABF048198FFA}"/>
              </a:ext>
            </a:extLst>
          </p:cNvPr>
          <p:cNvSpPr>
            <a:spLocks noGrp="1"/>
          </p:cNvSpPr>
          <p:nvPr>
            <p:ph type="dt" sz="half" idx="10"/>
          </p:nvPr>
        </p:nvSpPr>
        <p:spPr/>
        <p:txBody>
          <a:bodyPr/>
          <a:lstStyle>
            <a:lvl1pPr>
              <a:defRPr/>
            </a:lvl1pPr>
          </a:lstStyle>
          <a:p>
            <a:pPr>
              <a:defRPr/>
            </a:pPr>
            <a:fld id="{58D166EF-F175-4852-AE72-0AC3A1E79BEF}" type="datetimeFigureOut">
              <a:rPr lang="en-US"/>
              <a:pPr>
                <a:defRPr/>
              </a:pPr>
              <a:t>12/15/2021</a:t>
            </a:fld>
            <a:endParaRPr lang="en-US"/>
          </a:p>
        </p:txBody>
      </p:sp>
      <p:sp>
        <p:nvSpPr>
          <p:cNvPr id="8" name="Footer Placeholder 4">
            <a:extLst>
              <a:ext uri="{FF2B5EF4-FFF2-40B4-BE49-F238E27FC236}">
                <a16:creationId xmlns:a16="http://schemas.microsoft.com/office/drawing/2014/main" id="{E45C79C0-3227-4309-A3DD-41D96238390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30B2C67-5F46-40FF-9B46-ED82FBFA6F75}"/>
              </a:ext>
            </a:extLst>
          </p:cNvPr>
          <p:cNvSpPr>
            <a:spLocks noGrp="1"/>
          </p:cNvSpPr>
          <p:nvPr>
            <p:ph type="sldNum" sz="quarter" idx="12"/>
          </p:nvPr>
        </p:nvSpPr>
        <p:spPr/>
        <p:txBody>
          <a:bodyPr/>
          <a:lstStyle>
            <a:lvl1pPr>
              <a:defRPr/>
            </a:lvl1pPr>
          </a:lstStyle>
          <a:p>
            <a:fld id="{ABADAAFE-61F1-47F9-B088-5D10DB671FF4}" type="slidenum">
              <a:rPr lang="en-US" altLang="en-US"/>
              <a:pPr/>
              <a:t>‹#›</a:t>
            </a:fld>
            <a:endParaRPr lang="en-US" altLang="en-US"/>
          </a:p>
        </p:txBody>
      </p:sp>
    </p:spTree>
    <p:extLst>
      <p:ext uri="{BB962C8B-B14F-4D97-AF65-F5344CB8AC3E}">
        <p14:creationId xmlns:p14="http://schemas.microsoft.com/office/powerpoint/2010/main" val="564644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66C29B6F-C732-4876-9E72-A3D8F0D89771}"/>
              </a:ext>
            </a:extLst>
          </p:cNvPr>
          <p:cNvSpPr>
            <a:spLocks noGrp="1"/>
          </p:cNvSpPr>
          <p:nvPr>
            <p:ph type="dt" sz="half" idx="10"/>
          </p:nvPr>
        </p:nvSpPr>
        <p:spPr/>
        <p:txBody>
          <a:bodyPr/>
          <a:lstStyle>
            <a:lvl1pPr>
              <a:defRPr/>
            </a:lvl1pPr>
          </a:lstStyle>
          <a:p>
            <a:pPr>
              <a:defRPr/>
            </a:pPr>
            <a:fld id="{8D3F5EFA-A01E-47F7-B13D-66C85B1B01C3}" type="datetimeFigureOut">
              <a:rPr lang="en-US"/>
              <a:pPr>
                <a:defRPr/>
              </a:pPr>
              <a:t>12/15/2021</a:t>
            </a:fld>
            <a:endParaRPr lang="en-US"/>
          </a:p>
        </p:txBody>
      </p:sp>
      <p:sp>
        <p:nvSpPr>
          <p:cNvPr id="4" name="Footer Placeholder 4">
            <a:extLst>
              <a:ext uri="{FF2B5EF4-FFF2-40B4-BE49-F238E27FC236}">
                <a16:creationId xmlns:a16="http://schemas.microsoft.com/office/drawing/2014/main" id="{0551DFEA-0D99-4220-8897-7DDF45CE85D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0D99334-0142-4EF7-8832-794582423789}"/>
              </a:ext>
            </a:extLst>
          </p:cNvPr>
          <p:cNvSpPr>
            <a:spLocks noGrp="1"/>
          </p:cNvSpPr>
          <p:nvPr>
            <p:ph type="sldNum" sz="quarter" idx="12"/>
          </p:nvPr>
        </p:nvSpPr>
        <p:spPr/>
        <p:txBody>
          <a:bodyPr/>
          <a:lstStyle>
            <a:lvl1pPr>
              <a:defRPr/>
            </a:lvl1pPr>
          </a:lstStyle>
          <a:p>
            <a:fld id="{BCB0266A-A484-45EC-8CED-D3523454D720}" type="slidenum">
              <a:rPr lang="en-US" altLang="en-US"/>
              <a:pPr/>
              <a:t>‹#›</a:t>
            </a:fld>
            <a:endParaRPr lang="en-US" altLang="en-US"/>
          </a:p>
        </p:txBody>
      </p:sp>
    </p:spTree>
    <p:extLst>
      <p:ext uri="{BB962C8B-B14F-4D97-AF65-F5344CB8AC3E}">
        <p14:creationId xmlns:p14="http://schemas.microsoft.com/office/powerpoint/2010/main" val="320150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D3BD8EC-1AD6-4C29-A23E-1FA3C56E20F1}"/>
              </a:ext>
            </a:extLst>
          </p:cNvPr>
          <p:cNvSpPr>
            <a:spLocks noGrp="1"/>
          </p:cNvSpPr>
          <p:nvPr>
            <p:ph type="dt" sz="half" idx="10"/>
          </p:nvPr>
        </p:nvSpPr>
        <p:spPr/>
        <p:txBody>
          <a:bodyPr/>
          <a:lstStyle>
            <a:lvl1pPr>
              <a:defRPr/>
            </a:lvl1pPr>
          </a:lstStyle>
          <a:p>
            <a:pPr>
              <a:defRPr/>
            </a:pPr>
            <a:fld id="{7BB6F72B-6678-4EAD-8D81-CA8D9F0F7D8B}" type="datetimeFigureOut">
              <a:rPr lang="en-US"/>
              <a:pPr>
                <a:defRPr/>
              </a:pPr>
              <a:t>12/15/2021</a:t>
            </a:fld>
            <a:endParaRPr lang="en-US"/>
          </a:p>
        </p:txBody>
      </p:sp>
      <p:sp>
        <p:nvSpPr>
          <p:cNvPr id="3" name="Footer Placeholder 4">
            <a:extLst>
              <a:ext uri="{FF2B5EF4-FFF2-40B4-BE49-F238E27FC236}">
                <a16:creationId xmlns:a16="http://schemas.microsoft.com/office/drawing/2014/main" id="{BAC5BEA6-FC36-437C-9AF7-CA87B19C905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A6F8433-BB04-484C-A026-B0CE76F0C0D4}"/>
              </a:ext>
            </a:extLst>
          </p:cNvPr>
          <p:cNvSpPr>
            <a:spLocks noGrp="1"/>
          </p:cNvSpPr>
          <p:nvPr>
            <p:ph type="sldNum" sz="quarter" idx="12"/>
          </p:nvPr>
        </p:nvSpPr>
        <p:spPr/>
        <p:txBody>
          <a:bodyPr/>
          <a:lstStyle>
            <a:lvl1pPr>
              <a:defRPr/>
            </a:lvl1pPr>
          </a:lstStyle>
          <a:p>
            <a:fld id="{3BE6B208-76BD-4F03-A3A7-0A352C4FFC64}" type="slidenum">
              <a:rPr lang="en-US" altLang="en-US"/>
              <a:pPr/>
              <a:t>‹#›</a:t>
            </a:fld>
            <a:endParaRPr lang="en-US" altLang="en-US"/>
          </a:p>
        </p:txBody>
      </p:sp>
    </p:spTree>
    <p:extLst>
      <p:ext uri="{BB962C8B-B14F-4D97-AF65-F5344CB8AC3E}">
        <p14:creationId xmlns:p14="http://schemas.microsoft.com/office/powerpoint/2010/main" val="299691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EC6347C-C739-4184-A8FD-2462A8974E77}"/>
              </a:ext>
            </a:extLst>
          </p:cNvPr>
          <p:cNvSpPr>
            <a:spLocks noGrp="1"/>
          </p:cNvSpPr>
          <p:nvPr>
            <p:ph type="dt" sz="half" idx="10"/>
          </p:nvPr>
        </p:nvSpPr>
        <p:spPr/>
        <p:txBody>
          <a:bodyPr/>
          <a:lstStyle>
            <a:lvl1pPr>
              <a:defRPr/>
            </a:lvl1pPr>
          </a:lstStyle>
          <a:p>
            <a:pPr>
              <a:defRPr/>
            </a:pPr>
            <a:fld id="{F1E4644D-0CC5-4DFC-8878-45A4FF90BEA6}" type="datetimeFigureOut">
              <a:rPr lang="en-US"/>
              <a:pPr>
                <a:defRPr/>
              </a:pPr>
              <a:t>12/15/2021</a:t>
            </a:fld>
            <a:endParaRPr lang="en-US"/>
          </a:p>
        </p:txBody>
      </p:sp>
      <p:sp>
        <p:nvSpPr>
          <p:cNvPr id="6" name="Footer Placeholder 4">
            <a:extLst>
              <a:ext uri="{FF2B5EF4-FFF2-40B4-BE49-F238E27FC236}">
                <a16:creationId xmlns:a16="http://schemas.microsoft.com/office/drawing/2014/main" id="{D06EF20F-FF10-4EE2-A8BA-9DC2C787200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216FD6-079E-4506-A5CC-466CE5446066}"/>
              </a:ext>
            </a:extLst>
          </p:cNvPr>
          <p:cNvSpPr>
            <a:spLocks noGrp="1"/>
          </p:cNvSpPr>
          <p:nvPr>
            <p:ph type="sldNum" sz="quarter" idx="12"/>
          </p:nvPr>
        </p:nvSpPr>
        <p:spPr/>
        <p:txBody>
          <a:bodyPr/>
          <a:lstStyle>
            <a:lvl1pPr>
              <a:defRPr/>
            </a:lvl1pPr>
          </a:lstStyle>
          <a:p>
            <a:fld id="{349CAF97-A1A9-429D-921F-B78B5488EB79}" type="slidenum">
              <a:rPr lang="en-US" altLang="en-US"/>
              <a:pPr/>
              <a:t>‹#›</a:t>
            </a:fld>
            <a:endParaRPr lang="en-US" altLang="en-US"/>
          </a:p>
        </p:txBody>
      </p:sp>
    </p:spTree>
    <p:extLst>
      <p:ext uri="{BB962C8B-B14F-4D97-AF65-F5344CB8AC3E}">
        <p14:creationId xmlns:p14="http://schemas.microsoft.com/office/powerpoint/2010/main" val="460853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85CC518-A75E-495E-A1AA-0D5EEB8353A6}"/>
              </a:ext>
            </a:extLst>
          </p:cNvPr>
          <p:cNvSpPr>
            <a:spLocks noGrp="1"/>
          </p:cNvSpPr>
          <p:nvPr>
            <p:ph type="dt" sz="half" idx="10"/>
          </p:nvPr>
        </p:nvSpPr>
        <p:spPr/>
        <p:txBody>
          <a:bodyPr/>
          <a:lstStyle>
            <a:lvl1pPr>
              <a:defRPr/>
            </a:lvl1pPr>
          </a:lstStyle>
          <a:p>
            <a:pPr>
              <a:defRPr/>
            </a:pPr>
            <a:fld id="{0582FD93-B857-4DEC-8800-40D5A955B10B}" type="datetimeFigureOut">
              <a:rPr lang="en-US"/>
              <a:pPr>
                <a:defRPr/>
              </a:pPr>
              <a:t>12/15/2021</a:t>
            </a:fld>
            <a:endParaRPr lang="en-US"/>
          </a:p>
        </p:txBody>
      </p:sp>
      <p:sp>
        <p:nvSpPr>
          <p:cNvPr id="6" name="Footer Placeholder 4">
            <a:extLst>
              <a:ext uri="{FF2B5EF4-FFF2-40B4-BE49-F238E27FC236}">
                <a16:creationId xmlns:a16="http://schemas.microsoft.com/office/drawing/2014/main" id="{8415516B-2DDE-4CF2-BAB6-DFDE4392E8F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2E651BA-FCC5-4C27-A1DF-33BE8355134A}"/>
              </a:ext>
            </a:extLst>
          </p:cNvPr>
          <p:cNvSpPr>
            <a:spLocks noGrp="1"/>
          </p:cNvSpPr>
          <p:nvPr>
            <p:ph type="sldNum" sz="quarter" idx="12"/>
          </p:nvPr>
        </p:nvSpPr>
        <p:spPr/>
        <p:txBody>
          <a:bodyPr/>
          <a:lstStyle>
            <a:lvl1pPr>
              <a:defRPr/>
            </a:lvl1pPr>
          </a:lstStyle>
          <a:p>
            <a:fld id="{C68CE617-C8A1-41B9-A6D5-7D67D5B5990B}" type="slidenum">
              <a:rPr lang="en-US" altLang="en-US"/>
              <a:pPr/>
              <a:t>‹#›</a:t>
            </a:fld>
            <a:endParaRPr lang="en-US" altLang="en-US"/>
          </a:p>
        </p:txBody>
      </p:sp>
    </p:spTree>
    <p:extLst>
      <p:ext uri="{BB962C8B-B14F-4D97-AF65-F5344CB8AC3E}">
        <p14:creationId xmlns:p14="http://schemas.microsoft.com/office/powerpoint/2010/main" val="4190466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6250E-FE97-4C26-8685-A69782994043}"/>
              </a:ext>
            </a:extLst>
          </p:cNvPr>
          <p:cNvSpPr>
            <a:spLocks noGrp="1"/>
          </p:cNvSpPr>
          <p:nvPr>
            <p:ph type="dt" sz="half" idx="10"/>
          </p:nvPr>
        </p:nvSpPr>
        <p:spPr/>
        <p:txBody>
          <a:bodyPr/>
          <a:lstStyle>
            <a:lvl1pPr>
              <a:defRPr/>
            </a:lvl1pPr>
          </a:lstStyle>
          <a:p>
            <a:pPr>
              <a:defRPr/>
            </a:pPr>
            <a:fld id="{2E8B9CB6-67B6-43D8-A1E4-B1E9207B5CFE}" type="datetimeFigureOut">
              <a:rPr lang="en-US"/>
              <a:pPr>
                <a:defRPr/>
              </a:pPr>
              <a:t>12/15/2021</a:t>
            </a:fld>
            <a:endParaRPr lang="en-US"/>
          </a:p>
        </p:txBody>
      </p:sp>
      <p:sp>
        <p:nvSpPr>
          <p:cNvPr id="5" name="Footer Placeholder 4">
            <a:extLst>
              <a:ext uri="{FF2B5EF4-FFF2-40B4-BE49-F238E27FC236}">
                <a16:creationId xmlns:a16="http://schemas.microsoft.com/office/drawing/2014/main" id="{1A7D2B75-C5F1-40D6-A996-E014AA7880C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5344A4D-B4E8-494B-9F9D-1830D4217465}"/>
              </a:ext>
            </a:extLst>
          </p:cNvPr>
          <p:cNvSpPr>
            <a:spLocks noGrp="1"/>
          </p:cNvSpPr>
          <p:nvPr>
            <p:ph type="sldNum" sz="quarter" idx="12"/>
          </p:nvPr>
        </p:nvSpPr>
        <p:spPr/>
        <p:txBody>
          <a:bodyPr/>
          <a:lstStyle>
            <a:lvl1pPr>
              <a:defRPr/>
            </a:lvl1pPr>
          </a:lstStyle>
          <a:p>
            <a:fld id="{49FE2C04-3F13-4C98-93DC-58DD2FF78F6E}" type="slidenum">
              <a:rPr lang="en-US" altLang="en-US"/>
              <a:pPr/>
              <a:t>‹#›</a:t>
            </a:fld>
            <a:endParaRPr lang="en-US" altLang="en-US"/>
          </a:p>
        </p:txBody>
      </p:sp>
    </p:spTree>
    <p:extLst>
      <p:ext uri="{BB962C8B-B14F-4D97-AF65-F5344CB8AC3E}">
        <p14:creationId xmlns:p14="http://schemas.microsoft.com/office/powerpoint/2010/main" val="1878691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B3561-DA62-4D52-A4D8-F2080B4943E7}"/>
              </a:ext>
            </a:extLst>
          </p:cNvPr>
          <p:cNvSpPr>
            <a:spLocks noGrp="1"/>
          </p:cNvSpPr>
          <p:nvPr>
            <p:ph type="dt" sz="half" idx="10"/>
          </p:nvPr>
        </p:nvSpPr>
        <p:spPr/>
        <p:txBody>
          <a:bodyPr/>
          <a:lstStyle>
            <a:lvl1pPr>
              <a:defRPr/>
            </a:lvl1pPr>
          </a:lstStyle>
          <a:p>
            <a:pPr>
              <a:defRPr/>
            </a:pPr>
            <a:fld id="{F745F2E7-C165-486C-9AE8-A193C790BB53}" type="datetimeFigureOut">
              <a:rPr lang="en-US"/>
              <a:pPr>
                <a:defRPr/>
              </a:pPr>
              <a:t>12/15/2021</a:t>
            </a:fld>
            <a:endParaRPr lang="en-US"/>
          </a:p>
        </p:txBody>
      </p:sp>
      <p:sp>
        <p:nvSpPr>
          <p:cNvPr id="5" name="Footer Placeholder 4">
            <a:extLst>
              <a:ext uri="{FF2B5EF4-FFF2-40B4-BE49-F238E27FC236}">
                <a16:creationId xmlns:a16="http://schemas.microsoft.com/office/drawing/2014/main" id="{A881BB17-42F9-4B3F-95C6-EDF7841873D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F2730AE-E8E5-46FB-8B6E-F0F7BC48752C}"/>
              </a:ext>
            </a:extLst>
          </p:cNvPr>
          <p:cNvSpPr>
            <a:spLocks noGrp="1"/>
          </p:cNvSpPr>
          <p:nvPr>
            <p:ph type="sldNum" sz="quarter" idx="12"/>
          </p:nvPr>
        </p:nvSpPr>
        <p:spPr/>
        <p:txBody>
          <a:bodyPr/>
          <a:lstStyle>
            <a:lvl1pPr>
              <a:defRPr/>
            </a:lvl1pPr>
          </a:lstStyle>
          <a:p>
            <a:fld id="{BE57898B-8F63-41E2-83EE-310521AE238B}" type="slidenum">
              <a:rPr lang="en-US" altLang="en-US"/>
              <a:pPr/>
              <a:t>‹#›</a:t>
            </a:fld>
            <a:endParaRPr lang="en-US" altLang="en-US"/>
          </a:p>
        </p:txBody>
      </p:sp>
    </p:spTree>
    <p:extLst>
      <p:ext uri="{BB962C8B-B14F-4D97-AF65-F5344CB8AC3E}">
        <p14:creationId xmlns:p14="http://schemas.microsoft.com/office/powerpoint/2010/main" val="3510897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D077B28B-0006-41F9-A504-7DD1E65A3CC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92257FF4-261E-4316-AF9A-D49518C5E44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33D9E53-DD99-4B5C-AAEB-F6DA2399E04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CC7F0790-F48A-4CD4-9411-D525CC372FE7}" type="datetimeFigureOut">
              <a:rPr lang="en-US"/>
              <a:pPr>
                <a:defRPr/>
              </a:pPr>
              <a:t>12/15/2021</a:t>
            </a:fld>
            <a:endParaRPr lang="en-US"/>
          </a:p>
        </p:txBody>
      </p:sp>
      <p:sp>
        <p:nvSpPr>
          <p:cNvPr id="5" name="Footer Placeholder 4">
            <a:extLst>
              <a:ext uri="{FF2B5EF4-FFF2-40B4-BE49-F238E27FC236}">
                <a16:creationId xmlns:a16="http://schemas.microsoft.com/office/drawing/2014/main" id="{A626BBCA-D7EB-44BC-9B53-DAED606844B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175B5535-3FA0-413D-A432-60F7111DBDB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E9C455C1-C0EE-46CF-8FF3-E230644A22D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1.jpeg"/><Relationship Id="rId5" Type="http://schemas.openxmlformats.org/officeDocument/2006/relationships/image" Target="../media/image7.wmf"/><Relationship Id="rId10" Type="http://schemas.openxmlformats.org/officeDocument/2006/relationships/image" Target="../media/image10.jpeg"/><Relationship Id="rId4" Type="http://schemas.openxmlformats.org/officeDocument/2006/relationships/oleObject" Target="../embeddings/oleObject1.bin"/><Relationship Id="rId9" Type="http://schemas.openxmlformats.org/officeDocument/2006/relationships/image" Target="../media/image9.wmf"/></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advClick="0" advTm="10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6">
            <a:extLst>
              <a:ext uri="{FF2B5EF4-FFF2-40B4-BE49-F238E27FC236}">
                <a16:creationId xmlns:a16="http://schemas.microsoft.com/office/drawing/2014/main" id="{AC0FF2E4-1344-406C-B7BF-694D45C38E91}"/>
              </a:ext>
            </a:extLst>
          </p:cNvPr>
          <p:cNvSpPr>
            <a:spLocks noChangeArrowheads="1"/>
          </p:cNvSpPr>
          <p:nvPr/>
        </p:nvSpPr>
        <p:spPr bwMode="auto">
          <a:xfrm>
            <a:off x="76200" y="152400"/>
            <a:ext cx="5867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Agenda</a:t>
            </a:r>
          </a:p>
        </p:txBody>
      </p:sp>
      <p:sp>
        <p:nvSpPr>
          <p:cNvPr id="6" name="Slide Number Placeholder 3">
            <a:extLst>
              <a:ext uri="{FF2B5EF4-FFF2-40B4-BE49-F238E27FC236}">
                <a16:creationId xmlns:a16="http://schemas.microsoft.com/office/drawing/2014/main" id="{4B8839E6-9FE1-4005-AF5B-A15B0E085BD0}"/>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8F54AC4-8DA2-45FA-B288-EC32D6C4E7DD}" type="slidenum">
              <a:rPr lang="en-US" altLang="en-US" sz="1400">
                <a:latin typeface="Calibri" panose="020F0502020204030204" pitchFamily="34" charset="0"/>
              </a:rPr>
              <a:pPr algn="r" eaLnBrk="1" hangingPunct="1"/>
              <a:t>2</a:t>
            </a:fld>
            <a:endParaRPr lang="en-US" altLang="en-US" sz="1400">
              <a:latin typeface="Calibri" panose="020F0502020204030204" pitchFamily="34" charset="0"/>
            </a:endParaRPr>
          </a:p>
        </p:txBody>
      </p:sp>
      <p:sp>
        <p:nvSpPr>
          <p:cNvPr id="7" name="TextBox 6">
            <a:extLst>
              <a:ext uri="{FF2B5EF4-FFF2-40B4-BE49-F238E27FC236}">
                <a16:creationId xmlns:a16="http://schemas.microsoft.com/office/drawing/2014/main" id="{A317C981-EB5B-43B3-999A-DC3F42892B00}"/>
              </a:ext>
            </a:extLst>
          </p:cNvPr>
          <p:cNvSpPr txBox="1"/>
          <p:nvPr/>
        </p:nvSpPr>
        <p:spPr>
          <a:xfrm>
            <a:off x="3886200" y="2514600"/>
            <a:ext cx="4648200" cy="2554288"/>
          </a:xfrm>
          <a:prstGeom prst="rect">
            <a:avLst/>
          </a:prstGeom>
          <a:noFill/>
        </p:spPr>
        <p:txBody>
          <a:bodyPr>
            <a:spAutoFit/>
          </a:bodyPr>
          <a:lstStyle/>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BOP Input – Application Form</a:t>
            </a:r>
          </a:p>
          <a:p>
            <a:pPr marL="566738" indent="-566738">
              <a:spcBef>
                <a:spcPct val="50000"/>
              </a:spcBef>
              <a:buClr>
                <a:srgbClr val="C00000"/>
              </a:buClr>
              <a:buSzPct val="80000"/>
              <a:buFont typeface="Wingdings" pitchFamily="2" charset="2"/>
              <a:buChar char="v"/>
              <a:defRPr/>
            </a:pPr>
            <a:r>
              <a:rPr lang="en-US" sz="1600" dirty="0">
                <a:latin typeface="Calibri" pitchFamily="34" charset="0"/>
              </a:rPr>
              <a:t>Documents required for obtaining Insurance</a:t>
            </a:r>
            <a:endParaRPr lang="en-US" sz="1600" dirty="0">
              <a:latin typeface="+mn-lt"/>
            </a:endParaRP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BOP Statutory Forms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BOP Conditional / Coverage specific Forms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Illustration – Conditional / Optional Forms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BOP - Various Forms Packages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Sample Forms</a:t>
            </a:r>
          </a:p>
        </p:txBody>
      </p:sp>
      <p:pic>
        <p:nvPicPr>
          <p:cNvPr id="10" name="Picture 9" descr="42-24952953.jpg">
            <a:extLst>
              <a:ext uri="{FF2B5EF4-FFF2-40B4-BE49-F238E27FC236}">
                <a16:creationId xmlns:a16="http://schemas.microsoft.com/office/drawing/2014/main" id="{B24618B3-61E3-4D44-A737-6E4623ABFE02}"/>
              </a:ext>
            </a:extLst>
          </p:cNvPr>
          <p:cNvPicPr>
            <a:picLocks noChangeAspect="1"/>
          </p:cNvPicPr>
          <p:nvPr/>
        </p:nvPicPr>
        <p:blipFill>
          <a:blip r:embed="rId3" cstate="print"/>
          <a:stretch>
            <a:fillRect/>
          </a:stretch>
        </p:blipFill>
        <p:spPr>
          <a:xfrm>
            <a:off x="1219200" y="2819400"/>
            <a:ext cx="2177143" cy="1447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6">
            <a:extLst>
              <a:ext uri="{FF2B5EF4-FFF2-40B4-BE49-F238E27FC236}">
                <a16:creationId xmlns:a16="http://schemas.microsoft.com/office/drawing/2014/main" id="{33B9A2E5-CD0D-42C9-B195-83AAA3199E06}"/>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Application Form (Input Criteria)</a:t>
            </a:r>
          </a:p>
        </p:txBody>
      </p:sp>
      <p:sp>
        <p:nvSpPr>
          <p:cNvPr id="20" name="Slide Number Placeholder 3">
            <a:extLst>
              <a:ext uri="{FF2B5EF4-FFF2-40B4-BE49-F238E27FC236}">
                <a16:creationId xmlns:a16="http://schemas.microsoft.com/office/drawing/2014/main" id="{DC331C35-862E-4B92-9038-6629DEDCC766}"/>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B4D81A1-9BE0-4AF0-8E1A-022B022E4698}" type="slidenum">
              <a:rPr lang="en-US" altLang="en-US" sz="1400">
                <a:latin typeface="Calibri" panose="020F0502020204030204" pitchFamily="34" charset="0"/>
              </a:rPr>
              <a:pPr algn="r" eaLnBrk="1" hangingPunct="1"/>
              <a:t>3</a:t>
            </a:fld>
            <a:endParaRPr lang="en-US" altLang="en-US" sz="1400">
              <a:latin typeface="Calibri" panose="020F0502020204030204" pitchFamily="34" charset="0"/>
            </a:endParaRPr>
          </a:p>
        </p:txBody>
      </p:sp>
      <p:sp>
        <p:nvSpPr>
          <p:cNvPr id="42" name="TextBox 41">
            <a:extLst>
              <a:ext uri="{FF2B5EF4-FFF2-40B4-BE49-F238E27FC236}">
                <a16:creationId xmlns:a16="http://schemas.microsoft.com/office/drawing/2014/main" id="{DB249053-E64C-4D06-9D48-4037963E2627}"/>
              </a:ext>
            </a:extLst>
          </p:cNvPr>
          <p:cNvSpPr txBox="1"/>
          <p:nvPr/>
        </p:nvSpPr>
        <p:spPr>
          <a:xfrm>
            <a:off x="304800" y="2643188"/>
            <a:ext cx="3810000" cy="2922587"/>
          </a:xfrm>
          <a:prstGeom prst="rect">
            <a:avLst/>
          </a:prstGeom>
          <a:noFill/>
        </p:spPr>
        <p:txBody>
          <a:bodyPr>
            <a:spAutoFit/>
          </a:bodyPr>
          <a:lstStyle/>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Policy Effective and Expiry Date</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Company Name and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Agency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Applicant Information</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Nature of Business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Premises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Property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Liability / limit options</a:t>
            </a:r>
          </a:p>
        </p:txBody>
      </p:sp>
      <p:sp>
        <p:nvSpPr>
          <p:cNvPr id="6" name="Rectangle 5">
            <a:extLst>
              <a:ext uri="{FF2B5EF4-FFF2-40B4-BE49-F238E27FC236}">
                <a16:creationId xmlns:a16="http://schemas.microsoft.com/office/drawing/2014/main" id="{D97185E1-E633-432B-8391-B3A3DECE3493}"/>
              </a:ext>
            </a:extLst>
          </p:cNvPr>
          <p:cNvSpPr/>
          <p:nvPr/>
        </p:nvSpPr>
        <p:spPr>
          <a:xfrm>
            <a:off x="4114800" y="2651125"/>
            <a:ext cx="4572000" cy="3292475"/>
          </a:xfrm>
          <a:prstGeom prst="rect">
            <a:avLst/>
          </a:prstGeom>
        </p:spPr>
        <p:txBody>
          <a:bodyPr>
            <a:spAutoFit/>
          </a:bodyPr>
          <a:lstStyle/>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Prior Insurance and Loss Information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Optional / Additional Coverage information)</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General Information</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Mechanical Equipment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Specialty Programs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Crime details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Additional Interest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Remarks  </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 Applicant and Agent signature with date</a:t>
            </a:r>
          </a:p>
        </p:txBody>
      </p:sp>
      <p:sp>
        <p:nvSpPr>
          <p:cNvPr id="7" name="Rectangle 6">
            <a:extLst>
              <a:ext uri="{FF2B5EF4-FFF2-40B4-BE49-F238E27FC236}">
                <a16:creationId xmlns:a16="http://schemas.microsoft.com/office/drawing/2014/main" id="{E47FD92E-FC46-4036-8BF1-86CE11B9537F}"/>
              </a:ext>
            </a:extLst>
          </p:cNvPr>
          <p:cNvSpPr/>
          <p:nvPr/>
        </p:nvSpPr>
        <p:spPr>
          <a:xfrm>
            <a:off x="533400" y="1600200"/>
            <a:ext cx="8001000" cy="584200"/>
          </a:xfrm>
          <a:prstGeom prst="rect">
            <a:avLst/>
          </a:prstGeom>
        </p:spPr>
        <p:txBody>
          <a:bodyPr>
            <a:spAutoFit/>
          </a:bodyPr>
          <a:lstStyle/>
          <a:p>
            <a:pPr>
              <a:defRPr/>
            </a:pPr>
            <a:r>
              <a:rPr lang="en-US" sz="1600" b="1" dirty="0">
                <a:latin typeface="+mn-lt"/>
              </a:rPr>
              <a:t>BOP</a:t>
            </a:r>
            <a:r>
              <a:rPr lang="en-US" sz="1600" dirty="0">
                <a:latin typeface="+mn-lt"/>
              </a:rPr>
              <a:t> – The application form for any Business Owners Policy will be broadly classified in these sections as per “ISO” standard</a:t>
            </a:r>
          </a:p>
        </p:txBody>
      </p:sp>
    </p:spTree>
  </p:cSld>
  <p:clrMapOvr>
    <a:masterClrMapping/>
  </p:clrMapOvr>
  <p:transition advTm="10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6">
            <a:extLst>
              <a:ext uri="{FF2B5EF4-FFF2-40B4-BE49-F238E27FC236}">
                <a16:creationId xmlns:a16="http://schemas.microsoft.com/office/drawing/2014/main" id="{8510008C-0C2F-4D08-BA1C-15D7ED60068E}"/>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Documents required for obtaining Insurance</a:t>
            </a:r>
          </a:p>
        </p:txBody>
      </p:sp>
      <p:sp>
        <p:nvSpPr>
          <p:cNvPr id="20" name="Slide Number Placeholder 3">
            <a:extLst>
              <a:ext uri="{FF2B5EF4-FFF2-40B4-BE49-F238E27FC236}">
                <a16:creationId xmlns:a16="http://schemas.microsoft.com/office/drawing/2014/main" id="{8EE31C96-602C-40C8-B67C-4746F06AE002}"/>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E26F107-7DB0-4E7F-A408-81613FE1BEE4}" type="slidenum">
              <a:rPr lang="en-US" altLang="en-US" sz="1400">
                <a:latin typeface="Calibri" panose="020F0502020204030204" pitchFamily="34" charset="0"/>
              </a:rPr>
              <a:pPr algn="r" eaLnBrk="1" hangingPunct="1"/>
              <a:t>4</a:t>
            </a:fld>
            <a:endParaRPr lang="en-US" altLang="en-US" sz="1400">
              <a:latin typeface="Calibri" panose="020F0502020204030204" pitchFamily="34" charset="0"/>
            </a:endParaRPr>
          </a:p>
        </p:txBody>
      </p:sp>
      <p:sp>
        <p:nvSpPr>
          <p:cNvPr id="4" name="TextBox 3">
            <a:extLst>
              <a:ext uri="{FF2B5EF4-FFF2-40B4-BE49-F238E27FC236}">
                <a16:creationId xmlns:a16="http://schemas.microsoft.com/office/drawing/2014/main" id="{AF6FCA87-EF99-473C-8EC2-1B01155A4D7E}"/>
              </a:ext>
            </a:extLst>
          </p:cNvPr>
          <p:cNvSpPr txBox="1"/>
          <p:nvPr/>
        </p:nvSpPr>
        <p:spPr>
          <a:xfrm>
            <a:off x="457200" y="1219200"/>
            <a:ext cx="7543800" cy="3908425"/>
          </a:xfrm>
          <a:prstGeom prst="rect">
            <a:avLst/>
          </a:prstGeom>
          <a:noFill/>
        </p:spPr>
        <p:txBody>
          <a:bodyPr>
            <a:spAutoFit/>
          </a:bodyPr>
          <a:lstStyle/>
          <a:p>
            <a:pPr marL="566738" indent="-566738">
              <a:spcBef>
                <a:spcPct val="50000"/>
              </a:spcBef>
              <a:defRPr/>
            </a:pPr>
            <a:r>
              <a:rPr lang="en-US" sz="1600" b="1" dirty="0">
                <a:solidFill>
                  <a:srgbClr val="C00000"/>
                </a:solidFill>
                <a:latin typeface="+mn-lt"/>
              </a:rPr>
              <a:t>Which documents do I need to submit while buying Insurance for BOP?</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Proposal Form/Quote (if applicable)</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Proof that property is owned (if it is shown as owned)</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Previous Insurance Policy (if applicable)</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Complete Application form as shown previously</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Business Tax returns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Company’s and Vendors’ Licenses/Certificates for business operations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Corporate or Partnership Documents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Lease Documents</a:t>
            </a:r>
          </a:p>
          <a:p>
            <a:pPr marL="566738" indent="-566738">
              <a:spcBef>
                <a:spcPct val="50000"/>
              </a:spcBef>
              <a:buClr>
                <a:srgbClr val="C00000"/>
              </a:buClr>
              <a:buSzPct val="80000"/>
              <a:buFont typeface="Wingdings" pitchFamily="2" charset="2"/>
              <a:buChar char="v"/>
              <a:defRPr/>
            </a:pPr>
            <a:r>
              <a:rPr lang="en-US" sz="1600" dirty="0">
                <a:solidFill>
                  <a:schemeClr val="tx1">
                    <a:lumMod val="85000"/>
                    <a:lumOff val="15000"/>
                  </a:schemeClr>
                </a:solidFill>
                <a:latin typeface="+mn-lt"/>
              </a:rPr>
              <a:t>Company loss runs for current policy period plus last three "or" signed and dated no loss letter on company's letterhead </a:t>
            </a:r>
          </a:p>
        </p:txBody>
      </p:sp>
    </p:spTree>
  </p:cSld>
  <p:clrMapOvr>
    <a:masterClrMapping/>
  </p:clrMapOvr>
  <p:transition advTm="1000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6">
            <a:extLst>
              <a:ext uri="{FF2B5EF4-FFF2-40B4-BE49-F238E27FC236}">
                <a16:creationId xmlns:a16="http://schemas.microsoft.com/office/drawing/2014/main" id="{4BBA3E88-55CE-4C04-BE03-3D277EB7EFA0}"/>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Statutory Forms</a:t>
            </a:r>
          </a:p>
        </p:txBody>
      </p:sp>
      <p:sp>
        <p:nvSpPr>
          <p:cNvPr id="20" name="Slide Number Placeholder 3">
            <a:extLst>
              <a:ext uri="{FF2B5EF4-FFF2-40B4-BE49-F238E27FC236}">
                <a16:creationId xmlns:a16="http://schemas.microsoft.com/office/drawing/2014/main" id="{58520B4E-395B-4D38-94A8-44833D4168F2}"/>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F6EDD41-E8BB-4843-830C-0C906002CC80}" type="slidenum">
              <a:rPr lang="en-US" altLang="en-US" sz="1400">
                <a:latin typeface="Calibri" panose="020F0502020204030204" pitchFamily="34" charset="0"/>
              </a:rPr>
              <a:pPr algn="r" eaLnBrk="1" hangingPunct="1"/>
              <a:t>5</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DB4DC2B1-C7A5-4E16-92BA-1887A93B3BBF}"/>
              </a:ext>
            </a:extLst>
          </p:cNvPr>
          <p:cNvSpPr txBox="1">
            <a:spLocks/>
          </p:cNvSpPr>
          <p:nvPr/>
        </p:nvSpPr>
        <p:spPr>
          <a:xfrm>
            <a:off x="381000" y="990600"/>
            <a:ext cx="7772400" cy="5410200"/>
          </a:xfrm>
          <a:prstGeom prst="rect">
            <a:avLst/>
          </a:prstGeom>
        </p:spPr>
        <p:txBody>
          <a:bodyPr/>
          <a:lstStyle/>
          <a:p>
            <a:pPr>
              <a:defRPr/>
            </a:pPr>
            <a:r>
              <a:rPr lang="en-US" sz="1600" dirty="0">
                <a:latin typeface="+mn-lt"/>
              </a:rPr>
              <a:t>Statutory  forms are the forms which are mandatory to be issued / printed while a policy is issued by the insurer. </a:t>
            </a:r>
          </a:p>
          <a:p>
            <a:pPr>
              <a:defRPr/>
            </a:pPr>
            <a:endParaRPr lang="en-US" sz="1600" dirty="0">
              <a:latin typeface="+mn-lt"/>
            </a:endParaRPr>
          </a:p>
          <a:p>
            <a:pPr>
              <a:defRPr/>
            </a:pPr>
            <a:r>
              <a:rPr lang="en-US" sz="1600" dirty="0">
                <a:latin typeface="+mn-lt"/>
              </a:rPr>
              <a:t>These forms are state specific and will differ in content as well as other Limit related rules specific to different states.</a:t>
            </a:r>
          </a:p>
          <a:p>
            <a:pPr>
              <a:defRPr/>
            </a:pPr>
            <a:endParaRPr lang="en-US" sz="1600" dirty="0">
              <a:latin typeface="+mn-lt"/>
            </a:endParaRPr>
          </a:p>
          <a:p>
            <a:pPr>
              <a:defRPr/>
            </a:pPr>
            <a:r>
              <a:rPr lang="en-US" sz="1600" b="1" dirty="0">
                <a:latin typeface="+mn-lt"/>
              </a:rPr>
              <a:t>List of all mandatory forms for “A” carrier as an illustration is as given below – </a:t>
            </a:r>
          </a:p>
          <a:p>
            <a:pPr>
              <a:defRPr/>
            </a:pPr>
            <a:endParaRPr lang="en-US" sz="1600" dirty="0">
              <a:latin typeface="+mn-lt"/>
            </a:endParaRP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PUNITIVE DAMAGES COVERAGE  PUNITIVE DAMAGES COVERAGE  ILLINOIS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VIRGINIA IMPORTANT NOTICE - NO FLOOD COVERAGE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AMENDMENT OF MOBILE EQUIPMENT DEFINITION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AMENDMENT OF OCCURRENCE DEFINITION FOR SUBCONTRACTED WORK</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AMENDMENT OF POLICY - TWO OR MORE COVERAGE PARTS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CAP ON LOSSES FROM CERTIFIED ACTS OF TERRORISM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COMMERCIAL GENERAL LIABILITY COVERAGE FORM</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COMMON POLICY CONDITIONS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DISCLOSURE PURSUANT TO TERRORISM RISK INSURANCE ACT</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EMPLOYMENT-RELATED PRACTICES EXCLUSION</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EXCLUSION - LEAD LIABILITY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FUNGI OR BACTERIA EXCLUSION</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ILLINOIS CHANGES - CANCELLATION AND NONRENEWAL</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IMPORTANT NOTICE TO POLICYHOLDERS - TERRORISM COVERAGE - PROPERTY</a:t>
            </a:r>
          </a:p>
        </p:txBody>
      </p:sp>
      <p:pic>
        <p:nvPicPr>
          <p:cNvPr id="5" name="Picture 4" descr="image_thumb_384CFA05.png">
            <a:extLst>
              <a:ext uri="{FF2B5EF4-FFF2-40B4-BE49-F238E27FC236}">
                <a16:creationId xmlns:a16="http://schemas.microsoft.com/office/drawing/2014/main" id="{7C85B2EE-6FD2-4B0B-A018-D46E1A4C728B}"/>
              </a:ext>
            </a:extLst>
          </p:cNvPr>
          <p:cNvPicPr>
            <a:picLocks noChangeAspect="1"/>
          </p:cNvPicPr>
          <p:nvPr/>
        </p:nvPicPr>
        <p:blipFill>
          <a:blip r:embed="rId3" cstate="print"/>
          <a:stretch>
            <a:fillRect/>
          </a:stretch>
        </p:blipFill>
        <p:spPr>
          <a:xfrm>
            <a:off x="6172200" y="3505200"/>
            <a:ext cx="1514687" cy="15242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6">
            <a:extLst>
              <a:ext uri="{FF2B5EF4-FFF2-40B4-BE49-F238E27FC236}">
                <a16:creationId xmlns:a16="http://schemas.microsoft.com/office/drawing/2014/main" id="{7FB8CB5C-C0DF-4DE5-86C6-729DB72B3400}"/>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Coverage specific / Optional Forms</a:t>
            </a:r>
          </a:p>
        </p:txBody>
      </p:sp>
      <p:sp>
        <p:nvSpPr>
          <p:cNvPr id="20" name="Slide Number Placeholder 3">
            <a:extLst>
              <a:ext uri="{FF2B5EF4-FFF2-40B4-BE49-F238E27FC236}">
                <a16:creationId xmlns:a16="http://schemas.microsoft.com/office/drawing/2014/main" id="{FE7BAC09-81C7-42DF-860F-BACF46DB0081}"/>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B84BAF1-D964-46F2-8A99-09492A51ED7D}" type="slidenum">
              <a:rPr lang="en-US" altLang="en-US" sz="1400">
                <a:latin typeface="Calibri" panose="020F0502020204030204" pitchFamily="34" charset="0"/>
              </a:rPr>
              <a:pPr algn="r" eaLnBrk="1" hangingPunct="1"/>
              <a:t>6</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1611F10E-B28E-4F20-867C-1553E193012B}"/>
              </a:ext>
            </a:extLst>
          </p:cNvPr>
          <p:cNvSpPr txBox="1">
            <a:spLocks/>
          </p:cNvSpPr>
          <p:nvPr/>
        </p:nvSpPr>
        <p:spPr>
          <a:xfrm>
            <a:off x="152400" y="914400"/>
            <a:ext cx="8763000" cy="6172200"/>
          </a:xfrm>
          <a:prstGeom prst="rect">
            <a:avLst/>
          </a:prstGeom>
        </p:spPr>
        <p:txBody>
          <a:bodyPr/>
          <a:lstStyle/>
          <a:p>
            <a:pPr marL="342900" indent="-342900" eaLnBrk="0" hangingPunct="0">
              <a:spcBef>
                <a:spcPct val="20000"/>
              </a:spcBef>
              <a:defRPr/>
            </a:pPr>
            <a:r>
              <a:rPr lang="en-US" sz="1600" dirty="0">
                <a:solidFill>
                  <a:schemeClr val="tx1">
                    <a:lumMod val="85000"/>
                    <a:lumOff val="15000"/>
                  </a:schemeClr>
                </a:solidFill>
                <a:latin typeface="+mn-lt"/>
              </a:rPr>
              <a:t>These forms are part of the policy package only if any optional / additional coverage is selected by the</a:t>
            </a:r>
          </a:p>
          <a:p>
            <a:pPr marL="342900" indent="-342900" eaLnBrk="0" hangingPunct="0">
              <a:spcBef>
                <a:spcPct val="20000"/>
              </a:spcBef>
              <a:defRPr/>
            </a:pPr>
            <a:r>
              <a:rPr lang="en-US" sz="1600" dirty="0">
                <a:solidFill>
                  <a:schemeClr val="tx1">
                    <a:lumMod val="85000"/>
                    <a:lumOff val="15000"/>
                  </a:schemeClr>
                </a:solidFill>
                <a:latin typeface="+mn-lt"/>
              </a:rPr>
              <a:t>insured on a policy over and above the mandatory covers.  </a:t>
            </a:r>
          </a:p>
          <a:p>
            <a:pPr marL="342900" indent="-342900" eaLnBrk="0" hangingPunct="0">
              <a:spcBef>
                <a:spcPct val="20000"/>
              </a:spcBef>
              <a:defRPr/>
            </a:pPr>
            <a:endParaRPr lang="en-US" sz="1600" dirty="0">
              <a:solidFill>
                <a:schemeClr val="tx1">
                  <a:lumMod val="85000"/>
                  <a:lumOff val="15000"/>
                </a:schemeClr>
              </a:solidFill>
              <a:latin typeface="+mn-lt"/>
            </a:endParaRPr>
          </a:p>
          <a:p>
            <a:pPr marL="342900" indent="-342900" eaLnBrk="0" hangingPunct="0">
              <a:spcBef>
                <a:spcPct val="20000"/>
              </a:spcBef>
              <a:defRPr/>
            </a:pPr>
            <a:r>
              <a:rPr lang="en-US" sz="1600" dirty="0">
                <a:solidFill>
                  <a:schemeClr val="tx1">
                    <a:lumMod val="85000"/>
                    <a:lumOff val="15000"/>
                  </a:schemeClr>
                </a:solidFill>
                <a:latin typeface="+mn-lt"/>
              </a:rPr>
              <a:t>These forms also will be state specific as the U/W rules and guidelines will be different for different</a:t>
            </a:r>
          </a:p>
          <a:p>
            <a:pPr marL="342900" indent="-342900" eaLnBrk="0" hangingPunct="0">
              <a:spcBef>
                <a:spcPct val="20000"/>
              </a:spcBef>
              <a:defRPr/>
            </a:pPr>
            <a:r>
              <a:rPr lang="en-US" sz="1600" dirty="0">
                <a:solidFill>
                  <a:schemeClr val="tx1">
                    <a:lumMod val="85000"/>
                    <a:lumOff val="15000"/>
                  </a:schemeClr>
                </a:solidFill>
                <a:latin typeface="+mn-lt"/>
              </a:rPr>
              <a:t>States. Conditional forms will be triggered based on few conditions mentioned on the system, i.e. if the</a:t>
            </a:r>
          </a:p>
          <a:p>
            <a:pPr marL="342900" indent="-342900" eaLnBrk="0" hangingPunct="0">
              <a:spcBef>
                <a:spcPct val="20000"/>
              </a:spcBef>
              <a:defRPr/>
            </a:pPr>
            <a:r>
              <a:rPr lang="en-US" sz="1600" dirty="0">
                <a:solidFill>
                  <a:schemeClr val="tx1">
                    <a:lumMod val="85000"/>
                    <a:lumOff val="15000"/>
                  </a:schemeClr>
                </a:solidFill>
                <a:latin typeface="+mn-lt"/>
              </a:rPr>
              <a:t>following criteria is met on a policy, only then certain form will be printed for that policy </a:t>
            </a:r>
          </a:p>
          <a:p>
            <a:pPr marL="342900" indent="-342900" eaLnBrk="0" hangingPunct="0">
              <a:spcBef>
                <a:spcPct val="20000"/>
              </a:spcBef>
              <a:defRPr/>
            </a:pPr>
            <a:endParaRPr lang="en-US" sz="1600" dirty="0">
              <a:solidFill>
                <a:schemeClr val="tx1">
                  <a:lumMod val="85000"/>
                  <a:lumOff val="15000"/>
                </a:schemeClr>
              </a:solidFill>
              <a:latin typeface="+mn-lt"/>
            </a:endParaRPr>
          </a:p>
          <a:p>
            <a:pPr marL="342900" indent="-342900" eaLnBrk="0" hangingPunct="0">
              <a:spcBef>
                <a:spcPct val="20000"/>
              </a:spcBef>
              <a:defRPr/>
            </a:pPr>
            <a:r>
              <a:rPr lang="en-US" sz="1600" dirty="0">
                <a:solidFill>
                  <a:schemeClr val="tx1">
                    <a:lumMod val="85000"/>
                    <a:lumOff val="15000"/>
                  </a:schemeClr>
                </a:solidFill>
                <a:latin typeface="+mn-lt"/>
              </a:rPr>
              <a:t>List of few optional forms are as given below – </a:t>
            </a:r>
          </a:p>
          <a:p>
            <a:pPr marL="342900" indent="-342900" eaLnBrk="0" hangingPunct="0">
              <a:spcBef>
                <a:spcPct val="20000"/>
              </a:spcBef>
              <a:buClr>
                <a:srgbClr val="C00000"/>
              </a:buClr>
              <a:buFont typeface="Wingdings" pitchFamily="2" charset="2"/>
              <a:buChar char="v"/>
              <a:defRPr/>
            </a:pPr>
            <a:r>
              <a:rPr lang="en-US" sz="1400" dirty="0">
                <a:solidFill>
                  <a:schemeClr val="tx1">
                    <a:lumMod val="85000"/>
                    <a:lumOff val="15000"/>
                  </a:schemeClr>
                </a:solidFill>
                <a:latin typeface="+mn-lt"/>
              </a:rPr>
              <a:t> </a:t>
            </a:r>
            <a:r>
              <a:rPr lang="en-US" sz="1200" dirty="0">
                <a:solidFill>
                  <a:schemeClr val="tx1">
                    <a:lumMod val="85000"/>
                    <a:lumOff val="15000"/>
                  </a:schemeClr>
                </a:solidFill>
                <a:latin typeface="+mn-lt"/>
              </a:rPr>
              <a:t>INLAND MARINE GENERAL CONDITIONS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INLAND MARINE GENERAL CONDITIONS – ILLINOIS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RENTED/LEASED MOBILE EQUIPMENT - BLANKET COVERAGE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LIQUOR LIABILITY COVERAGE FORM </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COVERAGE FOR INJURY TO LEASED WORKERS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EMPLOYEE BENEFITS LIABILITY COVERAGE</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ADDITIONAL INSURED - CONCESSIONAIRES TRADING UNDER YOUR NAME</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PROFESSIONAL LIABILITY EXCLUSION - WEB-SITE DESIGNERS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WAIVER OF IMMUNITY ENDORSEMENT</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NEW YORK -- WINDSTORM PROTECTIVE DEVICES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INSTALLATION COVERAGE - COMPREHENSIVE PERILS</a:t>
            </a:r>
          </a:p>
          <a:p>
            <a:pPr marL="342900" indent="-342900" eaLnBrk="0" hangingPunct="0">
              <a:spcBef>
                <a:spcPct val="20000"/>
              </a:spcBef>
              <a:buClr>
                <a:srgbClr val="C00000"/>
              </a:buClr>
              <a:buFont typeface="Wingdings" pitchFamily="2" charset="2"/>
              <a:buChar char="v"/>
              <a:defRPr/>
            </a:pPr>
            <a:r>
              <a:rPr lang="en-US" sz="1200" dirty="0">
                <a:solidFill>
                  <a:schemeClr val="tx1">
                    <a:lumMod val="85000"/>
                    <a:lumOff val="15000"/>
                  </a:schemeClr>
                </a:solidFill>
                <a:latin typeface="+mn-lt"/>
              </a:rPr>
              <a:t> ILLINOIS MINE SUBSIDENCE - COMMERCIAL BUILDING</a:t>
            </a:r>
            <a:endParaRPr lang="en-US" sz="1200" b="1" dirty="0">
              <a:solidFill>
                <a:srgbClr val="00004D"/>
              </a:solidFill>
              <a:latin typeface="+mn-lt"/>
            </a:endParaRPr>
          </a:p>
        </p:txBody>
      </p:sp>
      <p:pic>
        <p:nvPicPr>
          <p:cNvPr id="6" name="Picture 5" descr="KCAKBHZNDCA8PFJZTCAGLJK7GCAROEJ83CAGRFEWACASS4G92CA0UHQRKCAQGVFNJCAQYHSHYCAP3F2W1CAHF5Z59CA4QPVXOCAMFYYVPCAYSFZS3CA5UEZ4ACAQWIM6ZCA0LQCCSCAPGGR4CCACQDXYV.jpg">
            <a:extLst>
              <a:ext uri="{FF2B5EF4-FFF2-40B4-BE49-F238E27FC236}">
                <a16:creationId xmlns:a16="http://schemas.microsoft.com/office/drawing/2014/main" id="{58149071-8124-441B-97C2-CDC848853114}"/>
              </a:ext>
            </a:extLst>
          </p:cNvPr>
          <p:cNvPicPr>
            <a:picLocks noChangeAspect="1"/>
          </p:cNvPicPr>
          <p:nvPr/>
        </p:nvPicPr>
        <p:blipFill>
          <a:blip r:embed="rId3" cstate="print"/>
          <a:stretch>
            <a:fillRect/>
          </a:stretch>
        </p:blipFill>
        <p:spPr>
          <a:xfrm>
            <a:off x="5943600" y="3962400"/>
            <a:ext cx="1586865" cy="1066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6">
            <a:extLst>
              <a:ext uri="{FF2B5EF4-FFF2-40B4-BE49-F238E27FC236}">
                <a16:creationId xmlns:a16="http://schemas.microsoft.com/office/drawing/2014/main" id="{CA877313-C567-4192-B5F7-17BE3A20C0FA}"/>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Illustration – Conditional Forms </a:t>
            </a:r>
          </a:p>
        </p:txBody>
      </p:sp>
      <p:sp>
        <p:nvSpPr>
          <p:cNvPr id="20" name="Slide Number Placeholder 3">
            <a:extLst>
              <a:ext uri="{FF2B5EF4-FFF2-40B4-BE49-F238E27FC236}">
                <a16:creationId xmlns:a16="http://schemas.microsoft.com/office/drawing/2014/main" id="{FCB80C75-96FF-466A-BB14-2AA7C9630055}"/>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62BD115-20C5-4008-93FC-AEE680404275}" type="slidenum">
              <a:rPr lang="en-US" altLang="en-US" sz="1400">
                <a:latin typeface="Calibri" panose="020F0502020204030204" pitchFamily="34" charset="0"/>
              </a:rPr>
              <a:pPr algn="r" eaLnBrk="1" hangingPunct="1"/>
              <a:t>7</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80A8225F-A7D9-481D-98F2-77032101B190}"/>
              </a:ext>
            </a:extLst>
          </p:cNvPr>
          <p:cNvSpPr txBox="1">
            <a:spLocks/>
          </p:cNvSpPr>
          <p:nvPr/>
        </p:nvSpPr>
        <p:spPr>
          <a:xfrm>
            <a:off x="228600" y="990600"/>
            <a:ext cx="8229600" cy="5334000"/>
          </a:xfrm>
          <a:prstGeom prst="rect">
            <a:avLst/>
          </a:prstGeom>
        </p:spPr>
        <p:txBody>
          <a:bodyPr/>
          <a:lstStyle/>
          <a:p>
            <a:pPr marL="342900" indent="-342900" eaLnBrk="0" hangingPunct="0">
              <a:spcBef>
                <a:spcPct val="20000"/>
              </a:spcBef>
              <a:defRPr/>
            </a:pPr>
            <a:r>
              <a:rPr lang="en-US" sz="1600" dirty="0">
                <a:solidFill>
                  <a:schemeClr val="tx1">
                    <a:lumMod val="85000"/>
                    <a:lumOff val="15000"/>
                  </a:schemeClr>
                </a:solidFill>
                <a:latin typeface="Calibri" pitchFamily="34" charset="0"/>
              </a:rPr>
              <a:t>Conditional forms will be triggered based on peculiar conditions getting met </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rgbClr val="C00000"/>
                </a:solidFill>
                <a:latin typeface="Calibri" pitchFamily="34" charset="0"/>
              </a:rPr>
              <a:t>Illustration 1</a:t>
            </a:r>
            <a:r>
              <a:rPr lang="en-US" sz="1600" dirty="0">
                <a:solidFill>
                  <a:schemeClr val="tx1">
                    <a:lumMod val="85000"/>
                    <a:lumOff val="15000"/>
                  </a:schemeClr>
                </a:solidFill>
                <a:latin typeface="Calibri" pitchFamily="34" charset="0"/>
              </a:rPr>
              <a:t>– </a:t>
            </a:r>
          </a:p>
          <a:p>
            <a:pPr marL="342900" indent="-342900" eaLnBrk="0" hangingPunct="0">
              <a:spcBef>
                <a:spcPct val="20000"/>
              </a:spcBef>
              <a:defRPr/>
            </a:pPr>
            <a:r>
              <a:rPr lang="en-US" sz="1600" dirty="0">
                <a:solidFill>
                  <a:schemeClr val="tx1">
                    <a:lumMod val="85000"/>
                    <a:lumOff val="15000"/>
                  </a:schemeClr>
                </a:solidFill>
                <a:latin typeface="Calibri" pitchFamily="34" charset="0"/>
              </a:rPr>
              <a:t>INLAND MARINE GENERAL CONDITIONS will be generated only if following condition is met </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chemeClr val="tx1">
                    <a:lumMod val="85000"/>
                    <a:lumOff val="15000"/>
                  </a:schemeClr>
                </a:solidFill>
                <a:latin typeface="Calibri" pitchFamily="34" charset="0"/>
              </a:rPr>
              <a:t>Condition</a:t>
            </a:r>
            <a:r>
              <a:rPr lang="en-US" sz="1600" dirty="0">
                <a:solidFill>
                  <a:schemeClr val="tx1">
                    <a:lumMod val="85000"/>
                    <a:lumOff val="15000"/>
                  </a:schemeClr>
                </a:solidFill>
                <a:latin typeface="Calibri" pitchFamily="34" charset="0"/>
              </a:rPr>
              <a:t> - If [</a:t>
            </a:r>
            <a:r>
              <a:rPr lang="en-US" sz="1600" dirty="0" err="1">
                <a:solidFill>
                  <a:schemeClr val="tx1">
                    <a:lumMod val="85000"/>
                    <a:lumOff val="15000"/>
                  </a:schemeClr>
                </a:solidFill>
                <a:latin typeface="Calibri" pitchFamily="34" charset="0"/>
              </a:rPr>
              <a:t>Bailees</a:t>
            </a:r>
            <a:r>
              <a:rPr lang="en-US" sz="1600" dirty="0">
                <a:solidFill>
                  <a:schemeClr val="tx1">
                    <a:lumMod val="85000"/>
                    <a:lumOff val="15000"/>
                  </a:schemeClr>
                </a:solidFill>
                <a:latin typeface="Calibri" pitchFamily="34" charset="0"/>
              </a:rPr>
              <a:t> Customers Coverage Indicator] or [Coin and Stamp Dealers Coverage Indicator] or [Physicians &amp; Dentists Equipment Coverage Indicator] or [Musical Instruments Coverage Indicator] or [Fine Arts Coverage Indicator] or [Appliance Sales &amp; Service Coverage Indicator] or [Installation Coverage Indicator] or [Animal Floater Coverage Indicator] or [Tools Coverage Indicator] or [Contractors Equipment Coverage Indicator] or [Motor Truck Cargo Coverage Indicator] or [Photographic Equipment Coverage Indicator] or [Broad Form Specified Property Coverage Indicator] is selected</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rgbClr val="C00000"/>
                </a:solidFill>
                <a:latin typeface="Calibri" pitchFamily="34" charset="0"/>
              </a:rPr>
              <a:t>Illustration 2 </a:t>
            </a:r>
            <a:r>
              <a:rPr lang="en-US" sz="1600" dirty="0">
                <a:solidFill>
                  <a:schemeClr val="tx1">
                    <a:lumMod val="85000"/>
                    <a:lumOff val="15000"/>
                  </a:schemeClr>
                </a:solidFill>
                <a:latin typeface="Calibri" pitchFamily="34" charset="0"/>
              </a:rPr>
              <a:t>– </a:t>
            </a:r>
          </a:p>
          <a:p>
            <a:pPr marL="342900" indent="-342900" eaLnBrk="0" hangingPunct="0">
              <a:spcBef>
                <a:spcPct val="20000"/>
              </a:spcBef>
              <a:defRPr/>
            </a:pPr>
            <a:r>
              <a:rPr lang="en-US" sz="1600" dirty="0">
                <a:solidFill>
                  <a:schemeClr val="tx1">
                    <a:lumMod val="85000"/>
                    <a:lumOff val="15000"/>
                  </a:schemeClr>
                </a:solidFill>
                <a:latin typeface="Calibri" pitchFamily="34" charset="0"/>
              </a:rPr>
              <a:t>RENTED/LEASED MOBILE EQUIPMENT - BLANKET COVERAGE will be generated only if following</a:t>
            </a:r>
          </a:p>
          <a:p>
            <a:pPr marL="342900" indent="-342900" eaLnBrk="0" hangingPunct="0">
              <a:spcBef>
                <a:spcPct val="20000"/>
              </a:spcBef>
              <a:defRPr/>
            </a:pPr>
            <a:r>
              <a:rPr lang="en-US" sz="1600" dirty="0">
                <a:solidFill>
                  <a:schemeClr val="tx1">
                    <a:lumMod val="85000"/>
                    <a:lumOff val="15000"/>
                  </a:schemeClr>
                </a:solidFill>
                <a:latin typeface="Calibri" pitchFamily="34" charset="0"/>
              </a:rPr>
              <a:t> condition is met </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r>
              <a:rPr lang="en-US" sz="1600" b="1" dirty="0">
                <a:solidFill>
                  <a:schemeClr val="tx1">
                    <a:lumMod val="85000"/>
                    <a:lumOff val="15000"/>
                  </a:schemeClr>
                </a:solidFill>
                <a:latin typeface="Calibri" pitchFamily="34" charset="0"/>
              </a:rPr>
              <a:t>Condition</a:t>
            </a:r>
            <a:r>
              <a:rPr lang="en-US" sz="1600" dirty="0">
                <a:solidFill>
                  <a:schemeClr val="tx1">
                    <a:lumMod val="85000"/>
                    <a:lumOff val="15000"/>
                  </a:schemeClr>
                </a:solidFill>
                <a:latin typeface="Calibri" pitchFamily="34" charset="0"/>
              </a:rPr>
              <a:t> - If [Contractors Equipment Coverage Indicator] is selected and [Contractors Equipment</a:t>
            </a:r>
          </a:p>
          <a:p>
            <a:pPr marL="342900" indent="-342900" eaLnBrk="0" hangingPunct="0">
              <a:spcBef>
                <a:spcPct val="20000"/>
              </a:spcBef>
              <a:defRPr/>
            </a:pPr>
            <a:r>
              <a:rPr lang="en-US" sz="1600" dirty="0">
                <a:solidFill>
                  <a:schemeClr val="tx1">
                    <a:lumMod val="85000"/>
                    <a:lumOff val="15000"/>
                  </a:schemeClr>
                </a:solidFill>
                <a:latin typeface="Calibri" pitchFamily="34" charset="0"/>
              </a:rPr>
              <a:t> Peril Type] = Comprehensive Perils</a:t>
            </a: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a:p>
            <a:pPr marL="342900" indent="-342900" eaLnBrk="0" hangingPunct="0">
              <a:spcBef>
                <a:spcPct val="20000"/>
              </a:spcBef>
              <a:defRPr/>
            </a:pPr>
            <a:endParaRPr lang="en-US" sz="1600" dirty="0">
              <a:solidFill>
                <a:schemeClr val="tx1">
                  <a:lumMod val="85000"/>
                  <a:lumOff val="15000"/>
                </a:schemeClr>
              </a:solidFill>
              <a:latin typeface="Calibri" pitchFamily="34" charset="0"/>
            </a:endParaRPr>
          </a:p>
        </p:txBody>
      </p:sp>
    </p:spTree>
  </p:cSld>
  <p:clrMapOvr>
    <a:masterClrMapping/>
  </p:clrMapOvr>
  <p:transition advTm="100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6">
            <a:extLst>
              <a:ext uri="{FF2B5EF4-FFF2-40B4-BE49-F238E27FC236}">
                <a16:creationId xmlns:a16="http://schemas.microsoft.com/office/drawing/2014/main" id="{2FC2370A-63F6-436D-AB5C-EB8651642144}"/>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BOP – Various Forms Packages</a:t>
            </a:r>
          </a:p>
        </p:txBody>
      </p:sp>
      <p:sp>
        <p:nvSpPr>
          <p:cNvPr id="20" name="Slide Number Placeholder 3">
            <a:extLst>
              <a:ext uri="{FF2B5EF4-FFF2-40B4-BE49-F238E27FC236}">
                <a16:creationId xmlns:a16="http://schemas.microsoft.com/office/drawing/2014/main" id="{B58AE77A-4874-4964-8FFD-DC30CAF14E59}"/>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2B54477-5F2E-4799-BA5B-37CA9796097E}" type="slidenum">
              <a:rPr lang="en-US" altLang="en-US" sz="1400">
                <a:latin typeface="Calibri" panose="020F0502020204030204" pitchFamily="34" charset="0"/>
              </a:rPr>
              <a:pPr algn="r" eaLnBrk="1" hangingPunct="1"/>
              <a:t>8</a:t>
            </a:fld>
            <a:endParaRPr lang="en-US" altLang="en-US" sz="1400">
              <a:latin typeface="Calibri" panose="020F0502020204030204" pitchFamily="34" charset="0"/>
            </a:endParaRPr>
          </a:p>
        </p:txBody>
      </p:sp>
      <p:sp>
        <p:nvSpPr>
          <p:cNvPr id="4" name="Subtitle 2">
            <a:extLst>
              <a:ext uri="{FF2B5EF4-FFF2-40B4-BE49-F238E27FC236}">
                <a16:creationId xmlns:a16="http://schemas.microsoft.com/office/drawing/2014/main" id="{A9E2A3BD-25F6-4C75-858D-8A6B7B5250B2}"/>
              </a:ext>
            </a:extLst>
          </p:cNvPr>
          <p:cNvSpPr txBox="1">
            <a:spLocks/>
          </p:cNvSpPr>
          <p:nvPr/>
        </p:nvSpPr>
        <p:spPr>
          <a:xfrm>
            <a:off x="228600" y="1066800"/>
            <a:ext cx="8229600" cy="5334000"/>
          </a:xfrm>
          <a:prstGeom prst="rect">
            <a:avLst/>
          </a:prstGeom>
        </p:spPr>
        <p:txBody>
          <a:bodyPr/>
          <a:lstStyle/>
          <a:p>
            <a:pPr marL="342900" indent="-342900" eaLnBrk="0" hangingPunct="0">
              <a:spcBef>
                <a:spcPct val="20000"/>
              </a:spcBef>
              <a:defRPr/>
            </a:pPr>
            <a:r>
              <a:rPr lang="en-US" sz="1400" dirty="0">
                <a:solidFill>
                  <a:schemeClr val="tx1">
                    <a:lumMod val="85000"/>
                    <a:lumOff val="15000"/>
                  </a:schemeClr>
                </a:solidFill>
                <a:latin typeface="+mn-lt"/>
              </a:rPr>
              <a:t>All forms which are printed by an company will be clubbed under various packages / batches. This is required to</a:t>
            </a:r>
          </a:p>
          <a:p>
            <a:pPr marL="342900" indent="-342900" eaLnBrk="0" hangingPunct="0">
              <a:spcBef>
                <a:spcPct val="20000"/>
              </a:spcBef>
              <a:defRPr/>
            </a:pPr>
            <a:r>
              <a:rPr lang="en-US" sz="1400" dirty="0">
                <a:solidFill>
                  <a:schemeClr val="tx1">
                    <a:lumMod val="85000"/>
                    <a:lumOff val="15000"/>
                  </a:schemeClr>
                </a:solidFill>
                <a:latin typeface="+mn-lt"/>
              </a:rPr>
              <a:t>allocate similar forms under same package. </a:t>
            </a:r>
          </a:p>
          <a:p>
            <a:pPr marL="342900" indent="-342900" eaLnBrk="0" hangingPunct="0">
              <a:spcBef>
                <a:spcPct val="20000"/>
              </a:spcBef>
              <a:defRPr/>
            </a:pPr>
            <a:endParaRPr lang="en-US" sz="1400" dirty="0">
              <a:solidFill>
                <a:schemeClr val="tx1">
                  <a:lumMod val="85000"/>
                  <a:lumOff val="15000"/>
                </a:schemeClr>
              </a:solidFill>
              <a:latin typeface="+mn-lt"/>
            </a:endParaRPr>
          </a:p>
          <a:p>
            <a:pPr marL="342900" indent="-342900" eaLnBrk="0" hangingPunct="0">
              <a:spcBef>
                <a:spcPct val="20000"/>
              </a:spcBef>
              <a:defRPr/>
            </a:pPr>
            <a:r>
              <a:rPr lang="en-US" sz="1400" dirty="0">
                <a:solidFill>
                  <a:schemeClr val="tx1">
                    <a:lumMod val="85000"/>
                    <a:lumOff val="15000"/>
                  </a:schemeClr>
                </a:solidFill>
                <a:latin typeface="+mn-lt"/>
              </a:rPr>
              <a:t>These differentiation of packages will be company specific and hence they will differ from carrier to carrier.</a:t>
            </a:r>
          </a:p>
          <a:p>
            <a:pPr marL="342900" indent="-342900" eaLnBrk="0" hangingPunct="0">
              <a:spcBef>
                <a:spcPct val="20000"/>
              </a:spcBef>
              <a:defRPr/>
            </a:pPr>
            <a:endParaRPr lang="en-US" sz="1400" dirty="0">
              <a:solidFill>
                <a:schemeClr val="tx1">
                  <a:lumMod val="85000"/>
                  <a:lumOff val="15000"/>
                </a:schemeClr>
              </a:solidFill>
              <a:latin typeface="+mn-lt"/>
            </a:endParaRPr>
          </a:p>
          <a:p>
            <a:pPr marL="342900" indent="-342900" eaLnBrk="0" hangingPunct="0">
              <a:spcBef>
                <a:spcPct val="20000"/>
              </a:spcBef>
              <a:defRPr/>
            </a:pPr>
            <a:r>
              <a:rPr lang="en-US" sz="1400" dirty="0">
                <a:solidFill>
                  <a:srgbClr val="C00000"/>
                </a:solidFill>
                <a:latin typeface="+mn-lt"/>
              </a:rPr>
              <a:t>Broadly sequencing of forms will be like </a:t>
            </a:r>
            <a:r>
              <a:rPr lang="en-US" sz="1400" dirty="0">
                <a:solidFill>
                  <a:schemeClr val="tx1">
                    <a:lumMod val="85000"/>
                    <a:lumOff val="15000"/>
                  </a:schemeClr>
                </a:solidFill>
                <a:latin typeface="+mn-lt"/>
              </a:rPr>
              <a:t>– </a:t>
            </a:r>
          </a:p>
          <a:p>
            <a:pPr marL="342900" indent="-342900" eaLnBrk="0" hangingPunct="0">
              <a:spcBef>
                <a:spcPct val="20000"/>
              </a:spcBef>
              <a:defRPr/>
            </a:pPr>
            <a:endParaRPr lang="en-US" sz="1400" dirty="0">
              <a:solidFill>
                <a:schemeClr val="tx1">
                  <a:lumMod val="85000"/>
                  <a:lumOff val="15000"/>
                </a:schemeClr>
              </a:solidFill>
              <a:latin typeface="+mn-lt"/>
            </a:endParaRP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Policy Jacket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Property Coverage Part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 Property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Property Coverage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Property Exclusion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 Important Notice</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Inland Marine General Terms Endorsement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Inland Marine Endorsements</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 General Liability Coverage Part</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Amendatory General Liability Endorsements</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General Liability Coverage Endorsements</a:t>
            </a:r>
          </a:p>
          <a:p>
            <a:pPr marL="342900" indent="-342900" eaLnBrk="0" hangingPunct="0">
              <a:spcBef>
                <a:spcPct val="20000"/>
              </a:spcBef>
              <a:buClr>
                <a:srgbClr val="C00000"/>
              </a:buClr>
              <a:buFont typeface="Wingdings" pitchFamily="2" charset="2"/>
              <a:buChar char="§"/>
              <a:defRPr/>
            </a:pPr>
            <a:r>
              <a:rPr lang="en-US" sz="1400" dirty="0">
                <a:solidFill>
                  <a:schemeClr val="tx1">
                    <a:lumMod val="85000"/>
                    <a:lumOff val="15000"/>
                  </a:schemeClr>
                </a:solidFill>
                <a:latin typeface="+mn-lt"/>
              </a:rPr>
              <a:t>General Liability Exclusion Endorsements</a:t>
            </a:r>
          </a:p>
          <a:p>
            <a:pPr marL="342900" indent="-342900" eaLnBrk="0" hangingPunct="0">
              <a:spcBef>
                <a:spcPct val="20000"/>
              </a:spcBef>
              <a:defRPr/>
            </a:pPr>
            <a:endParaRPr lang="en-US" sz="1400" dirty="0">
              <a:solidFill>
                <a:schemeClr val="tx1">
                  <a:lumMod val="85000"/>
                  <a:lumOff val="15000"/>
                </a:schemeClr>
              </a:solidFill>
              <a:latin typeface="+mn-lt"/>
            </a:endParaRPr>
          </a:p>
        </p:txBody>
      </p:sp>
      <p:pic>
        <p:nvPicPr>
          <p:cNvPr id="6" name="Picture 5" descr="42-23469711.jpg">
            <a:extLst>
              <a:ext uri="{FF2B5EF4-FFF2-40B4-BE49-F238E27FC236}">
                <a16:creationId xmlns:a16="http://schemas.microsoft.com/office/drawing/2014/main" id="{D8C59558-BB2E-4E3F-B53E-8DC8719D0BE3}"/>
              </a:ext>
            </a:extLst>
          </p:cNvPr>
          <p:cNvPicPr>
            <a:picLocks noChangeAspect="1"/>
          </p:cNvPicPr>
          <p:nvPr/>
        </p:nvPicPr>
        <p:blipFill>
          <a:blip r:embed="rId3" cstate="print"/>
          <a:stretch>
            <a:fillRect/>
          </a:stretch>
        </p:blipFill>
        <p:spPr>
          <a:xfrm>
            <a:off x="5257800" y="3124200"/>
            <a:ext cx="1945043" cy="17682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66">
            <a:extLst>
              <a:ext uri="{FF2B5EF4-FFF2-40B4-BE49-F238E27FC236}">
                <a16:creationId xmlns:a16="http://schemas.microsoft.com/office/drawing/2014/main" id="{C804500A-1855-47AB-9005-4220081E1B1C}"/>
              </a:ext>
            </a:extLst>
          </p:cNvPr>
          <p:cNvSpPr>
            <a:spLocks noChangeArrowheads="1"/>
          </p:cNvSpPr>
          <p:nvPr/>
        </p:nvSpPr>
        <p:spPr bwMode="auto">
          <a:xfrm>
            <a:off x="76200" y="152400"/>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tabLst>
                <a:tab pos="1828800" algn="l"/>
              </a:tabLst>
              <a:defRPr>
                <a:solidFill>
                  <a:schemeClr val="tx1"/>
                </a:solidFill>
                <a:latin typeface="Arial" panose="020B0604020202020204" pitchFamily="34" charset="0"/>
              </a:defRPr>
            </a:lvl1pPr>
            <a:lvl2pPr marL="742950" indent="-285750" eaLnBrk="0" hangingPunct="0">
              <a:tabLst>
                <a:tab pos="1828800" algn="l"/>
              </a:tabLst>
              <a:defRPr>
                <a:solidFill>
                  <a:schemeClr val="tx1"/>
                </a:solidFill>
                <a:latin typeface="Arial" panose="020B0604020202020204" pitchFamily="34" charset="0"/>
              </a:defRPr>
            </a:lvl2pPr>
            <a:lvl3pPr marL="1143000" indent="-228600" eaLnBrk="0" hangingPunct="0">
              <a:tabLst>
                <a:tab pos="1828800" algn="l"/>
              </a:tabLst>
              <a:defRPr>
                <a:solidFill>
                  <a:schemeClr val="tx1"/>
                </a:solidFill>
                <a:latin typeface="Arial" panose="020B0604020202020204" pitchFamily="34" charset="0"/>
              </a:defRPr>
            </a:lvl3pPr>
            <a:lvl4pPr marL="1600200" indent="-228600" eaLnBrk="0" hangingPunct="0">
              <a:tabLst>
                <a:tab pos="1828800" algn="l"/>
              </a:tabLst>
              <a:defRPr>
                <a:solidFill>
                  <a:schemeClr val="tx1"/>
                </a:solidFill>
                <a:latin typeface="Arial" panose="020B0604020202020204" pitchFamily="34" charset="0"/>
              </a:defRPr>
            </a:lvl4pPr>
            <a:lvl5pPr marL="2057400" indent="-228600" eaLnBrk="0" hangingPunct="0">
              <a:tabLst>
                <a:tab pos="1828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828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828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828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828800" algn="l"/>
              </a:tabLst>
              <a:defRPr>
                <a:solidFill>
                  <a:schemeClr val="tx1"/>
                </a:solidFill>
                <a:latin typeface="Arial" panose="020B0604020202020204" pitchFamily="34" charset="0"/>
              </a:defRPr>
            </a:lvl9pPr>
          </a:lstStyle>
          <a:p>
            <a:pPr>
              <a:buSzPct val="120000"/>
            </a:pPr>
            <a:r>
              <a:rPr lang="en-US" altLang="en-US" sz="2000">
                <a:solidFill>
                  <a:schemeClr val="bg1"/>
                </a:solidFill>
                <a:latin typeface="Calibri" panose="020F0502020204030204" pitchFamily="34" charset="0"/>
              </a:rPr>
              <a:t>Sample Forms</a:t>
            </a:r>
          </a:p>
        </p:txBody>
      </p:sp>
      <p:sp>
        <p:nvSpPr>
          <p:cNvPr id="20" name="Slide Number Placeholder 3">
            <a:extLst>
              <a:ext uri="{FF2B5EF4-FFF2-40B4-BE49-F238E27FC236}">
                <a16:creationId xmlns:a16="http://schemas.microsoft.com/office/drawing/2014/main" id="{A722E921-463E-4E3B-AD98-0B5AD92BE7A0}"/>
              </a:ext>
            </a:extLst>
          </p:cNvPr>
          <p:cNvSpPr txBox="1">
            <a:spLocks/>
          </p:cNvSpPr>
          <p:nvPr/>
        </p:nvSpPr>
        <p:spPr>
          <a:xfrm>
            <a:off x="6934200" y="6553200"/>
            <a:ext cx="2209800" cy="228600"/>
          </a:xfrm>
          <a:prstGeom prst="rect">
            <a:avLst/>
          </a:prstGeo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9808BF7-5AD4-49C7-A3FA-597CA58344E6}" type="slidenum">
              <a:rPr lang="en-US" altLang="en-US" sz="1400">
                <a:latin typeface="Calibri" panose="020F0502020204030204" pitchFamily="34" charset="0"/>
              </a:rPr>
              <a:pPr algn="r" eaLnBrk="1" hangingPunct="1"/>
              <a:t>9</a:t>
            </a:fld>
            <a:endParaRPr lang="en-US" altLang="en-US" sz="1400">
              <a:latin typeface="Calibri" panose="020F0502020204030204" pitchFamily="34" charset="0"/>
            </a:endParaRPr>
          </a:p>
        </p:txBody>
      </p:sp>
      <p:graphicFrame>
        <p:nvGraphicFramePr>
          <p:cNvPr id="1026" name="Object 5">
            <a:extLst>
              <a:ext uri="{FF2B5EF4-FFF2-40B4-BE49-F238E27FC236}">
                <a16:creationId xmlns:a16="http://schemas.microsoft.com/office/drawing/2014/main" id="{2DB48D66-F50A-47D7-B268-62E924FF9552}"/>
              </a:ext>
            </a:extLst>
          </p:cNvPr>
          <p:cNvGraphicFramePr>
            <a:graphicFrameLocks noChangeAspect="1"/>
          </p:cNvGraphicFramePr>
          <p:nvPr/>
        </p:nvGraphicFramePr>
        <p:xfrm>
          <a:off x="990600" y="3733800"/>
          <a:ext cx="914400" cy="714375"/>
        </p:xfrm>
        <a:graphic>
          <a:graphicData uri="http://schemas.openxmlformats.org/presentationml/2006/ole">
            <mc:AlternateContent xmlns:mc="http://schemas.openxmlformats.org/markup-compatibility/2006">
              <mc:Choice xmlns:v="urn:schemas-microsoft-com:vml" Requires="v">
                <p:oleObj spid="_x0000_s1035" name="Acrobat Document" showAsIcon="1" r:id="rId4" imgW="914400" imgH="714240" progId="AcroExch.Document.7">
                  <p:embed/>
                </p:oleObj>
              </mc:Choice>
              <mc:Fallback>
                <p:oleObj name="Acrobat Document" showAsIcon="1" r:id="rId4" imgW="914400" imgH="714240" progId="AcroExch.Document.7">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733800"/>
                        <a:ext cx="9144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1" name="TextBox 6">
            <a:extLst>
              <a:ext uri="{FF2B5EF4-FFF2-40B4-BE49-F238E27FC236}">
                <a16:creationId xmlns:a16="http://schemas.microsoft.com/office/drawing/2014/main" id="{E013D886-2729-4AD0-9C82-E6715C9C0DBE}"/>
              </a:ext>
            </a:extLst>
          </p:cNvPr>
          <p:cNvSpPr txBox="1">
            <a:spLocks noChangeArrowheads="1"/>
          </p:cNvSpPr>
          <p:nvPr/>
        </p:nvSpPr>
        <p:spPr bwMode="auto">
          <a:xfrm>
            <a:off x="228600" y="3124200"/>
            <a:ext cx="297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t>BOP – Application Form (Input)</a:t>
            </a:r>
          </a:p>
        </p:txBody>
      </p:sp>
      <p:sp>
        <p:nvSpPr>
          <p:cNvPr id="1032" name="TextBox 7">
            <a:extLst>
              <a:ext uri="{FF2B5EF4-FFF2-40B4-BE49-F238E27FC236}">
                <a16:creationId xmlns:a16="http://schemas.microsoft.com/office/drawing/2014/main" id="{37C5C8AE-EE80-45C0-8DA3-55AF26410240}"/>
              </a:ext>
            </a:extLst>
          </p:cNvPr>
          <p:cNvSpPr txBox="1">
            <a:spLocks noChangeArrowheads="1"/>
          </p:cNvSpPr>
          <p:nvPr/>
        </p:nvSpPr>
        <p:spPr bwMode="auto">
          <a:xfrm>
            <a:off x="5029200" y="3048000"/>
            <a:ext cx="342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t>BOP – Conditional Form (Output)</a:t>
            </a:r>
          </a:p>
        </p:txBody>
      </p:sp>
      <p:graphicFrame>
        <p:nvGraphicFramePr>
          <p:cNvPr id="1027" name="Object 6">
            <a:extLst>
              <a:ext uri="{FF2B5EF4-FFF2-40B4-BE49-F238E27FC236}">
                <a16:creationId xmlns:a16="http://schemas.microsoft.com/office/drawing/2014/main" id="{92D540FA-94B8-4534-919A-0C97F99D0D1F}"/>
              </a:ext>
            </a:extLst>
          </p:cNvPr>
          <p:cNvGraphicFramePr>
            <a:graphicFrameLocks noChangeAspect="1"/>
          </p:cNvGraphicFramePr>
          <p:nvPr/>
        </p:nvGraphicFramePr>
        <p:xfrm>
          <a:off x="5257800" y="3657600"/>
          <a:ext cx="914400" cy="714375"/>
        </p:xfrm>
        <a:graphic>
          <a:graphicData uri="http://schemas.openxmlformats.org/presentationml/2006/ole">
            <mc:AlternateContent xmlns:mc="http://schemas.openxmlformats.org/markup-compatibility/2006">
              <mc:Choice xmlns:v="urn:schemas-microsoft-com:vml" Requires="v">
                <p:oleObj spid="_x0000_s1036" name="Acrobat Document" showAsIcon="1" r:id="rId6" imgW="914400" imgH="714240" progId="AcroExch.Document.7">
                  <p:embed/>
                </p:oleObj>
              </mc:Choice>
              <mc:Fallback>
                <p:oleObj name="Acrobat Document" showAsIcon="1" r:id="rId6" imgW="914400" imgH="714240" progId="AcroExch.Document.7">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3657600"/>
                        <a:ext cx="9144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 name="Object 7">
            <a:extLst>
              <a:ext uri="{FF2B5EF4-FFF2-40B4-BE49-F238E27FC236}">
                <a16:creationId xmlns:a16="http://schemas.microsoft.com/office/drawing/2014/main" id="{0ECD2E81-E4F2-4EFD-B264-2911008CF3FB}"/>
              </a:ext>
            </a:extLst>
          </p:cNvPr>
          <p:cNvGraphicFramePr>
            <a:graphicFrameLocks noChangeAspect="1"/>
          </p:cNvGraphicFramePr>
          <p:nvPr/>
        </p:nvGraphicFramePr>
        <p:xfrm>
          <a:off x="6477000" y="3581400"/>
          <a:ext cx="914400" cy="714375"/>
        </p:xfrm>
        <a:graphic>
          <a:graphicData uri="http://schemas.openxmlformats.org/presentationml/2006/ole">
            <mc:AlternateContent xmlns:mc="http://schemas.openxmlformats.org/markup-compatibility/2006">
              <mc:Choice xmlns:v="urn:schemas-microsoft-com:vml" Requires="v">
                <p:oleObj spid="_x0000_s1037" name="Acrobat Document" showAsIcon="1" r:id="rId8" imgW="914400" imgH="714240" progId="AcroExch.Document.7">
                  <p:embed/>
                </p:oleObj>
              </mc:Choice>
              <mc:Fallback>
                <p:oleObj name="Acrobat Document" showAsIcon="1" r:id="rId8" imgW="914400" imgH="714240" progId="AcroExch.Document.7">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3581400"/>
                        <a:ext cx="9144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1" name="Picture 10" descr="42-23469711.jpg">
            <a:extLst>
              <a:ext uri="{FF2B5EF4-FFF2-40B4-BE49-F238E27FC236}">
                <a16:creationId xmlns:a16="http://schemas.microsoft.com/office/drawing/2014/main" id="{04001F8F-8250-4BFD-B7CA-44814F207561}"/>
              </a:ext>
            </a:extLst>
          </p:cNvPr>
          <p:cNvPicPr>
            <a:picLocks noChangeAspect="1"/>
          </p:cNvPicPr>
          <p:nvPr/>
        </p:nvPicPr>
        <p:blipFill>
          <a:blip r:embed="rId10" cstate="print"/>
          <a:stretch>
            <a:fillRect/>
          </a:stretch>
        </p:blipFill>
        <p:spPr>
          <a:xfrm>
            <a:off x="990600" y="1524000"/>
            <a:ext cx="1219200" cy="10881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descr="Policies.jpg">
            <a:extLst>
              <a:ext uri="{FF2B5EF4-FFF2-40B4-BE49-F238E27FC236}">
                <a16:creationId xmlns:a16="http://schemas.microsoft.com/office/drawing/2014/main" id="{CB4D00F7-076F-4A21-BFEF-27B24CEC3905}"/>
              </a:ext>
            </a:extLst>
          </p:cNvPr>
          <p:cNvPicPr>
            <a:picLocks noChangeAspect="1"/>
          </p:cNvPicPr>
          <p:nvPr/>
        </p:nvPicPr>
        <p:blipFill>
          <a:blip r:embed="rId11" cstate="print"/>
          <a:stretch>
            <a:fillRect/>
          </a:stretch>
        </p:blipFill>
        <p:spPr>
          <a:xfrm>
            <a:off x="5562600" y="1524000"/>
            <a:ext cx="1600200" cy="10776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advTm="100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E:\bg.jpg">
            <a:extLst>
              <a:ext uri="{FF2B5EF4-FFF2-40B4-BE49-F238E27FC236}">
                <a16:creationId xmlns:a16="http://schemas.microsoft.com/office/drawing/2014/main" id="{C5EF7B82-5302-42A1-90D0-EA610FECC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8200"/>
            <a:ext cx="9144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14">
            <a:extLst>
              <a:ext uri="{FF2B5EF4-FFF2-40B4-BE49-F238E27FC236}">
                <a16:creationId xmlns:a16="http://schemas.microsoft.com/office/drawing/2014/main" id="{445DC884-41CA-4B6F-8395-86172223712A}"/>
              </a:ext>
            </a:extLst>
          </p:cNvPr>
          <p:cNvSpPr>
            <a:spLocks noChangeArrowheads="1"/>
          </p:cNvSpPr>
          <p:nvPr/>
        </p:nvSpPr>
        <p:spPr bwMode="auto">
          <a:xfrm>
            <a:off x="1524000" y="3810000"/>
            <a:ext cx="62484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buSzPct val="120000"/>
            </a:pPr>
            <a:r>
              <a:rPr lang="en-US" altLang="en-US" sz="3200" b="1">
                <a:solidFill>
                  <a:srgbClr val="C00000"/>
                </a:solidFill>
                <a:latin typeface="Tw Cen MT" panose="020B0602020104020603" pitchFamily="34" charset="0"/>
                <a:cs typeface="Calibri" panose="020F0502020204030204" pitchFamily="34" charset="0"/>
              </a:rPr>
              <a:t>Thank you. </a:t>
            </a:r>
            <a:br>
              <a:rPr lang="en-US" altLang="en-US" sz="2000" b="1">
                <a:solidFill>
                  <a:srgbClr val="C00000"/>
                </a:solidFill>
                <a:latin typeface="Tw Cen MT" panose="020B0602020104020603" pitchFamily="34" charset="0"/>
                <a:cs typeface="Calibri" panose="020F0502020204030204" pitchFamily="34" charset="0"/>
              </a:rPr>
            </a:br>
            <a:r>
              <a:rPr lang="en-US" altLang="en-US" sz="2000" b="1">
                <a:solidFill>
                  <a:srgbClr val="C00000"/>
                </a:solidFill>
                <a:latin typeface="Tw Cen MT" panose="020B0602020104020603" pitchFamily="34" charset="0"/>
                <a:cs typeface="Calibri" panose="020F0502020204030204" pitchFamily="34" charset="0"/>
              </a:rPr>
              <a:t>Hope the presentation has been of value to you.</a:t>
            </a:r>
          </a:p>
        </p:txBody>
      </p:sp>
      <p:grpSp>
        <p:nvGrpSpPr>
          <p:cNvPr id="12292" name="Group 12">
            <a:extLst>
              <a:ext uri="{FF2B5EF4-FFF2-40B4-BE49-F238E27FC236}">
                <a16:creationId xmlns:a16="http://schemas.microsoft.com/office/drawing/2014/main" id="{376C206C-C32B-4599-AE7A-5305B1141516}"/>
              </a:ext>
            </a:extLst>
          </p:cNvPr>
          <p:cNvGrpSpPr>
            <a:grpSpLocks/>
          </p:cNvGrpSpPr>
          <p:nvPr/>
        </p:nvGrpSpPr>
        <p:grpSpPr bwMode="auto">
          <a:xfrm>
            <a:off x="1905000" y="2873375"/>
            <a:ext cx="1371600" cy="565150"/>
            <a:chOff x="1905000" y="2873376"/>
            <a:chExt cx="1371600" cy="565149"/>
          </a:xfrm>
        </p:grpSpPr>
        <p:sp>
          <p:nvSpPr>
            <p:cNvPr id="7" name="Text Box 20">
              <a:extLst>
                <a:ext uri="{FF2B5EF4-FFF2-40B4-BE49-F238E27FC236}">
                  <a16:creationId xmlns:a16="http://schemas.microsoft.com/office/drawing/2014/main" id="{FCF756D5-B5F8-41CA-BF94-5E8B8275DB3A}"/>
                </a:ext>
              </a:extLst>
            </p:cNvPr>
            <p:cNvSpPr txBox="1">
              <a:spLocks noChangeArrowheads="1"/>
            </p:cNvSpPr>
            <p:nvPr/>
          </p:nvSpPr>
          <p:spPr bwMode="auto">
            <a:xfrm>
              <a:off x="1905000" y="3276600"/>
              <a:ext cx="1371600" cy="161925"/>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b="1" dirty="0">
                  <a:solidFill>
                    <a:schemeClr val="tx2">
                      <a:lumMod val="50000"/>
                    </a:schemeClr>
                  </a:solidFill>
                  <a:latin typeface="Tw Cen MT" pitchFamily="34" charset="0"/>
                  <a:ea typeface="Calibri" pitchFamily="34" charset="0"/>
                  <a:cs typeface="Calibri" pitchFamily="34" charset="0"/>
                </a:rPr>
                <a:t>EXPERIENCE</a:t>
              </a:r>
              <a:endParaRPr lang="en-US" u="sng" dirty="0">
                <a:solidFill>
                  <a:schemeClr val="tx2">
                    <a:lumMod val="50000"/>
                  </a:schemeClr>
                </a:solidFill>
                <a:latin typeface="Tw Cen MT" pitchFamily="34" charset="0"/>
                <a:ea typeface="Calibri" pitchFamily="34" charset="0"/>
                <a:cs typeface="Calibri" pitchFamily="34" charset="0"/>
              </a:endParaRPr>
            </a:p>
          </p:txBody>
        </p:sp>
        <p:sp>
          <p:nvSpPr>
            <p:cNvPr id="12303" name="Freeform 23">
              <a:extLst>
                <a:ext uri="{FF2B5EF4-FFF2-40B4-BE49-F238E27FC236}">
                  <a16:creationId xmlns:a16="http://schemas.microsoft.com/office/drawing/2014/main" id="{2CEC5C8B-5674-45A3-A6FD-114A55F366BB}"/>
                </a:ext>
              </a:extLst>
            </p:cNvPr>
            <p:cNvSpPr>
              <a:spLocks noChangeAspect="1"/>
            </p:cNvSpPr>
            <p:nvPr/>
          </p:nvSpPr>
          <p:spPr bwMode="auto">
            <a:xfrm rot="1628237">
              <a:off x="2205038" y="2873376"/>
              <a:ext cx="546100" cy="274651"/>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grpSp>
        <p:nvGrpSpPr>
          <p:cNvPr id="12293" name="Group 13">
            <a:extLst>
              <a:ext uri="{FF2B5EF4-FFF2-40B4-BE49-F238E27FC236}">
                <a16:creationId xmlns:a16="http://schemas.microsoft.com/office/drawing/2014/main" id="{E6E39C9D-0A29-4778-A557-EE5C62E17145}"/>
              </a:ext>
            </a:extLst>
          </p:cNvPr>
          <p:cNvGrpSpPr>
            <a:grpSpLocks/>
          </p:cNvGrpSpPr>
          <p:nvPr/>
        </p:nvGrpSpPr>
        <p:grpSpPr bwMode="auto">
          <a:xfrm>
            <a:off x="3254375" y="2868613"/>
            <a:ext cx="1393825" cy="636587"/>
            <a:chOff x="3254375" y="2868613"/>
            <a:chExt cx="1393825" cy="636614"/>
          </a:xfrm>
        </p:grpSpPr>
        <p:sp>
          <p:nvSpPr>
            <p:cNvPr id="12300" name="Text Box 21">
              <a:extLst>
                <a:ext uri="{FF2B5EF4-FFF2-40B4-BE49-F238E27FC236}">
                  <a16:creationId xmlns:a16="http://schemas.microsoft.com/office/drawing/2014/main" id="{592F80CC-DAC3-445D-82A6-2343570A4CFF}"/>
                </a:ext>
              </a:extLst>
            </p:cNvPr>
            <p:cNvSpPr txBox="1">
              <a:spLocks noChangeArrowheads="1"/>
            </p:cNvSpPr>
            <p:nvPr/>
          </p:nvSpPr>
          <p:spPr bwMode="auto">
            <a:xfrm>
              <a:off x="3254375" y="3276617"/>
              <a:ext cx="1393825" cy="228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333333"/>
                  </a:solidFill>
                  <a:latin typeface="Tw Cen MT" panose="020B0602020104020603" pitchFamily="34" charset="0"/>
                  <a:cs typeface="Calibri" panose="020F0502020204030204" pitchFamily="34" charset="0"/>
                </a:rPr>
                <a:t>EXPERTISE</a:t>
              </a:r>
              <a:endParaRPr lang="en-US" altLang="en-US" u="sng">
                <a:solidFill>
                  <a:srgbClr val="333333"/>
                </a:solidFill>
                <a:latin typeface="Tw Cen MT" panose="020B0602020104020603" pitchFamily="34" charset="0"/>
                <a:cs typeface="Calibri" panose="020F0502020204030204" pitchFamily="34" charset="0"/>
              </a:endParaRPr>
            </a:p>
          </p:txBody>
        </p:sp>
        <p:sp>
          <p:nvSpPr>
            <p:cNvPr id="12301" name="Freeform 24">
              <a:extLst>
                <a:ext uri="{FF2B5EF4-FFF2-40B4-BE49-F238E27FC236}">
                  <a16:creationId xmlns:a16="http://schemas.microsoft.com/office/drawing/2014/main" id="{5EF53576-2880-480C-91D2-CA64431488B9}"/>
                </a:ext>
              </a:extLst>
            </p:cNvPr>
            <p:cNvSpPr>
              <a:spLocks noChangeAspect="1"/>
            </p:cNvSpPr>
            <p:nvPr/>
          </p:nvSpPr>
          <p:spPr bwMode="auto">
            <a:xfrm rot="1628237">
              <a:off x="3449638" y="2868613"/>
              <a:ext cx="544512" cy="274650"/>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grpSp>
        <p:nvGrpSpPr>
          <p:cNvPr id="12294" name="Group 15">
            <a:extLst>
              <a:ext uri="{FF2B5EF4-FFF2-40B4-BE49-F238E27FC236}">
                <a16:creationId xmlns:a16="http://schemas.microsoft.com/office/drawing/2014/main" id="{62EF87E0-7A65-4385-AC51-1A035B739206}"/>
              </a:ext>
            </a:extLst>
          </p:cNvPr>
          <p:cNvGrpSpPr>
            <a:grpSpLocks/>
          </p:cNvGrpSpPr>
          <p:nvPr/>
        </p:nvGrpSpPr>
        <p:grpSpPr bwMode="auto">
          <a:xfrm>
            <a:off x="5791200" y="2892425"/>
            <a:ext cx="2743200" cy="736600"/>
            <a:chOff x="5791200" y="2892477"/>
            <a:chExt cx="2743200" cy="736548"/>
          </a:xfrm>
        </p:grpSpPr>
        <p:sp>
          <p:nvSpPr>
            <p:cNvPr id="12298" name="Text Box 22">
              <a:extLst>
                <a:ext uri="{FF2B5EF4-FFF2-40B4-BE49-F238E27FC236}">
                  <a16:creationId xmlns:a16="http://schemas.microsoft.com/office/drawing/2014/main" id="{51433D30-52C8-4F7C-BC17-0ACB94E8FFB7}"/>
                </a:ext>
              </a:extLst>
            </p:cNvPr>
            <p:cNvSpPr txBox="1">
              <a:spLocks noChangeArrowheads="1"/>
            </p:cNvSpPr>
            <p:nvPr/>
          </p:nvSpPr>
          <p:spPr bwMode="auto">
            <a:xfrm>
              <a:off x="5791200" y="3276583"/>
              <a:ext cx="2743200" cy="35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333333"/>
                  </a:solidFill>
                  <a:latin typeface="Tw Cen MT" panose="020B0602020104020603" pitchFamily="34" charset="0"/>
                  <a:cs typeface="Calibri" panose="020F0502020204030204" pitchFamily="34" charset="0"/>
                </a:rPr>
                <a:t>APPROACH</a:t>
              </a:r>
              <a:br>
                <a:rPr lang="en-US" altLang="en-US" b="1">
                  <a:solidFill>
                    <a:srgbClr val="333333"/>
                  </a:solidFill>
                  <a:latin typeface="Tw Cen MT" panose="020B0602020104020603" pitchFamily="34" charset="0"/>
                  <a:cs typeface="Calibri" panose="020F0502020204030204" pitchFamily="34" charset="0"/>
                </a:rPr>
              </a:br>
              <a:r>
                <a:rPr lang="en-US" altLang="en-US" sz="900" b="1">
                  <a:solidFill>
                    <a:srgbClr val="333333"/>
                  </a:solidFill>
                  <a:latin typeface="Tw Cen MT" panose="020B0602020104020603" pitchFamily="34" charset="0"/>
                  <a:cs typeface="Calibri" panose="020F0502020204030204" pitchFamily="34" charset="0"/>
                </a:rPr>
                <a:t>(KEEP-CUSTOMER-FOR-LIFE approach)</a:t>
              </a:r>
              <a:endParaRPr lang="en-US" altLang="en-US" u="sng">
                <a:solidFill>
                  <a:srgbClr val="333333"/>
                </a:solidFill>
                <a:latin typeface="Tw Cen MT" panose="020B0602020104020603" pitchFamily="34" charset="0"/>
                <a:cs typeface="Calibri" panose="020F0502020204030204" pitchFamily="34" charset="0"/>
              </a:endParaRPr>
            </a:p>
          </p:txBody>
        </p:sp>
        <p:sp>
          <p:nvSpPr>
            <p:cNvPr id="12299" name="Freeform 25">
              <a:extLst>
                <a:ext uri="{FF2B5EF4-FFF2-40B4-BE49-F238E27FC236}">
                  <a16:creationId xmlns:a16="http://schemas.microsoft.com/office/drawing/2014/main" id="{B27433EE-0EBB-4A0C-9AE6-A17C4F43E2A4}"/>
                </a:ext>
              </a:extLst>
            </p:cNvPr>
            <p:cNvSpPr>
              <a:spLocks noChangeAspect="1"/>
            </p:cNvSpPr>
            <p:nvPr/>
          </p:nvSpPr>
          <p:spPr bwMode="auto">
            <a:xfrm rot="1628237">
              <a:off x="5899976" y="2892477"/>
              <a:ext cx="546100" cy="274650"/>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grpSp>
        <p:nvGrpSpPr>
          <p:cNvPr id="12295" name="Group 14">
            <a:extLst>
              <a:ext uri="{FF2B5EF4-FFF2-40B4-BE49-F238E27FC236}">
                <a16:creationId xmlns:a16="http://schemas.microsoft.com/office/drawing/2014/main" id="{3AB65B22-8D4B-4970-9B47-2FA139F0E90F}"/>
              </a:ext>
            </a:extLst>
          </p:cNvPr>
          <p:cNvGrpSpPr>
            <a:grpSpLocks/>
          </p:cNvGrpSpPr>
          <p:nvPr/>
        </p:nvGrpSpPr>
        <p:grpSpPr bwMode="auto">
          <a:xfrm>
            <a:off x="4648200" y="2862263"/>
            <a:ext cx="990600" cy="642937"/>
            <a:chOff x="4648200" y="2862263"/>
            <a:chExt cx="990600" cy="642965"/>
          </a:xfrm>
        </p:grpSpPr>
        <p:sp>
          <p:nvSpPr>
            <p:cNvPr id="12296" name="Text Box 21">
              <a:extLst>
                <a:ext uri="{FF2B5EF4-FFF2-40B4-BE49-F238E27FC236}">
                  <a16:creationId xmlns:a16="http://schemas.microsoft.com/office/drawing/2014/main" id="{CADA73F8-9C49-4AE0-951C-A64F3013E252}"/>
                </a:ext>
              </a:extLst>
            </p:cNvPr>
            <p:cNvSpPr txBox="1">
              <a:spLocks noChangeArrowheads="1"/>
            </p:cNvSpPr>
            <p:nvPr/>
          </p:nvSpPr>
          <p:spPr bwMode="auto">
            <a:xfrm>
              <a:off x="4648200" y="3289318"/>
              <a:ext cx="990600" cy="215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333333"/>
                  </a:solidFill>
                  <a:latin typeface="Tw Cen MT" panose="020B0602020104020603" pitchFamily="34" charset="0"/>
                  <a:cs typeface="Calibri" panose="020F0502020204030204" pitchFamily="34" charset="0"/>
                </a:rPr>
                <a:t>R&amp;D</a:t>
              </a:r>
              <a:endParaRPr lang="en-US" altLang="en-US" u="sng">
                <a:solidFill>
                  <a:srgbClr val="333333"/>
                </a:solidFill>
                <a:latin typeface="Tw Cen MT" panose="020B0602020104020603" pitchFamily="34" charset="0"/>
                <a:cs typeface="Calibri" panose="020F0502020204030204" pitchFamily="34" charset="0"/>
              </a:endParaRPr>
            </a:p>
          </p:txBody>
        </p:sp>
        <p:sp>
          <p:nvSpPr>
            <p:cNvPr id="12297" name="Freeform 24">
              <a:extLst>
                <a:ext uri="{FF2B5EF4-FFF2-40B4-BE49-F238E27FC236}">
                  <a16:creationId xmlns:a16="http://schemas.microsoft.com/office/drawing/2014/main" id="{6530E685-14D8-46C7-8179-E70BA5C54D0B}"/>
                </a:ext>
              </a:extLst>
            </p:cNvPr>
            <p:cNvSpPr>
              <a:spLocks noChangeAspect="1"/>
            </p:cNvSpPr>
            <p:nvPr/>
          </p:nvSpPr>
          <p:spPr bwMode="auto">
            <a:xfrm rot="1628237">
              <a:off x="4668838" y="2862263"/>
              <a:ext cx="544512" cy="274650"/>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spTree>
  </p:cSld>
  <p:clrMapOvr>
    <a:masterClrMapping/>
  </p:clrMapOvr>
  <p:transition advTm="100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41087d73-5bfe-4c6e-a130-3d602495565a" ContentTypeId="0x010100F7548365F7A28B41B9A685ED46C1AC26" PreviousValue="false"/>
</file>

<file path=customXml/item5.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SubCategory xmlns="09339d3a-aaa0-497d-ae73-d8a5832d420d">Best Practice</SubCategory>
    <Classification xmlns="09339d3a-aaa0-497d-ae73-d8a5832d420d">Internal Use</Classification>
    <Tags xmlns="09339d3a-aaa0-497d-ae73-d8a5832d420d">BOP Input Output Forms Final</Tags>
    <Contributors xmlns="09339d3a-aaa0-497d-ae73-d8a5832d420d">
      <UserInfo>
        <DisplayName>Alok Bharati</DisplayName>
        <AccountId>26</AccountId>
        <AccountType/>
      </UserInfo>
    </Contributors>
  </documentManagement>
</p:properties>
</file>

<file path=customXml/itemProps1.xml><?xml version="1.0" encoding="utf-8"?>
<ds:datastoreItem xmlns:ds="http://schemas.openxmlformats.org/officeDocument/2006/customXml" ds:itemID="{C984906E-A01F-4F0D-891D-62F4D249FCCB}">
  <ds:schemaRefs>
    <ds:schemaRef ds:uri="http://schemas.microsoft.com/sharepoint/v3/contenttype/forms"/>
  </ds:schemaRefs>
</ds:datastoreItem>
</file>

<file path=customXml/itemProps2.xml><?xml version="1.0" encoding="utf-8"?>
<ds:datastoreItem xmlns:ds="http://schemas.openxmlformats.org/officeDocument/2006/customXml" ds:itemID="{8B2D3604-72E0-4E93-ABC8-93E43B0F98A4}">
  <ds:schemaRefs>
    <ds:schemaRef ds:uri="http://schemas.microsoft.com/office/2006/metadata/longProperties"/>
  </ds:schemaRefs>
</ds:datastoreItem>
</file>

<file path=customXml/itemProps3.xml><?xml version="1.0" encoding="utf-8"?>
<ds:datastoreItem xmlns:ds="http://schemas.openxmlformats.org/officeDocument/2006/customXml" ds:itemID="{68740850-A82B-4156-8C64-7C0F0AA61511}"/>
</file>

<file path=customXml/itemProps4.xml><?xml version="1.0" encoding="utf-8"?>
<ds:datastoreItem xmlns:ds="http://schemas.openxmlformats.org/officeDocument/2006/customXml" ds:itemID="{AD4EAA07-02A7-4AB0-90F2-2BAD8B80B1EB}"/>
</file>

<file path=customXml/itemProps5.xml><?xml version="1.0" encoding="utf-8"?>
<ds:datastoreItem xmlns:ds="http://schemas.openxmlformats.org/officeDocument/2006/customXml" ds:itemID="{99B0F6C4-C0BF-4C9E-A777-9C1DAA63BAA1}"/>
</file>

<file path=docProps/app.xml><?xml version="1.0" encoding="utf-8"?>
<Properties xmlns="http://schemas.openxmlformats.org/officeDocument/2006/extended-properties" xmlns:vt="http://schemas.openxmlformats.org/officeDocument/2006/docPropsVTypes">
  <TotalTime>819</TotalTime>
  <Words>939</Words>
  <Application>Microsoft Office PowerPoint</Application>
  <PresentationFormat>On-screen Show (4:3)</PresentationFormat>
  <Paragraphs>144</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issac</dc:creator>
  <cp:lastModifiedBy>ishitat</cp:lastModifiedBy>
  <cp:revision>157</cp:revision>
  <dcterms:created xsi:type="dcterms:W3CDTF">2010-11-19T06:53:04Z</dcterms:created>
  <dcterms:modified xsi:type="dcterms:W3CDTF">2021-12-15T11:07:33Z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KM Area">
    <vt:lpwstr>Domain Practice</vt:lpwstr>
  </property>
  <property fmtid="{D5CDD505-2E9C-101B-9397-08002B2CF9AE}" pid="4" name="Classification">
    <vt:lpwstr>Internal Use</vt:lpwstr>
  </property>
  <property fmtid="{D5CDD505-2E9C-101B-9397-08002B2CF9AE}" pid="5" name="Departments">
    <vt:lpwstr>Insurance P&amp;C</vt:lpwstr>
  </property>
  <property fmtid="{D5CDD505-2E9C-101B-9397-08002B2CF9AE}" pid="6" name="Tags">
    <vt:lpwstr>BOP Input Output Forms Final</vt:lpwstr>
  </property>
  <property fmtid="{D5CDD505-2E9C-101B-9397-08002B2CF9AE}" pid="7" name="xd_Signature">
    <vt:lpwstr/>
  </property>
  <property fmtid="{D5CDD505-2E9C-101B-9397-08002B2CF9AE}" pid="8" name="display_urn:schemas-microsoft-com:office:office#Editor">
    <vt:lpwstr>Neha Rathore</vt:lpwstr>
  </property>
  <property fmtid="{D5CDD505-2E9C-101B-9397-08002B2CF9AE}" pid="9" name="Order">
    <vt:lpwstr>6900.00000000000</vt:lpwstr>
  </property>
  <property fmtid="{D5CDD505-2E9C-101B-9397-08002B2CF9AE}" pid="10" name="ComplianceAssetId">
    <vt:lpwstr/>
  </property>
  <property fmtid="{D5CDD505-2E9C-101B-9397-08002B2CF9AE}" pid="11" name="TemplateUrl">
    <vt:lpwstr/>
  </property>
  <property fmtid="{D5CDD505-2E9C-101B-9397-08002B2CF9AE}" pid="12" name="SubCategory">
    <vt:lpwstr/>
  </property>
  <property fmtid="{D5CDD505-2E9C-101B-9397-08002B2CF9AE}" pid="13" name="xd_ProgID">
    <vt:lpwstr/>
  </property>
  <property fmtid="{D5CDD505-2E9C-101B-9397-08002B2CF9AE}" pid="14" name="_ExtendedDescription">
    <vt:lpwstr/>
  </property>
  <property fmtid="{D5CDD505-2E9C-101B-9397-08002B2CF9AE}" pid="15" name="display_urn:schemas-microsoft-com:office:office#Author">
    <vt:lpwstr>Alok Bharati</vt:lpwstr>
  </property>
  <property fmtid="{D5CDD505-2E9C-101B-9397-08002B2CF9AE}" pid="16" name="ContentTypeId">
    <vt:lpwstr>0x010100F7548365F7A28B41B9A685ED46C1AC26001AB29883D45E2C4E9CA6FE95A9034FC3</vt:lpwstr>
  </property>
  <property fmtid="{D5CDD505-2E9C-101B-9397-08002B2CF9AE}" pid="17" name="TriggerFlowInfo">
    <vt:lpwstr/>
  </property>
  <property fmtid="{D5CDD505-2E9C-101B-9397-08002B2CF9AE}" pid="18" name="_SourceUrl">
    <vt:lpwstr/>
  </property>
  <property fmtid="{D5CDD505-2E9C-101B-9397-08002B2CF9AE}" pid="19" name="_SharedFileIndex">
    <vt:lpwstr/>
  </property>
</Properties>
</file>