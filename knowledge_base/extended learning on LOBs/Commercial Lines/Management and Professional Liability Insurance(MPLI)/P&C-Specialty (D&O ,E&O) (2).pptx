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1164" r:id="rId5"/>
    <p:sldId id="1163" r:id="rId6"/>
    <p:sldId id="1211" r:id="rId7"/>
    <p:sldId id="1212" r:id="rId8"/>
    <p:sldId id="1209" r:id="rId9"/>
    <p:sldId id="1205" r:id="rId10"/>
    <p:sldId id="1210" r:id="rId11"/>
    <p:sldId id="1166" r:id="rId12"/>
  </p:sldIdLst>
  <p:sldSz cx="12344400" cy="6950075"/>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551246" algn="l" rtl="0" fontAlgn="base">
      <a:spcBef>
        <a:spcPct val="0"/>
      </a:spcBef>
      <a:spcAft>
        <a:spcPct val="0"/>
      </a:spcAft>
      <a:defRPr kern="1200">
        <a:solidFill>
          <a:schemeClr val="tx1"/>
        </a:solidFill>
        <a:latin typeface="Arial" charset="0"/>
        <a:ea typeface="+mn-ea"/>
        <a:cs typeface="Arial" charset="0"/>
      </a:defRPr>
    </a:lvl2pPr>
    <a:lvl3pPr marL="1102492" algn="l" rtl="0" fontAlgn="base">
      <a:spcBef>
        <a:spcPct val="0"/>
      </a:spcBef>
      <a:spcAft>
        <a:spcPct val="0"/>
      </a:spcAft>
      <a:defRPr kern="1200">
        <a:solidFill>
          <a:schemeClr val="tx1"/>
        </a:solidFill>
        <a:latin typeface="Arial" charset="0"/>
        <a:ea typeface="+mn-ea"/>
        <a:cs typeface="Arial" charset="0"/>
      </a:defRPr>
    </a:lvl3pPr>
    <a:lvl4pPr marL="1653738" algn="l" rtl="0" fontAlgn="base">
      <a:spcBef>
        <a:spcPct val="0"/>
      </a:spcBef>
      <a:spcAft>
        <a:spcPct val="0"/>
      </a:spcAft>
      <a:defRPr kern="1200">
        <a:solidFill>
          <a:schemeClr val="tx1"/>
        </a:solidFill>
        <a:latin typeface="Arial" charset="0"/>
        <a:ea typeface="+mn-ea"/>
        <a:cs typeface="Arial" charset="0"/>
      </a:defRPr>
    </a:lvl4pPr>
    <a:lvl5pPr marL="2204984" algn="l" rtl="0" fontAlgn="base">
      <a:spcBef>
        <a:spcPct val="0"/>
      </a:spcBef>
      <a:spcAft>
        <a:spcPct val="0"/>
      </a:spcAft>
      <a:defRPr kern="1200">
        <a:solidFill>
          <a:schemeClr val="tx1"/>
        </a:solidFill>
        <a:latin typeface="Arial" charset="0"/>
        <a:ea typeface="+mn-ea"/>
        <a:cs typeface="Arial" charset="0"/>
      </a:defRPr>
    </a:lvl5pPr>
    <a:lvl6pPr marL="2756230" algn="l" defTabSz="1102492" rtl="0" eaLnBrk="1" latinLnBrk="0" hangingPunct="1">
      <a:defRPr kern="1200">
        <a:solidFill>
          <a:schemeClr val="tx1"/>
        </a:solidFill>
        <a:latin typeface="Arial" charset="0"/>
        <a:ea typeface="+mn-ea"/>
        <a:cs typeface="Arial" charset="0"/>
      </a:defRPr>
    </a:lvl6pPr>
    <a:lvl7pPr marL="3307476" algn="l" defTabSz="1102492" rtl="0" eaLnBrk="1" latinLnBrk="0" hangingPunct="1">
      <a:defRPr kern="1200">
        <a:solidFill>
          <a:schemeClr val="tx1"/>
        </a:solidFill>
        <a:latin typeface="Arial" charset="0"/>
        <a:ea typeface="+mn-ea"/>
        <a:cs typeface="Arial" charset="0"/>
      </a:defRPr>
    </a:lvl7pPr>
    <a:lvl8pPr marL="3858722" algn="l" defTabSz="1102492" rtl="0" eaLnBrk="1" latinLnBrk="0" hangingPunct="1">
      <a:defRPr kern="1200">
        <a:solidFill>
          <a:schemeClr val="tx1"/>
        </a:solidFill>
        <a:latin typeface="Arial" charset="0"/>
        <a:ea typeface="+mn-ea"/>
        <a:cs typeface="Arial" charset="0"/>
      </a:defRPr>
    </a:lvl8pPr>
    <a:lvl9pPr marL="4409968" algn="l" defTabSz="1102492"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189">
          <p15:clr>
            <a:srgbClr val="A4A3A4"/>
          </p15:clr>
        </p15:guide>
        <p15:guide id="4" pos="3888">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D9FA"/>
    <a:srgbClr val="F9E9D7"/>
    <a:srgbClr val="D55819"/>
    <a:srgbClr val="E66A2E"/>
    <a:srgbClr val="EC9939"/>
    <a:srgbClr val="31859C"/>
    <a:srgbClr val="0070C0"/>
    <a:srgbClr val="E69922"/>
    <a:srgbClr val="128E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528062-0373-4EB6-9C30-7B6F281FA15A}" v="6" dt="2023-09-26T09:32:51.142"/>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 orient="horz" pos="2189"/>
        <p:guide pos="3888"/>
      </p:guideLst>
    </p:cSldViewPr>
  </p:slide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customXml" Target="../customXml/item4.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hashini Mullaguri" userId="d01faacd-515b-4997-8bc1-7dfcd3c76ac3" providerId="ADAL" clId="{7B528062-0373-4EB6-9C30-7B6F281FA15A}"/>
    <pc:docChg chg="custSel modSld">
      <pc:chgData name="Subhashini Mullaguri" userId="d01faacd-515b-4997-8bc1-7dfcd3c76ac3" providerId="ADAL" clId="{7B528062-0373-4EB6-9C30-7B6F281FA15A}" dt="2023-09-26T09:32:51.142" v="1" actId="27636"/>
      <pc:docMkLst>
        <pc:docMk/>
      </pc:docMkLst>
      <pc:sldChg chg="modNotes">
        <pc:chgData name="Subhashini Mullaguri" userId="d01faacd-515b-4997-8bc1-7dfcd3c76ac3" providerId="ADAL" clId="{7B528062-0373-4EB6-9C30-7B6F281FA15A}" dt="2023-09-26T09:32:50.910" v="0" actId="27636"/>
        <pc:sldMkLst>
          <pc:docMk/>
          <pc:sldMk cId="3887239945" sldId="1211"/>
        </pc:sldMkLst>
      </pc:sldChg>
      <pc:sldChg chg="modNotes">
        <pc:chgData name="Subhashini Mullaguri" userId="d01faacd-515b-4997-8bc1-7dfcd3c76ac3" providerId="ADAL" clId="{7B528062-0373-4EB6-9C30-7B6F281FA15A}" dt="2023-09-26T09:32:51.142" v="1" actId="27636"/>
        <pc:sldMkLst>
          <pc:docMk/>
          <pc:sldMk cId="605628811" sldId="121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2298" tIns="46149" rIns="92298" bIns="46149" rtlCol="0"/>
          <a:lstStyle>
            <a:lvl1pPr algn="l">
              <a:defRPr sz="1200"/>
            </a:lvl1pPr>
          </a:lstStyle>
          <a:p>
            <a:pPr>
              <a:defRPr/>
            </a:pPr>
            <a:endParaRPr lang="en-IN"/>
          </a:p>
        </p:txBody>
      </p:sp>
      <p:sp>
        <p:nvSpPr>
          <p:cNvPr id="3" name="Date Placeholder 2"/>
          <p:cNvSpPr>
            <a:spLocks noGrp="1"/>
          </p:cNvSpPr>
          <p:nvPr>
            <p:ph type="dt" sz="quarter" idx="1"/>
          </p:nvPr>
        </p:nvSpPr>
        <p:spPr>
          <a:xfrm>
            <a:off x="3970338" y="0"/>
            <a:ext cx="3038475" cy="463550"/>
          </a:xfrm>
          <a:prstGeom prst="rect">
            <a:avLst/>
          </a:prstGeom>
        </p:spPr>
        <p:txBody>
          <a:bodyPr vert="horz" lIns="92298" tIns="46149" rIns="92298" bIns="46149" rtlCol="0"/>
          <a:lstStyle>
            <a:lvl1pPr algn="r">
              <a:defRPr sz="1200" smtClean="0"/>
            </a:lvl1pPr>
          </a:lstStyle>
          <a:p>
            <a:pPr>
              <a:defRPr/>
            </a:pPr>
            <a:fld id="{9727E618-B619-4C36-8069-B46C9E63E7BB}" type="datetimeFigureOut">
              <a:rPr lang="en-IN"/>
              <a:pPr>
                <a:defRPr/>
              </a:pPr>
              <a:t>26-09-2023</a:t>
            </a:fld>
            <a:endParaRPr lang="en-IN"/>
          </a:p>
        </p:txBody>
      </p:sp>
      <p:sp>
        <p:nvSpPr>
          <p:cNvPr id="4" name="Footer Placeholder 3"/>
          <p:cNvSpPr>
            <a:spLocks noGrp="1"/>
          </p:cNvSpPr>
          <p:nvPr>
            <p:ph type="ftr" sz="quarter" idx="2"/>
          </p:nvPr>
        </p:nvSpPr>
        <p:spPr>
          <a:xfrm>
            <a:off x="0" y="8831263"/>
            <a:ext cx="3038475" cy="463550"/>
          </a:xfrm>
          <a:prstGeom prst="rect">
            <a:avLst/>
          </a:prstGeom>
        </p:spPr>
        <p:txBody>
          <a:bodyPr vert="horz" lIns="92298" tIns="46149" rIns="92298" bIns="46149" rtlCol="0" anchor="b"/>
          <a:lstStyle>
            <a:lvl1pPr algn="l">
              <a:defRPr sz="1200"/>
            </a:lvl1pPr>
          </a:lstStyle>
          <a:p>
            <a:pPr>
              <a:defRPr/>
            </a:pPr>
            <a:endParaRPr lang="en-IN"/>
          </a:p>
        </p:txBody>
      </p:sp>
      <p:sp>
        <p:nvSpPr>
          <p:cNvPr id="5" name="Slide Number Placeholder 4"/>
          <p:cNvSpPr>
            <a:spLocks noGrp="1"/>
          </p:cNvSpPr>
          <p:nvPr>
            <p:ph type="sldNum" sz="quarter" idx="3"/>
          </p:nvPr>
        </p:nvSpPr>
        <p:spPr>
          <a:xfrm>
            <a:off x="3970338" y="8831263"/>
            <a:ext cx="3038475" cy="463550"/>
          </a:xfrm>
          <a:prstGeom prst="rect">
            <a:avLst/>
          </a:prstGeom>
        </p:spPr>
        <p:txBody>
          <a:bodyPr vert="horz" lIns="92298" tIns="46149" rIns="92298" bIns="46149" rtlCol="0" anchor="b"/>
          <a:lstStyle>
            <a:lvl1pPr algn="r">
              <a:defRPr sz="1200" smtClean="0"/>
            </a:lvl1pPr>
          </a:lstStyle>
          <a:p>
            <a:pPr>
              <a:defRPr/>
            </a:pPr>
            <a:fld id="{9C442BCF-093E-4EAA-8717-F0E65CF5F693}" type="slidenum">
              <a:rPr lang="en-IN"/>
              <a:pPr>
                <a:defRPr/>
              </a:pPr>
              <a:t>‹#›</a:t>
            </a:fld>
            <a:endParaRPr lang="en-IN"/>
          </a:p>
        </p:txBody>
      </p:sp>
    </p:spTree>
    <p:extLst>
      <p:ext uri="{BB962C8B-B14F-4D97-AF65-F5344CB8AC3E}">
        <p14:creationId xmlns:p14="http://schemas.microsoft.com/office/powerpoint/2010/main" val="9390854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3550"/>
          </a:xfrm>
          <a:prstGeom prst="rect">
            <a:avLst/>
          </a:prstGeom>
        </p:spPr>
        <p:txBody>
          <a:bodyPr vert="horz" lIns="93175" tIns="46587" rIns="93175" bIns="46587"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3550"/>
          </a:xfrm>
          <a:prstGeom prst="rect">
            <a:avLst/>
          </a:prstGeom>
        </p:spPr>
        <p:txBody>
          <a:bodyPr vert="horz" lIns="93175" tIns="46587" rIns="93175" bIns="46587" rtlCol="0"/>
          <a:lstStyle>
            <a:lvl1pPr algn="r" fontAlgn="auto">
              <a:spcBef>
                <a:spcPts val="0"/>
              </a:spcBef>
              <a:spcAft>
                <a:spcPts val="0"/>
              </a:spcAft>
              <a:defRPr sz="1200">
                <a:latin typeface="+mn-lt"/>
                <a:cs typeface="+mn-cs"/>
              </a:defRPr>
            </a:lvl1pPr>
          </a:lstStyle>
          <a:p>
            <a:pPr>
              <a:defRPr/>
            </a:pPr>
            <a:fld id="{9CF4A2D4-943A-4B1C-9013-9F22B5005060}" type="datetimeFigureOut">
              <a:rPr lang="en-US"/>
              <a:pPr>
                <a:defRPr/>
              </a:pPr>
              <a:t>9/26/2023</a:t>
            </a:fld>
            <a:endParaRPr lang="en-US"/>
          </a:p>
        </p:txBody>
      </p:sp>
      <p:sp>
        <p:nvSpPr>
          <p:cNvPr id="4" name="Slide Image Placeholder 3"/>
          <p:cNvSpPr>
            <a:spLocks noGrp="1" noRot="1" noChangeAspect="1"/>
          </p:cNvSpPr>
          <p:nvPr>
            <p:ph type="sldImg" idx="2"/>
          </p:nvPr>
        </p:nvSpPr>
        <p:spPr>
          <a:xfrm>
            <a:off x="409575" y="696913"/>
            <a:ext cx="6191250" cy="3486150"/>
          </a:xfrm>
          <a:prstGeom prst="rect">
            <a:avLst/>
          </a:prstGeom>
          <a:noFill/>
          <a:ln w="12700">
            <a:solidFill>
              <a:prstClr val="black"/>
            </a:solidFill>
          </a:ln>
        </p:spPr>
        <p:txBody>
          <a:bodyPr vert="horz" lIns="93175" tIns="46587" rIns="93175" bIns="46587" rtlCol="0" anchor="ctr"/>
          <a:lstStyle/>
          <a:p>
            <a:pPr lvl="0"/>
            <a:endParaRPr lang="en-US" noProof="0"/>
          </a:p>
        </p:txBody>
      </p:sp>
      <p:sp>
        <p:nvSpPr>
          <p:cNvPr id="5" name="Notes Placeholder 4"/>
          <p:cNvSpPr>
            <a:spLocks noGrp="1"/>
          </p:cNvSpPr>
          <p:nvPr>
            <p:ph type="body" sz="quarter" idx="3"/>
          </p:nvPr>
        </p:nvSpPr>
        <p:spPr>
          <a:xfrm>
            <a:off x="701675" y="4416425"/>
            <a:ext cx="5607050" cy="4181475"/>
          </a:xfrm>
          <a:prstGeom prst="rect">
            <a:avLst/>
          </a:prstGeom>
        </p:spPr>
        <p:txBody>
          <a:bodyPr vert="horz" lIns="93175" tIns="46587" rIns="93175" bIns="46587"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31263"/>
            <a:ext cx="3038475" cy="463550"/>
          </a:xfrm>
          <a:prstGeom prst="rect">
            <a:avLst/>
          </a:prstGeom>
        </p:spPr>
        <p:txBody>
          <a:bodyPr vert="horz" lIns="93175" tIns="46587" rIns="93175" bIns="46587"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31263"/>
            <a:ext cx="3038475" cy="463550"/>
          </a:xfrm>
          <a:prstGeom prst="rect">
            <a:avLst/>
          </a:prstGeom>
        </p:spPr>
        <p:txBody>
          <a:bodyPr vert="horz" lIns="93175" tIns="46587" rIns="93175" bIns="46587" rtlCol="0" anchor="b"/>
          <a:lstStyle>
            <a:lvl1pPr algn="r" fontAlgn="auto">
              <a:spcBef>
                <a:spcPts val="0"/>
              </a:spcBef>
              <a:spcAft>
                <a:spcPts val="0"/>
              </a:spcAft>
              <a:defRPr sz="1200">
                <a:latin typeface="+mn-lt"/>
                <a:cs typeface="+mn-cs"/>
              </a:defRPr>
            </a:lvl1pPr>
          </a:lstStyle>
          <a:p>
            <a:pPr>
              <a:defRPr/>
            </a:pPr>
            <a:fld id="{DA158527-55D2-4491-A481-82DAFC91458B}" type="slidenum">
              <a:rPr lang="en-US"/>
              <a:pPr>
                <a:defRPr/>
              </a:pPr>
              <a:t>‹#›</a:t>
            </a:fld>
            <a:endParaRPr lang="en-US"/>
          </a:p>
        </p:txBody>
      </p:sp>
    </p:spTree>
    <p:extLst>
      <p:ext uri="{BB962C8B-B14F-4D97-AF65-F5344CB8AC3E}">
        <p14:creationId xmlns:p14="http://schemas.microsoft.com/office/powerpoint/2010/main" val="31200358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mn-lt"/>
        <a:ea typeface="+mn-ea"/>
        <a:cs typeface="+mn-cs"/>
      </a:defRPr>
    </a:lvl1pPr>
    <a:lvl2pPr marL="551246" algn="l" rtl="0" eaLnBrk="0" fontAlgn="base" hangingPunct="0">
      <a:spcBef>
        <a:spcPct val="30000"/>
      </a:spcBef>
      <a:spcAft>
        <a:spcPct val="0"/>
      </a:spcAft>
      <a:defRPr sz="1400" kern="1200">
        <a:solidFill>
          <a:schemeClr val="tx1"/>
        </a:solidFill>
        <a:latin typeface="+mn-lt"/>
        <a:ea typeface="+mn-ea"/>
        <a:cs typeface="+mn-cs"/>
      </a:defRPr>
    </a:lvl2pPr>
    <a:lvl3pPr marL="1102492" algn="l" rtl="0" eaLnBrk="0" fontAlgn="base" hangingPunct="0">
      <a:spcBef>
        <a:spcPct val="30000"/>
      </a:spcBef>
      <a:spcAft>
        <a:spcPct val="0"/>
      </a:spcAft>
      <a:defRPr sz="1400" kern="1200">
        <a:solidFill>
          <a:schemeClr val="tx1"/>
        </a:solidFill>
        <a:latin typeface="+mn-lt"/>
        <a:ea typeface="+mn-ea"/>
        <a:cs typeface="+mn-cs"/>
      </a:defRPr>
    </a:lvl3pPr>
    <a:lvl4pPr marL="1653738" algn="l" rtl="0" eaLnBrk="0" fontAlgn="base" hangingPunct="0">
      <a:spcBef>
        <a:spcPct val="30000"/>
      </a:spcBef>
      <a:spcAft>
        <a:spcPct val="0"/>
      </a:spcAft>
      <a:defRPr sz="1400" kern="1200">
        <a:solidFill>
          <a:schemeClr val="tx1"/>
        </a:solidFill>
        <a:latin typeface="+mn-lt"/>
        <a:ea typeface="+mn-ea"/>
        <a:cs typeface="+mn-cs"/>
      </a:defRPr>
    </a:lvl4pPr>
    <a:lvl5pPr marL="2204984" algn="l" rtl="0" eaLnBrk="0" fontAlgn="base" hangingPunct="0">
      <a:spcBef>
        <a:spcPct val="30000"/>
      </a:spcBef>
      <a:spcAft>
        <a:spcPct val="0"/>
      </a:spcAft>
      <a:defRPr sz="1400" kern="1200">
        <a:solidFill>
          <a:schemeClr val="tx1"/>
        </a:solidFill>
        <a:latin typeface="+mn-lt"/>
        <a:ea typeface="+mn-ea"/>
        <a:cs typeface="+mn-cs"/>
      </a:defRPr>
    </a:lvl5pPr>
    <a:lvl6pPr marL="2756230" algn="l" defTabSz="1102492" rtl="0" eaLnBrk="1" latinLnBrk="0" hangingPunct="1">
      <a:defRPr sz="1400" kern="1200">
        <a:solidFill>
          <a:schemeClr val="tx1"/>
        </a:solidFill>
        <a:latin typeface="+mn-lt"/>
        <a:ea typeface="+mn-ea"/>
        <a:cs typeface="+mn-cs"/>
      </a:defRPr>
    </a:lvl6pPr>
    <a:lvl7pPr marL="3307476" algn="l" defTabSz="1102492" rtl="0" eaLnBrk="1" latinLnBrk="0" hangingPunct="1">
      <a:defRPr sz="1400" kern="1200">
        <a:solidFill>
          <a:schemeClr val="tx1"/>
        </a:solidFill>
        <a:latin typeface="+mn-lt"/>
        <a:ea typeface="+mn-ea"/>
        <a:cs typeface="+mn-cs"/>
      </a:defRPr>
    </a:lvl7pPr>
    <a:lvl8pPr marL="3858722" algn="l" defTabSz="1102492" rtl="0" eaLnBrk="1" latinLnBrk="0" hangingPunct="1">
      <a:defRPr sz="1400" kern="1200">
        <a:solidFill>
          <a:schemeClr val="tx1"/>
        </a:solidFill>
        <a:latin typeface="+mn-lt"/>
        <a:ea typeface="+mn-ea"/>
        <a:cs typeface="+mn-cs"/>
      </a:defRPr>
    </a:lvl8pPr>
    <a:lvl9pPr marL="4409968" algn="l" defTabSz="110249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a:solidFill>
                  <a:srgbClr val="374151"/>
                </a:solidFill>
                <a:effectLst/>
                <a:latin typeface="Söhne"/>
              </a:rPr>
              <a:t>D&amp;O insurance </a:t>
            </a:r>
            <a:r>
              <a:rPr lang="en-US" sz="1400">
                <a:latin typeface="Segoe UI Light" panose="020B0502040204020203" pitchFamily="34" charset="0"/>
              </a:rPr>
              <a:t>provides financial protection for the directors and officers of your company in the event they are sued in conjunction with the performance of their duties as they relate to the company.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a:latin typeface="Segoe UI Light" panose="020B0502040204020203" pitchFamily="34" charset="0"/>
            </a:endParaRPr>
          </a:p>
          <a:p>
            <a:pPr algn="l"/>
            <a:r>
              <a:rPr lang="en-US" b="0" i="0">
                <a:solidFill>
                  <a:srgbClr val="374151"/>
                </a:solidFill>
                <a:effectLst/>
                <a:latin typeface="Söhne"/>
              </a:rPr>
              <a:t>D&amp;O insurance is important for companies because it can help protect their directors and officers from personal financial loss, as well as provide financial protection for the company itself in the event of a claim. Without D&amp;O insurance, directors and officers may be personally liable for any damages awarded against them, which can result in significant financial loss and even bankruptcy.</a:t>
            </a:r>
          </a:p>
          <a:p>
            <a:pPr algn="l"/>
            <a:endParaRPr lang="en-US" b="0" i="0">
              <a:solidFill>
                <a:srgbClr val="374151"/>
              </a:solidFill>
              <a:effectLst/>
              <a:latin typeface="Söhne"/>
            </a:endParaRPr>
          </a:p>
          <a:p>
            <a:pPr algn="l"/>
            <a:r>
              <a:rPr lang="en-US" b="0" i="0">
                <a:solidFill>
                  <a:srgbClr val="374151"/>
                </a:solidFill>
                <a:effectLst/>
                <a:latin typeface="Söhne"/>
              </a:rPr>
              <a:t>D&amp;O insurance policies typically have two types of coverage: Side A coverage, which provides coverage for the directors and officers when the company is not legally obligated to indemnify them, and Side B coverage, which provides coverage for the company when it is legally obligated to indemnify the directors and officers.</a:t>
            </a:r>
          </a:p>
          <a:p>
            <a:pPr algn="l"/>
            <a:endParaRPr lang="en-US" b="0" i="0">
              <a:solidFill>
                <a:srgbClr val="374151"/>
              </a:solidFill>
              <a:effectLst/>
              <a:latin typeface="Söhne"/>
            </a:endParaRPr>
          </a:p>
          <a:p>
            <a:pPr algn="l"/>
            <a:r>
              <a:rPr lang="en-US" b="0" i="0">
                <a:solidFill>
                  <a:srgbClr val="374151"/>
                </a:solidFill>
                <a:effectLst/>
                <a:latin typeface="Söhne"/>
              </a:rPr>
              <a:t>The cost of D&amp;O insurance can vary depending on a number of factors, including the size and type of the company, the industry it operates in, and the risk profile of its directors and officers. It is important for companies to carefully consider their D&amp;O insurance needs and work with an experienced insurance broker to select a policy that provides adequate coverage.</a:t>
            </a:r>
          </a:p>
          <a:p>
            <a:pPr algn="l"/>
            <a:endParaRPr lang="en-US" b="0" i="0">
              <a:solidFill>
                <a:srgbClr val="374151"/>
              </a:solidFill>
              <a:effectLst/>
              <a:latin typeface="Söhne"/>
            </a:endParaRPr>
          </a:p>
          <a:p>
            <a:pPr algn="l"/>
            <a:endParaRPr lang="en-US" b="0" i="0">
              <a:solidFill>
                <a:srgbClr val="374151"/>
              </a:solidFill>
              <a:effectLst/>
              <a:latin typeface="Söhne"/>
            </a:endParaRPr>
          </a:p>
          <a:p>
            <a:pPr algn="l"/>
            <a:r>
              <a:rPr lang="en-US" b="0" i="0">
                <a:solidFill>
                  <a:srgbClr val="374151"/>
                </a:solidFill>
                <a:effectLst/>
                <a:latin typeface="Söhne"/>
              </a:rPr>
              <a:t>D&amp;O aims to protect individual directors and officers from personal financial losses and legal expenses resulting from claims related to their actions or decisions made on behalf of the company. Here are a few examples of situations where D&amp;O insurance may come into play:</a:t>
            </a:r>
          </a:p>
          <a:p>
            <a:pPr algn="l"/>
            <a:endParaRPr lang="en-US" b="0" i="0">
              <a:solidFill>
                <a:srgbClr val="374151"/>
              </a:solidFill>
              <a:effectLst/>
              <a:latin typeface="Söhne"/>
            </a:endParaRPr>
          </a:p>
          <a:p>
            <a:pPr algn="l">
              <a:buFont typeface="+mj-lt"/>
              <a:buAutoNum type="arabicPeriod"/>
            </a:pPr>
            <a:r>
              <a:rPr lang="en-US" b="1" i="0">
                <a:solidFill>
                  <a:srgbClr val="374151"/>
                </a:solidFill>
                <a:effectLst/>
                <a:latin typeface="Söhne"/>
              </a:rPr>
              <a:t>Shareholder Lawsuits</a:t>
            </a:r>
            <a:r>
              <a:rPr lang="en-US" b="0" i="0">
                <a:solidFill>
                  <a:srgbClr val="374151"/>
                </a:solidFill>
                <a:effectLst/>
                <a:latin typeface="Söhne"/>
              </a:rPr>
              <a:t>: Shareholders can file lawsuits against directors and officers for alleged mismanagement, breach of fiduciary duty, or failure to act in the best interests of the company. D&amp;O insurance can provide coverage for defense costs and potential settlements or judgments arising from such claims.</a:t>
            </a:r>
          </a:p>
          <a:p>
            <a:pPr algn="l">
              <a:buFont typeface="+mj-lt"/>
              <a:buAutoNum type="arabicPeriod"/>
            </a:pPr>
            <a:endParaRPr lang="en-US" b="0" i="0">
              <a:solidFill>
                <a:srgbClr val="374151"/>
              </a:solidFill>
              <a:effectLst/>
              <a:latin typeface="Söhne"/>
            </a:endParaRPr>
          </a:p>
          <a:p>
            <a:pPr algn="l">
              <a:buFont typeface="+mj-lt"/>
              <a:buAutoNum type="arabicPeriod"/>
            </a:pPr>
            <a:r>
              <a:rPr lang="en-US" b="1" i="0">
                <a:solidFill>
                  <a:srgbClr val="374151"/>
                </a:solidFill>
                <a:effectLst/>
                <a:latin typeface="Söhne"/>
              </a:rPr>
              <a:t>Regulatory Investigations</a:t>
            </a:r>
            <a:r>
              <a:rPr lang="en-US" b="0" i="0">
                <a:solidFill>
                  <a:srgbClr val="374151"/>
                </a:solidFill>
                <a:effectLst/>
                <a:latin typeface="Söhne"/>
              </a:rPr>
              <a:t>: Directors and officers may face investigations by regulatory bodies, such as the Securities and Exchange Commission (SEC) or the Federal Trade Commission (FTC), for violations of laws or regulations. D&amp;O insurance can help cover the costs associated with responding to these investigations and any resulting fines or penalties.</a:t>
            </a:r>
          </a:p>
          <a:p>
            <a:pPr algn="l">
              <a:buFont typeface="+mj-lt"/>
              <a:buAutoNum type="arabicPeriod"/>
            </a:pPr>
            <a:endParaRPr lang="en-US" b="0" i="0">
              <a:solidFill>
                <a:srgbClr val="374151"/>
              </a:solidFill>
              <a:effectLst/>
              <a:latin typeface="Söhne"/>
            </a:endParaRPr>
          </a:p>
          <a:p>
            <a:pPr algn="l">
              <a:buFont typeface="+mj-lt"/>
              <a:buAutoNum type="arabicPeriod"/>
            </a:pPr>
            <a:r>
              <a:rPr lang="en-US" b="1" i="0">
                <a:solidFill>
                  <a:srgbClr val="374151"/>
                </a:solidFill>
                <a:effectLst/>
                <a:latin typeface="Söhne"/>
              </a:rPr>
              <a:t>Employment Practices Claims</a:t>
            </a:r>
            <a:r>
              <a:rPr lang="en-US" b="0" i="0">
                <a:solidFill>
                  <a:srgbClr val="374151"/>
                </a:solidFill>
                <a:effectLst/>
                <a:latin typeface="Söhne"/>
              </a:rPr>
              <a:t>: Directors and officers can be sued by employees or former employees for wrongful termination, discrimination, harassment, or other employment-related issues. D&amp;O insurance can provide coverage for defense costs and potential damages resulting from such claims.</a:t>
            </a:r>
          </a:p>
          <a:p>
            <a:pPr algn="l">
              <a:buFont typeface="+mj-lt"/>
              <a:buAutoNum type="arabicPeriod"/>
            </a:pPr>
            <a:endParaRPr lang="en-US" b="0" i="0">
              <a:solidFill>
                <a:srgbClr val="374151"/>
              </a:solidFill>
              <a:effectLst/>
              <a:latin typeface="Söhne"/>
            </a:endParaRPr>
          </a:p>
          <a:p>
            <a:pPr algn="l">
              <a:buFont typeface="+mj-lt"/>
              <a:buAutoNum type="arabicPeriod"/>
            </a:pPr>
            <a:r>
              <a:rPr lang="en-US" b="1" i="0">
                <a:solidFill>
                  <a:srgbClr val="374151"/>
                </a:solidFill>
                <a:effectLst/>
                <a:latin typeface="Söhne"/>
              </a:rPr>
              <a:t>Breach of Duty Claims</a:t>
            </a:r>
            <a:r>
              <a:rPr lang="en-US" b="0" i="0">
                <a:solidFill>
                  <a:srgbClr val="374151"/>
                </a:solidFill>
                <a:effectLst/>
                <a:latin typeface="Söhne"/>
              </a:rPr>
              <a:t>: If a director or officer fails to fulfill their fiduciary duty or acts in a manner that causes harm to the company or its stakeholders, they may be sued for breach of duty. D&amp;O insurance can offer protection in the event of claims alleging negligence, errors, omissions, or mismanagement.</a:t>
            </a:r>
          </a:p>
          <a:p>
            <a:pPr algn="l">
              <a:buFont typeface="+mj-lt"/>
              <a:buAutoNum type="arabicPeriod"/>
            </a:pPr>
            <a:endParaRPr lang="en-US" b="0" i="0">
              <a:solidFill>
                <a:srgbClr val="374151"/>
              </a:solidFill>
              <a:effectLst/>
              <a:latin typeface="Söhne"/>
            </a:endParaRPr>
          </a:p>
          <a:p>
            <a:pPr algn="l">
              <a:buFont typeface="+mj-lt"/>
              <a:buAutoNum type="arabicPeriod"/>
            </a:pPr>
            <a:r>
              <a:rPr lang="en-US" b="1" i="0">
                <a:solidFill>
                  <a:srgbClr val="374151"/>
                </a:solidFill>
                <a:effectLst/>
                <a:latin typeface="Söhne"/>
              </a:rPr>
              <a:t>Insolvency or Bankruptcy Claims</a:t>
            </a:r>
            <a:r>
              <a:rPr lang="en-US" b="0" i="0">
                <a:solidFill>
                  <a:srgbClr val="374151"/>
                </a:solidFill>
                <a:effectLst/>
                <a:latin typeface="Söhne"/>
              </a:rPr>
              <a:t>: When a company becomes insolvent or files for bankruptcy, creditors or trustees may file claims against directors and officers, alleging they contributed to the company's financial downfall. D&amp;O insurance can help cover defense costs and potential liability arising from these claims.</a:t>
            </a:r>
          </a:p>
          <a:p>
            <a:pPr algn="l">
              <a:buFont typeface="+mj-lt"/>
              <a:buAutoNum type="arabicPeriod"/>
            </a:pPr>
            <a:endParaRPr lang="en-US" b="0" i="0">
              <a:solidFill>
                <a:srgbClr val="374151"/>
              </a:solidFill>
              <a:effectLst/>
              <a:latin typeface="Söhne"/>
            </a:endParaRPr>
          </a:p>
          <a:p>
            <a:pPr algn="l">
              <a:buFont typeface="+mj-lt"/>
              <a:buAutoNum type="arabicPeriod"/>
            </a:pPr>
            <a:endParaRPr lang="en-US" b="0" i="0">
              <a:solidFill>
                <a:srgbClr val="374151"/>
              </a:solidFill>
              <a:effectLst/>
              <a:latin typeface="Söhne"/>
            </a:endParaRPr>
          </a:p>
          <a:p>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3</a:t>
            </a:fld>
            <a:endParaRPr lang="en-US"/>
          </a:p>
        </p:txBody>
      </p:sp>
    </p:spTree>
    <p:extLst>
      <p:ext uri="{BB962C8B-B14F-4D97-AF65-F5344CB8AC3E}">
        <p14:creationId xmlns:p14="http://schemas.microsoft.com/office/powerpoint/2010/main" val="515753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algn="l">
              <a:buFont typeface="+mj-lt"/>
              <a:buNone/>
            </a:pPr>
            <a:endParaRPr lang="en-US" b="0" i="0">
              <a:solidFill>
                <a:srgbClr val="374151"/>
              </a:solidFill>
              <a:effectLst/>
              <a:latin typeface="Söhne"/>
            </a:endParaRPr>
          </a:p>
          <a:p>
            <a:pPr algn="l">
              <a:buFont typeface="+mj-lt"/>
              <a:buAutoNum type="arabicPeriod"/>
            </a:pPr>
            <a:endParaRPr lang="en-US" b="0" i="0">
              <a:solidFill>
                <a:srgbClr val="374151"/>
              </a:solidFill>
              <a:effectLst/>
              <a:latin typeface="Söhne"/>
            </a:endParaRPr>
          </a:p>
          <a:p>
            <a:pPr marL="285750" indent="-285750" algn="l">
              <a:buFont typeface="Arial" panose="020B0604020202020204" pitchFamily="34" charset="0"/>
              <a:buChar char="•"/>
            </a:pPr>
            <a:r>
              <a:rPr lang="en-US" b="1" i="0">
                <a:solidFill>
                  <a:srgbClr val="EF4444"/>
                </a:solidFill>
                <a:effectLst/>
                <a:latin typeface="Söhne"/>
              </a:rPr>
              <a:t>Side A Coverage</a:t>
            </a:r>
            <a:r>
              <a:rPr lang="en-US" b="0" i="0">
                <a:solidFill>
                  <a:srgbClr val="EF4444"/>
                </a:solidFill>
                <a:effectLst/>
                <a:latin typeface="Söhne"/>
              </a:rPr>
              <a:t>: This coverage provides protection for individual directors and officers when the company is unable or unwilling to indemnify them for their legal defense and damages. It is typically triggered when the company is insolvent or bankrupt.</a:t>
            </a:r>
          </a:p>
          <a:p>
            <a:pPr marL="285750" indent="-285750" algn="l">
              <a:buFont typeface="Arial" panose="020B0604020202020204" pitchFamily="34" charset="0"/>
              <a:buChar char="•"/>
            </a:pPr>
            <a:endParaRPr lang="en-US" b="0" i="0">
              <a:solidFill>
                <a:srgbClr val="EF4444"/>
              </a:solidFill>
              <a:effectLst/>
              <a:latin typeface="Söhne"/>
            </a:endParaRPr>
          </a:p>
          <a:p>
            <a:pPr marL="285750" indent="-285750" algn="l">
              <a:buFont typeface="Arial" panose="020B0604020202020204" pitchFamily="34" charset="0"/>
              <a:buChar char="•"/>
            </a:pPr>
            <a:r>
              <a:rPr lang="en-US" b="1" i="0">
                <a:solidFill>
                  <a:srgbClr val="EF4444"/>
                </a:solidFill>
                <a:effectLst/>
                <a:latin typeface="Söhne"/>
              </a:rPr>
              <a:t>Side B Coverage</a:t>
            </a:r>
            <a:r>
              <a:rPr lang="en-US" b="0" i="0">
                <a:solidFill>
                  <a:srgbClr val="EF4444"/>
                </a:solidFill>
                <a:effectLst/>
                <a:latin typeface="Söhne"/>
              </a:rPr>
              <a:t>: This coverage reimburses the company for the costs of indemnifying its directors and officers for legal defense and damages arising from covered claims.</a:t>
            </a:r>
          </a:p>
          <a:p>
            <a:pPr marL="285750" indent="-285750" algn="l">
              <a:buFont typeface="Arial" panose="020B0604020202020204" pitchFamily="34" charset="0"/>
              <a:buChar char="•"/>
            </a:pPr>
            <a:endParaRPr lang="en-US" b="0" i="0">
              <a:solidFill>
                <a:srgbClr val="EF4444"/>
              </a:solidFill>
              <a:effectLst/>
              <a:latin typeface="Söhne"/>
            </a:endParaRPr>
          </a:p>
          <a:p>
            <a:pPr marL="285750" indent="-285750" algn="l">
              <a:buFont typeface="Arial" panose="020B0604020202020204" pitchFamily="34" charset="0"/>
              <a:buChar char="•"/>
            </a:pPr>
            <a:r>
              <a:rPr lang="en-US" b="1" i="0">
                <a:solidFill>
                  <a:srgbClr val="EF4444"/>
                </a:solidFill>
                <a:effectLst/>
                <a:latin typeface="Söhne"/>
              </a:rPr>
              <a:t>Side C Coverage</a:t>
            </a:r>
            <a:r>
              <a:rPr lang="en-US" b="0" i="0">
                <a:solidFill>
                  <a:srgbClr val="EF4444"/>
                </a:solidFill>
                <a:effectLst/>
                <a:latin typeface="Söhne"/>
              </a:rPr>
              <a:t>: This coverage provides protection to the company itself for securities claims, typically related to alleged misrepresentations or omissions in financial statements or prospectuses.</a:t>
            </a:r>
          </a:p>
          <a:p>
            <a:pPr marL="285750" indent="-285750" algn="l">
              <a:buFont typeface="Arial" panose="020B0604020202020204" pitchFamily="34" charset="0"/>
              <a:buChar char="•"/>
            </a:pPr>
            <a:endParaRPr lang="en-US" b="0" i="0">
              <a:solidFill>
                <a:srgbClr val="EF4444"/>
              </a:solidFill>
              <a:effectLst/>
              <a:latin typeface="Söhne"/>
            </a:endParaRPr>
          </a:p>
          <a:p>
            <a:pPr marL="285750" indent="-285750" algn="l">
              <a:buFont typeface="Arial" panose="020B0604020202020204" pitchFamily="34" charset="0"/>
              <a:buChar char="•"/>
            </a:pPr>
            <a:r>
              <a:rPr lang="en-US" b="1" i="0">
                <a:solidFill>
                  <a:srgbClr val="EF4444"/>
                </a:solidFill>
                <a:effectLst/>
                <a:latin typeface="Söhne"/>
              </a:rPr>
              <a:t>Entity Coverage</a:t>
            </a:r>
            <a:r>
              <a:rPr lang="en-US" b="0" i="0">
                <a:solidFill>
                  <a:srgbClr val="EF4444"/>
                </a:solidFill>
                <a:effectLst/>
                <a:latin typeface="Söhne"/>
              </a:rPr>
              <a:t>: This coverage provides protection to the company itself for claims arising from alleged wrongful acts committed by its directors and officers.</a:t>
            </a:r>
          </a:p>
          <a:p>
            <a:pPr marL="285750" indent="-285750" algn="l">
              <a:buFont typeface="Arial" panose="020B0604020202020204" pitchFamily="34" charset="0"/>
              <a:buChar char="•"/>
            </a:pPr>
            <a:endParaRPr lang="en-US" b="0" i="0">
              <a:solidFill>
                <a:srgbClr val="EF4444"/>
              </a:solidFill>
              <a:effectLst/>
              <a:latin typeface="Söhne"/>
            </a:endParaRPr>
          </a:p>
          <a:p>
            <a:pPr marL="0" indent="0" algn="l">
              <a:buFont typeface="Arial" panose="020B0604020202020204" pitchFamily="34" charset="0"/>
              <a:buNone/>
            </a:pPr>
            <a:r>
              <a:rPr lang="en-US" b="0" i="0">
                <a:solidFill>
                  <a:srgbClr val="EF4444"/>
                </a:solidFill>
                <a:effectLst/>
                <a:latin typeface="Söhne"/>
              </a:rPr>
              <a:t>Exclusions:</a:t>
            </a:r>
          </a:p>
          <a:p>
            <a:pPr marL="285750" indent="-285750" algn="l">
              <a:buFont typeface="Arial" panose="020B0604020202020204" pitchFamily="34" charset="0"/>
              <a:buChar char="•"/>
            </a:pPr>
            <a:r>
              <a:rPr lang="en-US" b="1" i="0">
                <a:solidFill>
                  <a:srgbClr val="EF4444"/>
                </a:solidFill>
                <a:effectLst/>
                <a:latin typeface="Söhne"/>
              </a:rPr>
              <a:t>Prior Acts Exclusion</a:t>
            </a:r>
            <a:r>
              <a:rPr lang="en-US" b="0" i="0">
                <a:solidFill>
                  <a:srgbClr val="EF4444"/>
                </a:solidFill>
                <a:effectLst/>
                <a:latin typeface="Söhne"/>
              </a:rPr>
              <a:t>: This exclusion excludes coverage for claims arising from wrongful acts that occurred before the policy's effective date.</a:t>
            </a:r>
          </a:p>
          <a:p>
            <a:pPr marL="285750" indent="-285750" algn="l">
              <a:buFont typeface="Arial" panose="020B0604020202020204" pitchFamily="34" charset="0"/>
              <a:buChar char="•"/>
            </a:pPr>
            <a:endParaRPr lang="en-US" b="0" i="0">
              <a:solidFill>
                <a:srgbClr val="EF4444"/>
              </a:solidFill>
              <a:effectLst/>
              <a:latin typeface="Söhne"/>
            </a:endParaRPr>
          </a:p>
          <a:p>
            <a:pPr marL="285750" indent="-285750" algn="l">
              <a:buFont typeface="Arial" panose="020B0604020202020204" pitchFamily="34" charset="0"/>
              <a:buChar char="•"/>
            </a:pPr>
            <a:r>
              <a:rPr lang="en-US" b="1" i="0">
                <a:solidFill>
                  <a:srgbClr val="EF4444"/>
                </a:solidFill>
                <a:effectLst/>
                <a:latin typeface="Söhne"/>
              </a:rPr>
              <a:t>Bodily Injury and Property Damage Exclusion</a:t>
            </a:r>
            <a:r>
              <a:rPr lang="en-US" b="0" i="0">
                <a:solidFill>
                  <a:srgbClr val="EF4444"/>
                </a:solidFill>
                <a:effectLst/>
                <a:latin typeface="Söhne"/>
              </a:rPr>
              <a:t>: This exclusion excludes coverage for claims arising from bodily injury or property damage.</a:t>
            </a:r>
          </a:p>
          <a:p>
            <a:pPr marL="285750" indent="-285750" algn="l">
              <a:buFont typeface="Arial" panose="020B0604020202020204" pitchFamily="34" charset="0"/>
              <a:buChar char="•"/>
            </a:pPr>
            <a:endParaRPr lang="en-US" b="0" i="0">
              <a:solidFill>
                <a:srgbClr val="EF4444"/>
              </a:solidFill>
              <a:effectLst/>
              <a:latin typeface="Söhne"/>
            </a:endParaRPr>
          </a:p>
          <a:p>
            <a:pPr marL="285750" indent="-285750" algn="l">
              <a:buFont typeface="Arial" panose="020B0604020202020204" pitchFamily="34" charset="0"/>
              <a:buChar char="•"/>
            </a:pPr>
            <a:r>
              <a:rPr lang="en-US" b="1" i="0">
                <a:solidFill>
                  <a:srgbClr val="EF4444"/>
                </a:solidFill>
                <a:effectLst/>
                <a:latin typeface="Söhne"/>
              </a:rPr>
              <a:t>Fines and Penalties Exclusion</a:t>
            </a:r>
            <a:r>
              <a:rPr lang="en-US" b="0" i="0">
                <a:solidFill>
                  <a:srgbClr val="EF4444"/>
                </a:solidFill>
                <a:effectLst/>
                <a:latin typeface="Söhne"/>
              </a:rPr>
              <a:t>: This exclusion excludes coverage for fines and penalties imposed by regulatory or governmental authorities.</a:t>
            </a:r>
          </a:p>
          <a:p>
            <a:pPr marL="285750" indent="-285750" algn="l">
              <a:buFont typeface="Arial" panose="020B0604020202020204" pitchFamily="34" charset="0"/>
              <a:buChar char="•"/>
            </a:pPr>
            <a:endParaRPr lang="en-US" b="0" i="0">
              <a:solidFill>
                <a:srgbClr val="EF4444"/>
              </a:solidFill>
              <a:effectLst/>
              <a:latin typeface="Söhne"/>
            </a:endParaRPr>
          </a:p>
          <a:p>
            <a:pPr marL="285750" indent="-285750" algn="l">
              <a:buFont typeface="Arial" panose="020B0604020202020204" pitchFamily="34" charset="0"/>
              <a:buChar char="•"/>
            </a:pPr>
            <a:r>
              <a:rPr lang="en-US" b="1" i="0">
                <a:solidFill>
                  <a:srgbClr val="EF4444"/>
                </a:solidFill>
                <a:effectLst/>
                <a:latin typeface="Söhne"/>
              </a:rPr>
              <a:t>Fraud and Dishonesty Exclusion</a:t>
            </a:r>
            <a:r>
              <a:rPr lang="en-US" b="0" i="0">
                <a:solidFill>
                  <a:srgbClr val="EF4444"/>
                </a:solidFill>
                <a:effectLst/>
                <a:latin typeface="Söhne"/>
              </a:rPr>
              <a:t>: This exclusion excludes coverage for claims arising from fraudulent or dishonest acts committed by directors and officers.</a:t>
            </a:r>
          </a:p>
          <a:p>
            <a:pPr marL="285750" indent="-285750" algn="l">
              <a:buFont typeface="Arial" panose="020B0604020202020204" pitchFamily="34" charset="0"/>
              <a:buChar char="•"/>
            </a:pPr>
            <a:endParaRPr lang="en-US" b="0" i="0">
              <a:solidFill>
                <a:srgbClr val="EF4444"/>
              </a:solidFill>
              <a:effectLst/>
              <a:latin typeface="Söhne"/>
            </a:endParaRPr>
          </a:p>
          <a:p>
            <a:pPr marL="285750" indent="-285750" algn="l">
              <a:buFont typeface="Arial" panose="020B0604020202020204" pitchFamily="34" charset="0"/>
              <a:buChar char="•"/>
            </a:pPr>
            <a:r>
              <a:rPr lang="en-US" b="1" i="0">
                <a:solidFill>
                  <a:srgbClr val="EF4444"/>
                </a:solidFill>
                <a:effectLst/>
                <a:latin typeface="Söhne"/>
              </a:rPr>
              <a:t>Insured vs. Insured Exclusion</a:t>
            </a:r>
            <a:r>
              <a:rPr lang="en-US" b="0" i="0">
                <a:solidFill>
                  <a:srgbClr val="EF4444"/>
                </a:solidFill>
                <a:effectLst/>
                <a:latin typeface="Söhne"/>
              </a:rPr>
              <a:t>: This exclusion excludes coverage for claims brought by one insured party against another insured party, such as claims brought by a shareholder against a director.</a:t>
            </a:r>
          </a:p>
          <a:p>
            <a:pPr marL="285750" indent="-285750" algn="l">
              <a:buFont typeface="Arial" panose="020B0604020202020204" pitchFamily="34" charset="0"/>
              <a:buChar char="•"/>
            </a:pPr>
            <a:endParaRPr lang="en-US" b="0" i="0">
              <a:solidFill>
                <a:srgbClr val="EF4444"/>
              </a:solidFill>
              <a:effectLst/>
              <a:latin typeface="Söhne"/>
            </a:endParaRPr>
          </a:p>
          <a:p>
            <a:pPr marL="285750" indent="-285750" algn="l">
              <a:buFont typeface="Arial" panose="020B0604020202020204" pitchFamily="34" charset="0"/>
              <a:buChar char="•"/>
            </a:pPr>
            <a:endParaRPr lang="en-US" b="0" i="0">
              <a:solidFill>
                <a:srgbClr val="374151"/>
              </a:solidFill>
              <a:effectLst/>
              <a:latin typeface="Söhne"/>
            </a:endParaRPr>
          </a:p>
          <a:p>
            <a:endParaRPr lang="en-IN"/>
          </a:p>
        </p:txBody>
      </p:sp>
      <p:sp>
        <p:nvSpPr>
          <p:cNvPr id="4" name="Slide Number Placeholder 3"/>
          <p:cNvSpPr>
            <a:spLocks noGrp="1"/>
          </p:cNvSpPr>
          <p:nvPr>
            <p:ph type="sldNum" sz="quarter" idx="5"/>
          </p:nvPr>
        </p:nvSpPr>
        <p:spPr/>
        <p:txBody>
          <a:bodyPr/>
          <a:lstStyle/>
          <a:p>
            <a:pPr>
              <a:defRPr/>
            </a:pPr>
            <a:fld id="{DA158527-55D2-4491-A481-82DAFC91458B}" type="slidenum">
              <a:rPr lang="en-US" smtClean="0"/>
              <a:pPr>
                <a:defRPr/>
              </a:pPr>
              <a:t>4</a:t>
            </a:fld>
            <a:endParaRPr lang="en-US"/>
          </a:p>
        </p:txBody>
      </p:sp>
    </p:spTree>
    <p:extLst>
      <p:ext uri="{BB962C8B-B14F-4D97-AF65-F5344CB8AC3E}">
        <p14:creationId xmlns:p14="http://schemas.microsoft.com/office/powerpoint/2010/main" val="13958474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Box 16"/>
          <p:cNvSpPr txBox="1"/>
          <p:nvPr userDrawn="1"/>
        </p:nvSpPr>
        <p:spPr>
          <a:xfrm>
            <a:off x="11624310" y="6540542"/>
            <a:ext cx="617220" cy="326770"/>
          </a:xfrm>
          <a:prstGeom prst="rect">
            <a:avLst/>
          </a:prstGeom>
          <a:noFill/>
        </p:spPr>
        <p:txBody>
          <a:bodyPr lIns="110249" tIns="55125" rIns="110249" bIns="55125" anchor="ctr">
            <a:spAutoFit/>
          </a:bodyPr>
          <a:lstStyle/>
          <a:p>
            <a:pPr algn="ctr">
              <a:defRPr/>
            </a:pPr>
            <a:fld id="{D2FF584B-C88C-4411-984A-6427B0C91A19}" type="slidenum">
              <a:rPr lang="en-US" sz="1400">
                <a:latin typeface="Calibri" pitchFamily="34" charset="0"/>
              </a:rPr>
              <a:pPr algn="ctr">
                <a:defRPr/>
              </a:pPr>
              <a:t>‹#›</a:t>
            </a:fld>
            <a:endParaRPr lang="en-US" sz="1400">
              <a:latin typeface="Calibri" pitchFamily="34" charset="0"/>
            </a:endParaRPr>
          </a:p>
        </p:txBody>
      </p:sp>
      <p:sp>
        <p:nvSpPr>
          <p:cNvPr id="5" name="Rectangle 4"/>
          <p:cNvSpPr/>
          <p:nvPr userDrawn="1"/>
        </p:nvSpPr>
        <p:spPr>
          <a:xfrm>
            <a:off x="2662" y="-675"/>
            <a:ext cx="12349480" cy="6961188"/>
          </a:xfrm>
          <a:prstGeom prst="rect">
            <a:avLst/>
          </a:prstGeom>
          <a:solidFill>
            <a:srgbClr val="205595"/>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9" name="TextBox 8"/>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pic>
        <p:nvPicPr>
          <p:cNvPr id="10" name="Picture 9"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p:cNvSpPr/>
          <p:nvPr userDrawn="1"/>
        </p:nvSpPr>
        <p:spPr>
          <a:xfrm>
            <a:off x="0" y="0"/>
            <a:ext cx="12344400" cy="6950075"/>
          </a:xfrm>
          <a:prstGeom prst="rect">
            <a:avLst/>
          </a:prstGeom>
          <a:solidFill>
            <a:srgbClr val="D64120"/>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latin typeface="Segoe UI" panose="020B0502040204020203" pitchFamily="34" charset="0"/>
            </a:endParaRP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9" name="Picture 8"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sp>
        <p:nvSpPr>
          <p:cNvPr id="10" name="TextBox 9"/>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Tree>
    <p:extLst>
      <p:ext uri="{BB962C8B-B14F-4D97-AF65-F5344CB8AC3E}">
        <p14:creationId xmlns:p14="http://schemas.microsoft.com/office/powerpoint/2010/main" val="8434308"/>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TextBox 16"/>
          <p:cNvSpPr txBox="1"/>
          <p:nvPr userDrawn="1"/>
        </p:nvSpPr>
        <p:spPr>
          <a:xfrm>
            <a:off x="11624310" y="6540542"/>
            <a:ext cx="617220" cy="326770"/>
          </a:xfrm>
          <a:prstGeom prst="rect">
            <a:avLst/>
          </a:prstGeom>
          <a:noFill/>
        </p:spPr>
        <p:txBody>
          <a:bodyPr lIns="110249" tIns="55125" rIns="110249" bIns="55125" anchor="ctr">
            <a:spAutoFit/>
          </a:bodyPr>
          <a:lstStyle/>
          <a:p>
            <a:pPr algn="ctr">
              <a:defRPr/>
            </a:pPr>
            <a:fld id="{D2FF584B-C88C-4411-984A-6427B0C91A19}" type="slidenum">
              <a:rPr lang="en-US" sz="1400">
                <a:latin typeface="Calibri" pitchFamily="34" charset="0"/>
              </a:rPr>
              <a:pPr algn="ctr">
                <a:defRPr/>
              </a:pPr>
              <a:t>‹#›</a:t>
            </a:fld>
            <a:endParaRPr lang="en-US" sz="1400">
              <a:latin typeface="Calibri" pitchFamily="34" charset="0"/>
            </a:endParaRPr>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pic>
        <p:nvPicPr>
          <p:cNvPr id="11" name="Picture 10"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35818" y="1570037"/>
            <a:ext cx="1723779" cy="1276350"/>
          </a:xfrm>
          <a:prstGeom prst="rect">
            <a:avLst/>
          </a:prstGeom>
        </p:spPr>
      </p:pic>
      <p:sp>
        <p:nvSpPr>
          <p:cNvPr id="12" name="TextBox 11"/>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
        <p:nvSpPr>
          <p:cNvPr id="14" name="Rectangle 13"/>
          <p:cNvSpPr/>
          <p:nvPr userDrawn="1"/>
        </p:nvSpPr>
        <p:spPr>
          <a:xfrm>
            <a:off x="0" y="-11113"/>
            <a:ext cx="12344400" cy="6950075"/>
          </a:xfrm>
          <a:prstGeom prst="rect">
            <a:avLst/>
          </a:prstGeom>
          <a:solidFill>
            <a:srgbClr val="0B8D82"/>
          </a:solidFill>
          <a:ln>
            <a:noFill/>
          </a:ln>
        </p:spPr>
        <p:style>
          <a:lnRef idx="2">
            <a:schemeClr val="dk1"/>
          </a:lnRef>
          <a:fillRef idx="1">
            <a:schemeClr val="lt1"/>
          </a:fillRef>
          <a:effectRef idx="0">
            <a:schemeClr val="dk1"/>
          </a:effectRef>
          <a:fontRef idx="minor">
            <a:schemeClr val="dk1"/>
          </a:fontRef>
        </p:style>
        <p:txBody>
          <a:bodyPr lIns="110249" tIns="55125" rIns="110249" bIns="55125" spcCol="0" rtlCol="0" anchor="ctr"/>
          <a:lstStyle/>
          <a:p>
            <a:pPr algn="ctr"/>
            <a:endParaRPr lang="en-US"/>
          </a:p>
        </p:txBody>
      </p:sp>
      <p:pic>
        <p:nvPicPr>
          <p:cNvPr id="15" name="Picture 14" descr="VAM ppt images-08.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28363" y="7937"/>
            <a:ext cx="1723779" cy="1276350"/>
          </a:xfrm>
          <a:prstGeom prst="rect">
            <a:avLst/>
          </a:prstGeom>
        </p:spPr>
      </p:pic>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10" name="TextBox 9"/>
          <p:cNvSpPr txBox="1"/>
          <p:nvPr userDrawn="1"/>
        </p:nvSpPr>
        <p:spPr>
          <a:xfrm>
            <a:off x="11666098" y="6600960"/>
            <a:ext cx="615877" cy="369332"/>
          </a:xfrm>
          <a:prstGeom prst="rect">
            <a:avLst/>
          </a:prstGeom>
          <a:noFill/>
        </p:spPr>
        <p:txBody>
          <a:bodyPr wrap="square" rtlCol="0">
            <a:spAutoFit/>
          </a:bodyPr>
          <a:lstStyle/>
          <a:p>
            <a:fld id="{65B66DB6-D71E-4B3E-9AE0-4919FDE04E8D}" type="slidenum">
              <a:rPr lang="en-US" smtClean="0">
                <a:solidFill>
                  <a:schemeClr val="bg1"/>
                </a:solidFill>
              </a:rPr>
              <a:t>‹#›</a:t>
            </a:fld>
            <a:endParaRPr lang="en-US">
              <a:solidFill>
                <a:schemeClr val="bg1"/>
              </a:solidFill>
            </a:endParaRPr>
          </a:p>
        </p:txBody>
      </p:sp>
    </p:spTree>
  </p:cSld>
  <p:clrMapOvr>
    <a:overrideClrMapping bg1="lt1" tx1="dk1" bg2="lt2" tx2="dk2" accent1="accent1" accent2="accent2" accent3="accent3" accent4="accent4" accent5="accent5" accent6="accent6" hlink="hlink" folHlink="folHlink"/>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513698" y="6448560"/>
            <a:ext cx="615877"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00" y="198437"/>
            <a:ext cx="1313371" cy="85431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17220" y="278325"/>
            <a:ext cx="11109960" cy="1158346"/>
          </a:xfrm>
          <a:prstGeom prst="rect">
            <a:avLst/>
          </a:prstGeom>
          <a:noFill/>
          <a:ln w="9525">
            <a:noFill/>
            <a:miter lim="800000"/>
            <a:headEnd/>
            <a:tailEnd/>
          </a:ln>
        </p:spPr>
        <p:txBody>
          <a:bodyPr vert="horz" wrap="square" lIns="110249" tIns="55125" rIns="110249" bIns="55125"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17220" y="1621685"/>
            <a:ext cx="11109960" cy="4586728"/>
          </a:xfrm>
          <a:prstGeom prst="rect">
            <a:avLst/>
          </a:prstGeom>
          <a:noFill/>
          <a:ln w="9525">
            <a:noFill/>
            <a:miter lim="800000"/>
            <a:headEnd/>
            <a:tailEnd/>
          </a:ln>
        </p:spPr>
        <p:txBody>
          <a:bodyPr vert="horz" wrap="square" lIns="110249" tIns="55125" rIns="110249" bIns="5512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17220" y="6441690"/>
            <a:ext cx="2880360" cy="370027"/>
          </a:xfrm>
          <a:prstGeom prst="rect">
            <a:avLst/>
          </a:prstGeom>
        </p:spPr>
        <p:txBody>
          <a:bodyPr vert="horz" lIns="110249" tIns="55125" rIns="110249" bIns="55125" rtlCol="0" anchor="ctr"/>
          <a:lstStyle>
            <a:lvl1pPr algn="l" fontAlgn="auto">
              <a:spcBef>
                <a:spcPts val="0"/>
              </a:spcBef>
              <a:spcAft>
                <a:spcPts val="0"/>
              </a:spcAft>
              <a:defRPr sz="1400">
                <a:solidFill>
                  <a:schemeClr val="tx1">
                    <a:tint val="75000"/>
                  </a:schemeClr>
                </a:solidFill>
                <a:latin typeface="+mn-lt"/>
                <a:cs typeface="+mn-cs"/>
              </a:defRPr>
            </a:lvl1pPr>
          </a:lstStyle>
          <a:p>
            <a:pPr>
              <a:defRPr/>
            </a:pPr>
            <a:fld id="{033C36AE-1F22-4034-AC38-1EF7C2E753D1}" type="datetimeFigureOut">
              <a:rPr lang="en-US"/>
              <a:pPr>
                <a:defRPr/>
              </a:pPr>
              <a:t>9/26/2023</a:t>
            </a:fld>
            <a:endParaRPr lang="en-US"/>
          </a:p>
        </p:txBody>
      </p:sp>
      <p:sp>
        <p:nvSpPr>
          <p:cNvPr id="5" name="Footer Placeholder 4"/>
          <p:cNvSpPr>
            <a:spLocks noGrp="1"/>
          </p:cNvSpPr>
          <p:nvPr>
            <p:ph type="ftr" sz="quarter" idx="3"/>
          </p:nvPr>
        </p:nvSpPr>
        <p:spPr>
          <a:xfrm>
            <a:off x="4217670" y="6441690"/>
            <a:ext cx="3909060" cy="370027"/>
          </a:xfrm>
          <a:prstGeom prst="rect">
            <a:avLst/>
          </a:prstGeom>
        </p:spPr>
        <p:txBody>
          <a:bodyPr vert="horz" lIns="110249" tIns="55125" rIns="110249" bIns="55125" rtlCol="0" anchor="ctr"/>
          <a:lstStyle>
            <a:lvl1pPr algn="ctr" fontAlgn="auto">
              <a:spcBef>
                <a:spcPts val="0"/>
              </a:spcBef>
              <a:spcAft>
                <a:spcPts val="0"/>
              </a:spcAft>
              <a:defRPr sz="14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8846820" y="6441690"/>
            <a:ext cx="2880360" cy="370027"/>
          </a:xfrm>
          <a:prstGeom prst="rect">
            <a:avLst/>
          </a:prstGeom>
        </p:spPr>
        <p:txBody>
          <a:bodyPr vert="horz" lIns="110249" tIns="55125" rIns="110249" bIns="55125" rtlCol="0" anchor="ctr"/>
          <a:lstStyle>
            <a:lvl1pPr algn="r" fontAlgn="auto">
              <a:spcBef>
                <a:spcPts val="0"/>
              </a:spcBef>
              <a:spcAft>
                <a:spcPts val="0"/>
              </a:spcAft>
              <a:defRPr sz="1400">
                <a:solidFill>
                  <a:schemeClr val="tx1">
                    <a:tint val="75000"/>
                  </a:schemeClr>
                </a:solidFill>
                <a:latin typeface="+mn-lt"/>
                <a:cs typeface="+mn-cs"/>
              </a:defRPr>
            </a:lvl1pPr>
          </a:lstStyle>
          <a:p>
            <a:pPr>
              <a:defRPr/>
            </a:pPr>
            <a:fld id="{019164D7-1688-4482-BCBF-BB84A53684B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6" r:id="rId1"/>
    <p:sldLayoutId id="2147483663" r:id="rId2"/>
    <p:sldLayoutId id="2147483657" r:id="rId3"/>
    <p:sldLayoutId id="2147483659" r:id="rId4"/>
  </p:sldLayoutIdLst>
  <p:transition>
    <p:fade thruBlk="1"/>
  </p:transition>
  <p:txStyles>
    <p:titleStyle>
      <a:lvl1pPr algn="ctr" rtl="0" eaLnBrk="1" fontAlgn="base" hangingPunct="1">
        <a:spcBef>
          <a:spcPct val="0"/>
        </a:spcBef>
        <a:spcAft>
          <a:spcPct val="0"/>
        </a:spcAft>
        <a:defRPr sz="5300" kern="1200">
          <a:solidFill>
            <a:schemeClr val="tx1"/>
          </a:solidFill>
          <a:latin typeface="+mj-lt"/>
          <a:ea typeface="+mj-ea"/>
          <a:cs typeface="+mj-cs"/>
        </a:defRPr>
      </a:lvl1pPr>
      <a:lvl2pPr algn="ctr" rtl="0" eaLnBrk="1" fontAlgn="base" hangingPunct="1">
        <a:spcBef>
          <a:spcPct val="0"/>
        </a:spcBef>
        <a:spcAft>
          <a:spcPct val="0"/>
        </a:spcAft>
        <a:defRPr sz="5300">
          <a:solidFill>
            <a:schemeClr val="tx1"/>
          </a:solidFill>
          <a:latin typeface="Calibri" pitchFamily="34" charset="0"/>
        </a:defRPr>
      </a:lvl2pPr>
      <a:lvl3pPr algn="ctr" rtl="0" eaLnBrk="1" fontAlgn="base" hangingPunct="1">
        <a:spcBef>
          <a:spcPct val="0"/>
        </a:spcBef>
        <a:spcAft>
          <a:spcPct val="0"/>
        </a:spcAft>
        <a:defRPr sz="5300">
          <a:solidFill>
            <a:schemeClr val="tx1"/>
          </a:solidFill>
          <a:latin typeface="Calibri" pitchFamily="34" charset="0"/>
        </a:defRPr>
      </a:lvl3pPr>
      <a:lvl4pPr algn="ctr" rtl="0" eaLnBrk="1" fontAlgn="base" hangingPunct="1">
        <a:spcBef>
          <a:spcPct val="0"/>
        </a:spcBef>
        <a:spcAft>
          <a:spcPct val="0"/>
        </a:spcAft>
        <a:defRPr sz="5300">
          <a:solidFill>
            <a:schemeClr val="tx1"/>
          </a:solidFill>
          <a:latin typeface="Calibri" pitchFamily="34" charset="0"/>
        </a:defRPr>
      </a:lvl4pPr>
      <a:lvl5pPr algn="ctr" rtl="0" eaLnBrk="1" fontAlgn="base" hangingPunct="1">
        <a:spcBef>
          <a:spcPct val="0"/>
        </a:spcBef>
        <a:spcAft>
          <a:spcPct val="0"/>
        </a:spcAft>
        <a:defRPr sz="5300">
          <a:solidFill>
            <a:schemeClr val="tx1"/>
          </a:solidFill>
          <a:latin typeface="Calibri" pitchFamily="34" charset="0"/>
        </a:defRPr>
      </a:lvl5pPr>
      <a:lvl6pPr marL="551246" algn="ctr" rtl="0" eaLnBrk="1" fontAlgn="base" hangingPunct="1">
        <a:spcBef>
          <a:spcPct val="0"/>
        </a:spcBef>
        <a:spcAft>
          <a:spcPct val="0"/>
        </a:spcAft>
        <a:defRPr sz="5300">
          <a:solidFill>
            <a:schemeClr val="tx1"/>
          </a:solidFill>
          <a:latin typeface="Calibri" pitchFamily="34" charset="0"/>
        </a:defRPr>
      </a:lvl6pPr>
      <a:lvl7pPr marL="1102492" algn="ctr" rtl="0" eaLnBrk="1" fontAlgn="base" hangingPunct="1">
        <a:spcBef>
          <a:spcPct val="0"/>
        </a:spcBef>
        <a:spcAft>
          <a:spcPct val="0"/>
        </a:spcAft>
        <a:defRPr sz="5300">
          <a:solidFill>
            <a:schemeClr val="tx1"/>
          </a:solidFill>
          <a:latin typeface="Calibri" pitchFamily="34" charset="0"/>
        </a:defRPr>
      </a:lvl7pPr>
      <a:lvl8pPr marL="1653738" algn="ctr" rtl="0" eaLnBrk="1" fontAlgn="base" hangingPunct="1">
        <a:spcBef>
          <a:spcPct val="0"/>
        </a:spcBef>
        <a:spcAft>
          <a:spcPct val="0"/>
        </a:spcAft>
        <a:defRPr sz="5300">
          <a:solidFill>
            <a:schemeClr val="tx1"/>
          </a:solidFill>
          <a:latin typeface="Calibri" pitchFamily="34" charset="0"/>
        </a:defRPr>
      </a:lvl8pPr>
      <a:lvl9pPr marL="2204984" algn="ctr" rtl="0" eaLnBrk="1" fontAlgn="base" hangingPunct="1">
        <a:spcBef>
          <a:spcPct val="0"/>
        </a:spcBef>
        <a:spcAft>
          <a:spcPct val="0"/>
        </a:spcAft>
        <a:defRPr sz="5300">
          <a:solidFill>
            <a:schemeClr val="tx1"/>
          </a:solidFill>
          <a:latin typeface="Calibri" pitchFamily="34" charset="0"/>
        </a:defRPr>
      </a:lvl9pPr>
    </p:titleStyle>
    <p:bodyStyle>
      <a:lvl1pPr marL="413435" indent="-413435" algn="l" rtl="0" eaLnBrk="1" fontAlgn="base" hangingPunct="1">
        <a:spcBef>
          <a:spcPct val="20000"/>
        </a:spcBef>
        <a:spcAft>
          <a:spcPct val="0"/>
        </a:spcAft>
        <a:buFont typeface="Arial" charset="0"/>
        <a:buChar char="•"/>
        <a:defRPr sz="3900" kern="1200">
          <a:solidFill>
            <a:schemeClr val="tx1"/>
          </a:solidFill>
          <a:latin typeface="+mn-lt"/>
          <a:ea typeface="+mn-ea"/>
          <a:cs typeface="+mn-cs"/>
        </a:defRPr>
      </a:lvl1pPr>
      <a:lvl2pPr marL="895775" indent="-344529" algn="l" rtl="0" eaLnBrk="1" fontAlgn="base" hangingPunct="1">
        <a:spcBef>
          <a:spcPct val="20000"/>
        </a:spcBef>
        <a:spcAft>
          <a:spcPct val="0"/>
        </a:spcAft>
        <a:buFont typeface="Arial" charset="0"/>
        <a:buChar char="–"/>
        <a:defRPr sz="3400" kern="1200">
          <a:solidFill>
            <a:schemeClr val="tx1"/>
          </a:solidFill>
          <a:latin typeface="+mn-lt"/>
          <a:ea typeface="+mn-ea"/>
          <a:cs typeface="+mn-cs"/>
        </a:defRPr>
      </a:lvl2pPr>
      <a:lvl3pPr marL="1378115" indent="-275623" algn="l" rtl="0" eaLnBrk="1" fontAlgn="base" hangingPunct="1">
        <a:spcBef>
          <a:spcPct val="20000"/>
        </a:spcBef>
        <a:spcAft>
          <a:spcPct val="0"/>
        </a:spcAft>
        <a:buFont typeface="Arial" charset="0"/>
        <a:buChar char="•"/>
        <a:defRPr sz="2900" kern="1200">
          <a:solidFill>
            <a:schemeClr val="tx1"/>
          </a:solidFill>
          <a:latin typeface="+mn-lt"/>
          <a:ea typeface="+mn-ea"/>
          <a:cs typeface="+mn-cs"/>
        </a:defRPr>
      </a:lvl3pPr>
      <a:lvl4pPr marL="1929361"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4pPr>
      <a:lvl5pPr marL="2480607" indent="-275623"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5pPr>
      <a:lvl6pPr marL="3031853"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83099"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34345"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85591" indent="-275623" algn="l" defTabSz="110249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102492" rtl="0" eaLnBrk="1" latinLnBrk="0" hangingPunct="1">
        <a:defRPr sz="2200" kern="1200">
          <a:solidFill>
            <a:schemeClr val="tx1"/>
          </a:solidFill>
          <a:latin typeface="+mn-lt"/>
          <a:ea typeface="+mn-ea"/>
          <a:cs typeface="+mn-cs"/>
        </a:defRPr>
      </a:lvl1pPr>
      <a:lvl2pPr marL="551246" algn="l" defTabSz="1102492" rtl="0" eaLnBrk="1" latinLnBrk="0" hangingPunct="1">
        <a:defRPr sz="2200" kern="1200">
          <a:solidFill>
            <a:schemeClr val="tx1"/>
          </a:solidFill>
          <a:latin typeface="+mn-lt"/>
          <a:ea typeface="+mn-ea"/>
          <a:cs typeface="+mn-cs"/>
        </a:defRPr>
      </a:lvl2pPr>
      <a:lvl3pPr marL="1102492" algn="l" defTabSz="1102492" rtl="0" eaLnBrk="1" latinLnBrk="0" hangingPunct="1">
        <a:defRPr sz="2200" kern="1200">
          <a:solidFill>
            <a:schemeClr val="tx1"/>
          </a:solidFill>
          <a:latin typeface="+mn-lt"/>
          <a:ea typeface="+mn-ea"/>
          <a:cs typeface="+mn-cs"/>
        </a:defRPr>
      </a:lvl3pPr>
      <a:lvl4pPr marL="1653738" algn="l" defTabSz="1102492" rtl="0" eaLnBrk="1" latinLnBrk="0" hangingPunct="1">
        <a:defRPr sz="2200" kern="1200">
          <a:solidFill>
            <a:schemeClr val="tx1"/>
          </a:solidFill>
          <a:latin typeface="+mn-lt"/>
          <a:ea typeface="+mn-ea"/>
          <a:cs typeface="+mn-cs"/>
        </a:defRPr>
      </a:lvl4pPr>
      <a:lvl5pPr marL="2204984" algn="l" defTabSz="1102492" rtl="0" eaLnBrk="1" latinLnBrk="0" hangingPunct="1">
        <a:defRPr sz="2200" kern="1200">
          <a:solidFill>
            <a:schemeClr val="tx1"/>
          </a:solidFill>
          <a:latin typeface="+mn-lt"/>
          <a:ea typeface="+mn-ea"/>
          <a:cs typeface="+mn-cs"/>
        </a:defRPr>
      </a:lvl5pPr>
      <a:lvl6pPr marL="2756230" algn="l" defTabSz="1102492" rtl="0" eaLnBrk="1" latinLnBrk="0" hangingPunct="1">
        <a:defRPr sz="2200" kern="1200">
          <a:solidFill>
            <a:schemeClr val="tx1"/>
          </a:solidFill>
          <a:latin typeface="+mn-lt"/>
          <a:ea typeface="+mn-ea"/>
          <a:cs typeface="+mn-cs"/>
        </a:defRPr>
      </a:lvl6pPr>
      <a:lvl7pPr marL="3307476" algn="l" defTabSz="1102492" rtl="0" eaLnBrk="1" latinLnBrk="0" hangingPunct="1">
        <a:defRPr sz="2200" kern="1200">
          <a:solidFill>
            <a:schemeClr val="tx1"/>
          </a:solidFill>
          <a:latin typeface="+mn-lt"/>
          <a:ea typeface="+mn-ea"/>
          <a:cs typeface="+mn-cs"/>
        </a:defRPr>
      </a:lvl7pPr>
      <a:lvl8pPr marL="3858722" algn="l" defTabSz="1102492" rtl="0" eaLnBrk="1" latinLnBrk="0" hangingPunct="1">
        <a:defRPr sz="2200" kern="1200">
          <a:solidFill>
            <a:schemeClr val="tx1"/>
          </a:solidFill>
          <a:latin typeface="+mn-lt"/>
          <a:ea typeface="+mn-ea"/>
          <a:cs typeface="+mn-cs"/>
        </a:defRPr>
      </a:lvl8pPr>
      <a:lvl9pPr marL="4409968" algn="l" defTabSz="1102492"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youtu.be/Mtzd8GgV5NQ" TargetMode="External"/><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hyperlink" Target="https://youtu.be/MW2_gSb7EC8" TargetMode="Externa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youtu.be/i7dYRX-iNc4" TargetMode="External"/><Relationship Id="rId2" Type="http://schemas.openxmlformats.org/officeDocument/2006/relationships/hyperlink" Target="https://youtu.be/XpxqhPyzpwY" TargetMode="External"/><Relationship Id="rId1" Type="http://schemas.openxmlformats.org/officeDocument/2006/relationships/slideLayout" Target="../slideLayouts/slideLayout4.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B08BA2-F4FC-92E0-03AB-841FE04FA41F}"/>
              </a:ext>
            </a:extLst>
          </p:cNvPr>
          <p:cNvPicPr>
            <a:picLocks noChangeAspect="1"/>
          </p:cNvPicPr>
          <p:nvPr/>
        </p:nvPicPr>
        <p:blipFill>
          <a:blip r:embed="rId2"/>
          <a:stretch>
            <a:fillRect/>
          </a:stretch>
        </p:blipFill>
        <p:spPr>
          <a:xfrm>
            <a:off x="-26983" y="0"/>
            <a:ext cx="12373332" cy="6950075"/>
          </a:xfrm>
          <a:prstGeom prst="rect">
            <a:avLst/>
          </a:prstGeom>
        </p:spPr>
      </p:pic>
      <p:pic>
        <p:nvPicPr>
          <p:cNvPr id="11" name="Picture 10"/>
          <p:cNvPicPr>
            <a:picLocks noChangeAspect="1"/>
          </p:cNvPicPr>
          <p:nvPr/>
        </p:nvPicPr>
        <p:blipFill>
          <a:blip r:embed="rId3"/>
          <a:stretch>
            <a:fillRect/>
          </a:stretch>
        </p:blipFill>
        <p:spPr>
          <a:xfrm>
            <a:off x="771779" y="6294437"/>
            <a:ext cx="3225800" cy="127000"/>
          </a:xfrm>
          <a:prstGeom prst="rect">
            <a:avLst/>
          </a:prstGeom>
        </p:spPr>
      </p:pic>
      <p:pic>
        <p:nvPicPr>
          <p:cNvPr id="12" name="Picture 11"/>
          <p:cNvPicPr>
            <a:picLocks noChangeAspect="1"/>
          </p:cNvPicPr>
          <p:nvPr/>
        </p:nvPicPr>
        <p:blipFill>
          <a:blip r:embed="rId3">
            <a:alphaModFix amt="43000"/>
          </a:blip>
          <a:stretch>
            <a:fillRect/>
          </a:stretch>
        </p:blipFill>
        <p:spPr>
          <a:xfrm>
            <a:off x="2544427" y="6446837"/>
            <a:ext cx="3225800" cy="127000"/>
          </a:xfrm>
          <a:prstGeom prst="rect">
            <a:avLst/>
          </a:prstGeom>
        </p:spPr>
      </p:pic>
      <p:sp>
        <p:nvSpPr>
          <p:cNvPr id="13" name="Parallelogram 12"/>
          <p:cNvSpPr/>
          <p:nvPr/>
        </p:nvSpPr>
        <p:spPr>
          <a:xfrm>
            <a:off x="4779877" y="-28462"/>
            <a:ext cx="7564523" cy="7006998"/>
          </a:xfrm>
          <a:custGeom>
            <a:avLst/>
            <a:gdLst>
              <a:gd name="connsiteX0" fmla="*/ 0 w 6383423"/>
              <a:gd name="connsiteY0" fmla="*/ 6950074 h 6950074"/>
              <a:gd name="connsiteX1" fmla="*/ 1595856 w 6383423"/>
              <a:gd name="connsiteY1" fmla="*/ 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75474 h 6975474"/>
              <a:gd name="connsiteX1" fmla="*/ 3665956 w 6383423"/>
              <a:gd name="connsiteY1" fmla="*/ 0 h 6975474"/>
              <a:gd name="connsiteX2" fmla="*/ 6383423 w 6383423"/>
              <a:gd name="connsiteY2" fmla="*/ 25400 h 6975474"/>
              <a:gd name="connsiteX3" fmla="*/ 4787567 w 6383423"/>
              <a:gd name="connsiteY3" fmla="*/ 6975474 h 6975474"/>
              <a:gd name="connsiteX4" fmla="*/ 0 w 6383423"/>
              <a:gd name="connsiteY4" fmla="*/ 6975474 h 6975474"/>
              <a:gd name="connsiteX0" fmla="*/ 0 w 6383423"/>
              <a:gd name="connsiteY0" fmla="*/ 6950074 h 6950074"/>
              <a:gd name="connsiteX1" fmla="*/ 4351756 w 6383423"/>
              <a:gd name="connsiteY1" fmla="*/ 1270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50074 h 6962774"/>
              <a:gd name="connsiteX1" fmla="*/ 4351756 w 6383423"/>
              <a:gd name="connsiteY1" fmla="*/ 12700 h 6962774"/>
              <a:gd name="connsiteX2" fmla="*/ 6383423 w 6383423"/>
              <a:gd name="connsiteY2" fmla="*/ 0 h 6962774"/>
              <a:gd name="connsiteX3" fmla="*/ 5587667 w 6383423"/>
              <a:gd name="connsiteY3" fmla="*/ 6962774 h 6962774"/>
              <a:gd name="connsiteX4" fmla="*/ 0 w 6383423"/>
              <a:gd name="connsiteY4" fmla="*/ 6950074 h 6962774"/>
              <a:gd name="connsiteX0" fmla="*/ 0 w 6383423"/>
              <a:gd name="connsiteY0" fmla="*/ 6950074 h 6962774"/>
              <a:gd name="connsiteX1" fmla="*/ 4351756 w 6383423"/>
              <a:gd name="connsiteY1" fmla="*/ 12700 h 6962774"/>
              <a:gd name="connsiteX2" fmla="*/ 6383423 w 6383423"/>
              <a:gd name="connsiteY2" fmla="*/ 0 h 6962774"/>
              <a:gd name="connsiteX3" fmla="*/ 5799223 w 6383423"/>
              <a:gd name="connsiteY3" fmla="*/ 4902201 h 6962774"/>
              <a:gd name="connsiteX4" fmla="*/ 5587667 w 6383423"/>
              <a:gd name="connsiteY4" fmla="*/ 6962774 h 6962774"/>
              <a:gd name="connsiteX5" fmla="*/ 0 w 6383423"/>
              <a:gd name="connsiteY5" fmla="*/ 6950074 h 6962774"/>
              <a:gd name="connsiteX0" fmla="*/ 0 w 7564523"/>
              <a:gd name="connsiteY0" fmla="*/ 6950074 h 6962774"/>
              <a:gd name="connsiteX1" fmla="*/ 4351756 w 7564523"/>
              <a:gd name="connsiteY1" fmla="*/ 12700 h 6962774"/>
              <a:gd name="connsiteX2" fmla="*/ 6383423 w 7564523"/>
              <a:gd name="connsiteY2" fmla="*/ 0 h 6962774"/>
              <a:gd name="connsiteX3" fmla="*/ 7564523 w 7564523"/>
              <a:gd name="connsiteY3" fmla="*/ 4660901 h 6962774"/>
              <a:gd name="connsiteX4" fmla="*/ 5587667 w 7564523"/>
              <a:gd name="connsiteY4" fmla="*/ 6962774 h 6962774"/>
              <a:gd name="connsiteX5" fmla="*/ 0 w 7564523"/>
              <a:gd name="connsiteY5" fmla="*/ 6950074 h 6962774"/>
              <a:gd name="connsiteX0" fmla="*/ 0 w 7602623"/>
              <a:gd name="connsiteY0" fmla="*/ 6962774 h 6975474"/>
              <a:gd name="connsiteX1" fmla="*/ 4351756 w 7602623"/>
              <a:gd name="connsiteY1" fmla="*/ 25400 h 6975474"/>
              <a:gd name="connsiteX2" fmla="*/ 7602623 w 7602623"/>
              <a:gd name="connsiteY2" fmla="*/ 0 h 6975474"/>
              <a:gd name="connsiteX3" fmla="*/ 7564523 w 7602623"/>
              <a:gd name="connsiteY3" fmla="*/ 4673601 h 6975474"/>
              <a:gd name="connsiteX4" fmla="*/ 5587667 w 7602623"/>
              <a:gd name="connsiteY4" fmla="*/ 6975474 h 6975474"/>
              <a:gd name="connsiteX5" fmla="*/ 0 w 7602623"/>
              <a:gd name="connsiteY5" fmla="*/ 6962774 h 6975474"/>
              <a:gd name="connsiteX0" fmla="*/ 0 w 7602623"/>
              <a:gd name="connsiteY0" fmla="*/ 7026274 h 7038974"/>
              <a:gd name="connsiteX1" fmla="*/ 4415256 w 7602623"/>
              <a:gd name="connsiteY1" fmla="*/ 0 h 7038974"/>
              <a:gd name="connsiteX2" fmla="*/ 7602623 w 7602623"/>
              <a:gd name="connsiteY2" fmla="*/ 63500 h 7038974"/>
              <a:gd name="connsiteX3" fmla="*/ 7564523 w 7602623"/>
              <a:gd name="connsiteY3" fmla="*/ 4737101 h 7038974"/>
              <a:gd name="connsiteX4" fmla="*/ 5587667 w 7602623"/>
              <a:gd name="connsiteY4" fmla="*/ 7038974 h 7038974"/>
              <a:gd name="connsiteX5" fmla="*/ 0 w 7602623"/>
              <a:gd name="connsiteY5" fmla="*/ 7026274 h 7038974"/>
              <a:gd name="connsiteX0" fmla="*/ 0 w 7716923"/>
              <a:gd name="connsiteY0" fmla="*/ 7178674 h 7178674"/>
              <a:gd name="connsiteX1" fmla="*/ 4529556 w 7716923"/>
              <a:gd name="connsiteY1" fmla="*/ 0 h 7178674"/>
              <a:gd name="connsiteX2" fmla="*/ 7716923 w 7716923"/>
              <a:gd name="connsiteY2" fmla="*/ 63500 h 7178674"/>
              <a:gd name="connsiteX3" fmla="*/ 7678823 w 7716923"/>
              <a:gd name="connsiteY3" fmla="*/ 4737101 h 7178674"/>
              <a:gd name="connsiteX4" fmla="*/ 5701967 w 7716923"/>
              <a:gd name="connsiteY4" fmla="*/ 7038974 h 7178674"/>
              <a:gd name="connsiteX5" fmla="*/ 0 w 7716923"/>
              <a:gd name="connsiteY5" fmla="*/ 7178674 h 7178674"/>
              <a:gd name="connsiteX0" fmla="*/ 0 w 7716923"/>
              <a:gd name="connsiteY0" fmla="*/ 7178674 h 7292974"/>
              <a:gd name="connsiteX1" fmla="*/ 4529556 w 7716923"/>
              <a:gd name="connsiteY1" fmla="*/ 0 h 7292974"/>
              <a:gd name="connsiteX2" fmla="*/ 7716923 w 7716923"/>
              <a:gd name="connsiteY2" fmla="*/ 63500 h 7292974"/>
              <a:gd name="connsiteX3" fmla="*/ 7678823 w 7716923"/>
              <a:gd name="connsiteY3" fmla="*/ 4737101 h 7292974"/>
              <a:gd name="connsiteX4" fmla="*/ 5473367 w 7716923"/>
              <a:gd name="connsiteY4" fmla="*/ 7292974 h 7292974"/>
              <a:gd name="connsiteX5" fmla="*/ 0 w 7716923"/>
              <a:gd name="connsiteY5" fmla="*/ 7178674 h 7292974"/>
              <a:gd name="connsiteX0" fmla="*/ 0 w 7716923"/>
              <a:gd name="connsiteY0" fmla="*/ 7115174 h 7229474"/>
              <a:gd name="connsiteX1" fmla="*/ 6377406 w 7716923"/>
              <a:gd name="connsiteY1" fmla="*/ 107950 h 7229474"/>
              <a:gd name="connsiteX2" fmla="*/ 7716923 w 7716923"/>
              <a:gd name="connsiteY2" fmla="*/ 0 h 7229474"/>
              <a:gd name="connsiteX3" fmla="*/ 7678823 w 7716923"/>
              <a:gd name="connsiteY3" fmla="*/ 4673601 h 7229474"/>
              <a:gd name="connsiteX4" fmla="*/ 5473367 w 7716923"/>
              <a:gd name="connsiteY4" fmla="*/ 7229474 h 7229474"/>
              <a:gd name="connsiteX5" fmla="*/ 0 w 7716923"/>
              <a:gd name="connsiteY5" fmla="*/ 7115174 h 7229474"/>
              <a:gd name="connsiteX0" fmla="*/ 0 w 7659773"/>
              <a:gd name="connsiteY0" fmla="*/ 7191374 h 7229474"/>
              <a:gd name="connsiteX1" fmla="*/ 6320256 w 7659773"/>
              <a:gd name="connsiteY1" fmla="*/ 107950 h 7229474"/>
              <a:gd name="connsiteX2" fmla="*/ 7659773 w 7659773"/>
              <a:gd name="connsiteY2" fmla="*/ 0 h 7229474"/>
              <a:gd name="connsiteX3" fmla="*/ 7621673 w 7659773"/>
              <a:gd name="connsiteY3" fmla="*/ 4673601 h 7229474"/>
              <a:gd name="connsiteX4" fmla="*/ 5416217 w 7659773"/>
              <a:gd name="connsiteY4" fmla="*/ 7229474 h 7229474"/>
              <a:gd name="connsiteX5" fmla="*/ 0 w 7659773"/>
              <a:gd name="connsiteY5" fmla="*/ 7191374 h 7229474"/>
              <a:gd name="connsiteX0" fmla="*/ 0 w 7659773"/>
              <a:gd name="connsiteY0" fmla="*/ 7191374 h 7400924"/>
              <a:gd name="connsiteX1" fmla="*/ 6320256 w 7659773"/>
              <a:gd name="connsiteY1" fmla="*/ 107950 h 7400924"/>
              <a:gd name="connsiteX2" fmla="*/ 7659773 w 7659773"/>
              <a:gd name="connsiteY2" fmla="*/ 0 h 7400924"/>
              <a:gd name="connsiteX3" fmla="*/ 7621673 w 7659773"/>
              <a:gd name="connsiteY3" fmla="*/ 4673601 h 7400924"/>
              <a:gd name="connsiteX4" fmla="*/ 5378117 w 7659773"/>
              <a:gd name="connsiteY4" fmla="*/ 7400924 h 7400924"/>
              <a:gd name="connsiteX5" fmla="*/ 0 w 7659773"/>
              <a:gd name="connsiteY5" fmla="*/ 7191374 h 7400924"/>
              <a:gd name="connsiteX0" fmla="*/ 0 w 7659773"/>
              <a:gd name="connsiteY0" fmla="*/ 7191374 h 7419974"/>
              <a:gd name="connsiteX1" fmla="*/ 6320256 w 7659773"/>
              <a:gd name="connsiteY1" fmla="*/ 107950 h 7419974"/>
              <a:gd name="connsiteX2" fmla="*/ 7659773 w 7659773"/>
              <a:gd name="connsiteY2" fmla="*/ 0 h 7419974"/>
              <a:gd name="connsiteX3" fmla="*/ 7621673 w 7659773"/>
              <a:gd name="connsiteY3" fmla="*/ 4673601 h 7419974"/>
              <a:gd name="connsiteX4" fmla="*/ 5263817 w 7659773"/>
              <a:gd name="connsiteY4" fmla="*/ 7419974 h 7419974"/>
              <a:gd name="connsiteX5" fmla="*/ 0 w 7659773"/>
              <a:gd name="connsiteY5" fmla="*/ 7191374 h 7419974"/>
              <a:gd name="connsiteX0" fmla="*/ 0 w 7983623"/>
              <a:gd name="connsiteY0" fmla="*/ 7534274 h 7534274"/>
              <a:gd name="connsiteX1" fmla="*/ 6644106 w 7983623"/>
              <a:gd name="connsiteY1" fmla="*/ 107950 h 7534274"/>
              <a:gd name="connsiteX2" fmla="*/ 7983623 w 7983623"/>
              <a:gd name="connsiteY2" fmla="*/ 0 h 7534274"/>
              <a:gd name="connsiteX3" fmla="*/ 7945523 w 7983623"/>
              <a:gd name="connsiteY3" fmla="*/ 4673601 h 7534274"/>
              <a:gd name="connsiteX4" fmla="*/ 5587667 w 7983623"/>
              <a:gd name="connsiteY4" fmla="*/ 7419974 h 7534274"/>
              <a:gd name="connsiteX5" fmla="*/ 0 w 7983623"/>
              <a:gd name="connsiteY5" fmla="*/ 7534274 h 7534274"/>
              <a:gd name="connsiteX0" fmla="*/ 0 w 7983623"/>
              <a:gd name="connsiteY0" fmla="*/ 7534274 h 7534274"/>
              <a:gd name="connsiteX1" fmla="*/ 6644106 w 7983623"/>
              <a:gd name="connsiteY1" fmla="*/ 107950 h 7534274"/>
              <a:gd name="connsiteX2" fmla="*/ 7983623 w 7983623"/>
              <a:gd name="connsiteY2" fmla="*/ 0 h 7534274"/>
              <a:gd name="connsiteX3" fmla="*/ 7831223 w 7983623"/>
              <a:gd name="connsiteY3" fmla="*/ 4864101 h 7534274"/>
              <a:gd name="connsiteX4" fmla="*/ 5587667 w 7983623"/>
              <a:gd name="connsiteY4" fmla="*/ 7419974 h 7534274"/>
              <a:gd name="connsiteX5" fmla="*/ 0 w 7983623"/>
              <a:gd name="connsiteY5" fmla="*/ 7534274 h 7534274"/>
              <a:gd name="connsiteX0" fmla="*/ 0 w 7831223"/>
              <a:gd name="connsiteY0" fmla="*/ 7426324 h 7426324"/>
              <a:gd name="connsiteX1" fmla="*/ 6644106 w 7831223"/>
              <a:gd name="connsiteY1" fmla="*/ 0 h 7426324"/>
              <a:gd name="connsiteX2" fmla="*/ 7793123 w 7831223"/>
              <a:gd name="connsiteY2" fmla="*/ 82550 h 7426324"/>
              <a:gd name="connsiteX3" fmla="*/ 7831223 w 7831223"/>
              <a:gd name="connsiteY3" fmla="*/ 4756151 h 7426324"/>
              <a:gd name="connsiteX4" fmla="*/ 5587667 w 7831223"/>
              <a:gd name="connsiteY4" fmla="*/ 7312024 h 7426324"/>
              <a:gd name="connsiteX5" fmla="*/ 0 w 7831223"/>
              <a:gd name="connsiteY5" fmla="*/ 7426324 h 7426324"/>
              <a:gd name="connsiteX0" fmla="*/ 0 w 7831223"/>
              <a:gd name="connsiteY0" fmla="*/ 7343774 h 7343774"/>
              <a:gd name="connsiteX1" fmla="*/ 6548856 w 7831223"/>
              <a:gd name="connsiteY1" fmla="*/ 1270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778167 w 7831223"/>
              <a:gd name="connsiteY4" fmla="*/ 6962774 h 7343774"/>
              <a:gd name="connsiteX5" fmla="*/ 0 w 7831223"/>
              <a:gd name="connsiteY5" fmla="*/ 7343774 h 7343774"/>
              <a:gd name="connsiteX0" fmla="*/ 0 w 7501023"/>
              <a:gd name="connsiteY0" fmla="*/ 6988174 h 6988174"/>
              <a:gd name="connsiteX1" fmla="*/ 6244056 w 7501023"/>
              <a:gd name="connsiteY1" fmla="*/ 0 h 6988174"/>
              <a:gd name="connsiteX2" fmla="*/ 7462923 w 7501023"/>
              <a:gd name="connsiteY2" fmla="*/ 0 h 6988174"/>
              <a:gd name="connsiteX3" fmla="*/ 7501023 w 7501023"/>
              <a:gd name="connsiteY3" fmla="*/ 4673601 h 6988174"/>
              <a:gd name="connsiteX4" fmla="*/ 5447967 w 7501023"/>
              <a:gd name="connsiteY4" fmla="*/ 6962774 h 6988174"/>
              <a:gd name="connsiteX5" fmla="*/ 0 w 7501023"/>
              <a:gd name="connsiteY5" fmla="*/ 6988174 h 6988174"/>
              <a:gd name="connsiteX0" fmla="*/ 0 w 7506466"/>
              <a:gd name="connsiteY0" fmla="*/ 6988174 h 6988174"/>
              <a:gd name="connsiteX1" fmla="*/ 6244056 w 7506466"/>
              <a:gd name="connsiteY1" fmla="*/ 0 h 6988174"/>
              <a:gd name="connsiteX2" fmla="*/ 7506466 w 7506466"/>
              <a:gd name="connsiteY2" fmla="*/ 0 h 6988174"/>
              <a:gd name="connsiteX3" fmla="*/ 7501023 w 7506466"/>
              <a:gd name="connsiteY3" fmla="*/ 4673601 h 6988174"/>
              <a:gd name="connsiteX4" fmla="*/ 5447967 w 7506466"/>
              <a:gd name="connsiteY4" fmla="*/ 6962774 h 6988174"/>
              <a:gd name="connsiteX5" fmla="*/ 0 w 7506466"/>
              <a:gd name="connsiteY5" fmla="*/ 6988174 h 6988174"/>
              <a:gd name="connsiteX0" fmla="*/ 0 w 7506466"/>
              <a:gd name="connsiteY0" fmla="*/ 6988174 h 7006317"/>
              <a:gd name="connsiteX1" fmla="*/ 6244056 w 7506466"/>
              <a:gd name="connsiteY1" fmla="*/ 0 h 7006317"/>
              <a:gd name="connsiteX2" fmla="*/ 7506466 w 7506466"/>
              <a:gd name="connsiteY2" fmla="*/ 0 h 7006317"/>
              <a:gd name="connsiteX3" fmla="*/ 7501023 w 7506466"/>
              <a:gd name="connsiteY3" fmla="*/ 4673601 h 7006317"/>
              <a:gd name="connsiteX4" fmla="*/ 5360881 w 7506466"/>
              <a:gd name="connsiteY4" fmla="*/ 7006317 h 7006317"/>
              <a:gd name="connsiteX5" fmla="*/ 0 w 7506466"/>
              <a:gd name="connsiteY5" fmla="*/ 6988174 h 7006317"/>
              <a:gd name="connsiteX0" fmla="*/ 0 w 7564523"/>
              <a:gd name="connsiteY0" fmla="*/ 7046231 h 7046231"/>
              <a:gd name="connsiteX1" fmla="*/ 6302113 w 7564523"/>
              <a:gd name="connsiteY1" fmla="*/ 0 h 7046231"/>
              <a:gd name="connsiteX2" fmla="*/ 7564523 w 7564523"/>
              <a:gd name="connsiteY2" fmla="*/ 0 h 7046231"/>
              <a:gd name="connsiteX3" fmla="*/ 7559080 w 7564523"/>
              <a:gd name="connsiteY3" fmla="*/ 4673601 h 7046231"/>
              <a:gd name="connsiteX4" fmla="*/ 5418938 w 7564523"/>
              <a:gd name="connsiteY4" fmla="*/ 7006317 h 7046231"/>
              <a:gd name="connsiteX5" fmla="*/ 0 w 7564523"/>
              <a:gd name="connsiteY5" fmla="*/ 7046231 h 7046231"/>
              <a:gd name="connsiteX0" fmla="*/ 0 w 7564523"/>
              <a:gd name="connsiteY0" fmla="*/ 7046231 h 7049860"/>
              <a:gd name="connsiteX1" fmla="*/ 6302113 w 7564523"/>
              <a:gd name="connsiteY1" fmla="*/ 0 h 7049860"/>
              <a:gd name="connsiteX2" fmla="*/ 7564523 w 7564523"/>
              <a:gd name="connsiteY2" fmla="*/ 0 h 7049860"/>
              <a:gd name="connsiteX3" fmla="*/ 7559080 w 7564523"/>
              <a:gd name="connsiteY3" fmla="*/ 4673601 h 7049860"/>
              <a:gd name="connsiteX4" fmla="*/ 5389909 w 7564523"/>
              <a:gd name="connsiteY4" fmla="*/ 7049860 h 7049860"/>
              <a:gd name="connsiteX5" fmla="*/ 0 w 7564523"/>
              <a:gd name="connsiteY5" fmla="*/ 7046231 h 70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4523" h="7049860">
                <a:moveTo>
                  <a:pt x="0" y="7046231"/>
                </a:moveTo>
                <a:lnTo>
                  <a:pt x="6302113" y="0"/>
                </a:lnTo>
                <a:lnTo>
                  <a:pt x="7564523" y="0"/>
                </a:lnTo>
                <a:cubicBezTo>
                  <a:pt x="7562709" y="1557867"/>
                  <a:pt x="7560894" y="3115734"/>
                  <a:pt x="7559080" y="4673601"/>
                </a:cubicBezTo>
                <a:lnTo>
                  <a:pt x="5389909" y="7049860"/>
                </a:lnTo>
                <a:lnTo>
                  <a:pt x="0" y="7046231"/>
                </a:lnTo>
                <a:close/>
              </a:path>
            </a:pathLst>
          </a:custGeom>
          <a:solidFill>
            <a:srgbClr val="D5581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p:cNvSpPr txBox="1">
            <a:spLocks/>
          </p:cNvSpPr>
          <p:nvPr/>
        </p:nvSpPr>
        <p:spPr>
          <a:xfrm>
            <a:off x="7010400" y="4008437"/>
            <a:ext cx="4876800" cy="1399222"/>
          </a:xfrm>
          <a:prstGeom prst="rect">
            <a:avLst/>
          </a:prstGeom>
        </p:spPr>
        <p:txBody>
          <a:bodyPr lIns="0" tIns="0" rIns="0" bIns="55125" anchor="t"/>
          <a:lstStyle>
            <a:lvl1pPr algn="ctr" rtl="0" eaLnBrk="0" fontAlgn="base" hangingPunct="0">
              <a:lnSpc>
                <a:spcPct val="90000"/>
              </a:lnSpc>
              <a:spcBef>
                <a:spcPct val="0"/>
              </a:spcBef>
              <a:spcAft>
                <a:spcPct val="0"/>
              </a:spcAft>
              <a:defRPr sz="4000" kern="1200">
                <a:solidFill>
                  <a:schemeClr val="accent4"/>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nSpc>
                <a:spcPct val="100000"/>
              </a:lnSpc>
              <a:spcBef>
                <a:spcPts val="0"/>
              </a:spcBef>
              <a:spcAft>
                <a:spcPts val="0"/>
              </a:spcAft>
              <a:defRPr/>
            </a:pPr>
            <a:r>
              <a:rPr lang="en-US" sz="4400" b="1">
                <a:ln w="1905"/>
                <a:solidFill>
                  <a:schemeClr val="bg1"/>
                </a:solidFill>
                <a:latin typeface="Arial"/>
                <a:ea typeface="Segoe UI" panose="020B0502040204020203" pitchFamily="34" charset="0"/>
                <a:cs typeface="Arial"/>
              </a:rPr>
              <a:t>Specialty D&amp;O,E&amp;O </a:t>
            </a: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20200" y="1874837"/>
            <a:ext cx="2692400" cy="1751346"/>
          </a:xfrm>
          <a:prstGeom prst="rect">
            <a:avLst/>
          </a:prstGeom>
        </p:spPr>
      </p:pic>
    </p:spTree>
    <p:extLst>
      <p:ext uri="{BB962C8B-B14F-4D97-AF65-F5344CB8AC3E}">
        <p14:creationId xmlns:p14="http://schemas.microsoft.com/office/powerpoint/2010/main" val="4184502898"/>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2400" y="948907"/>
            <a:ext cx="9935818" cy="268206"/>
          </a:xfrm>
          <a:prstGeom prst="rect">
            <a:avLst/>
          </a:prstGeom>
        </p:spPr>
      </p:pic>
      <p:sp>
        <p:nvSpPr>
          <p:cNvPr id="30" name="TextBox 29"/>
          <p:cNvSpPr txBox="1"/>
          <p:nvPr/>
        </p:nvSpPr>
        <p:spPr>
          <a:xfrm>
            <a:off x="152400" y="265219"/>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a:solidFill>
                  <a:schemeClr val="tx1"/>
                </a:solidFill>
                <a:latin typeface="Segoe UI Semibold" panose="020B0702040204020203" pitchFamily="34" charset="0"/>
                <a:cs typeface="BrowalliaUPC" panose="020B0604020202020204" pitchFamily="34" charset="-34"/>
              </a:rPr>
              <a:t>Specialty Insurance</a:t>
            </a:r>
          </a:p>
        </p:txBody>
      </p:sp>
      <p:sp>
        <p:nvSpPr>
          <p:cNvPr id="7" name="Rectangle 9"/>
          <p:cNvSpPr>
            <a:spLocks noChangeArrowheads="1"/>
          </p:cNvSpPr>
          <p:nvPr/>
        </p:nvSpPr>
        <p:spPr bwMode="auto">
          <a:xfrm>
            <a:off x="1981200" y="4120958"/>
            <a:ext cx="3485649" cy="990600"/>
          </a:xfrm>
          <a:prstGeom prst="rect">
            <a:avLst/>
          </a:prstGeom>
          <a:solidFill>
            <a:schemeClr val="accent5"/>
          </a:solidFill>
          <a:ln>
            <a:solidFill>
              <a:schemeClr val="accent5">
                <a:lumMod val="75000"/>
              </a:schemeClr>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b="1">
              <a:solidFill>
                <a:prstClr val="black"/>
              </a:solidFill>
              <a:latin typeface="Segoe UI Semibold" panose="020B0702040204020203" pitchFamily="34" charset="0"/>
            </a:endParaRPr>
          </a:p>
        </p:txBody>
      </p:sp>
      <p:sp>
        <p:nvSpPr>
          <p:cNvPr id="8" name="Rectangle 11"/>
          <p:cNvSpPr>
            <a:spLocks noChangeArrowheads="1"/>
          </p:cNvSpPr>
          <p:nvPr/>
        </p:nvSpPr>
        <p:spPr bwMode="auto">
          <a:xfrm>
            <a:off x="6893687" y="4131581"/>
            <a:ext cx="3354482" cy="990600"/>
          </a:xfrm>
          <a:prstGeom prst="rect">
            <a:avLst/>
          </a:prstGeom>
          <a:solidFill>
            <a:schemeClr val="accent5"/>
          </a:solidFill>
          <a:ln>
            <a:solidFill>
              <a:schemeClr val="accent5">
                <a:lumMod val="75000"/>
              </a:schemeClr>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b="1">
              <a:solidFill>
                <a:prstClr val="black"/>
              </a:solidFill>
              <a:latin typeface="Segoe UI Semibold" panose="020B0702040204020203" pitchFamily="34" charset="0"/>
            </a:endParaRPr>
          </a:p>
        </p:txBody>
      </p:sp>
      <p:cxnSp>
        <p:nvCxnSpPr>
          <p:cNvPr id="9" name="Elbow Connector 8"/>
          <p:cNvCxnSpPr>
            <a:endCxn id="8" idx="0"/>
          </p:cNvCxnSpPr>
          <p:nvPr/>
        </p:nvCxnSpPr>
        <p:spPr>
          <a:xfrm rot="16200000" flipH="1">
            <a:off x="6636315" y="2196968"/>
            <a:ext cx="1371600" cy="2497625"/>
          </a:xfrm>
          <a:prstGeom prst="bent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0" name="Elbow Connector 9"/>
          <p:cNvCxnSpPr>
            <a:cxnSpLocks/>
            <a:stCxn id="38" idx="2"/>
            <a:endCxn id="7" idx="0"/>
          </p:cNvCxnSpPr>
          <p:nvPr/>
        </p:nvCxnSpPr>
        <p:spPr>
          <a:xfrm rot="5400000">
            <a:off x="4206230" y="2277775"/>
            <a:ext cx="1360978" cy="2325388"/>
          </a:xfrm>
          <a:prstGeom prst="bent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93687" y="4131581"/>
            <a:ext cx="917447" cy="917447"/>
          </a:xfrm>
          <a:prstGeom prst="rect">
            <a:avLst/>
          </a:prstGeom>
          <a:solidFill>
            <a:schemeClr val="accent5"/>
          </a:solidFill>
          <a:ln>
            <a:solidFill>
              <a:schemeClr val="accent5">
                <a:lumMod val="75000"/>
              </a:schemeClr>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61857" y="4120958"/>
            <a:ext cx="928072" cy="928070"/>
          </a:xfrm>
          <a:prstGeom prst="rect">
            <a:avLst/>
          </a:prstGeom>
          <a:solidFill>
            <a:schemeClr val="accent5"/>
          </a:solidFill>
          <a:ln>
            <a:solidFill>
              <a:schemeClr val="accent5">
                <a:lumMod val="75000"/>
              </a:schemeClr>
            </a:solidFill>
          </a:ln>
          <a:effectLst>
            <a:outerShdw blurRad="76200" dir="18900000" sy="23000" kx="-1200000" algn="bl" rotWithShape="0">
              <a:prstClr val="black">
                <a:alpha val="20000"/>
              </a:prstClr>
            </a:outerShdw>
          </a:effectLst>
          <a:scene3d>
            <a:camera prst="orthographicFront"/>
            <a:lightRig rig="threePt" dir="t"/>
          </a:scene3d>
          <a:sp3d>
            <a:bevelT w="152400" h="50800" prst="softRound"/>
          </a:sp3d>
        </p:spPr>
      </p:pic>
      <p:sp>
        <p:nvSpPr>
          <p:cNvPr id="22" name="TextBox 21"/>
          <p:cNvSpPr txBox="1"/>
          <p:nvPr/>
        </p:nvSpPr>
        <p:spPr>
          <a:xfrm>
            <a:off x="2517647" y="4328289"/>
            <a:ext cx="3048000" cy="646331"/>
          </a:xfrm>
          <a:prstGeom prst="rect">
            <a:avLst/>
          </a:prstGeom>
          <a:noFill/>
        </p:spPr>
        <p:txBody>
          <a:bodyPr wrap="square" rtlCol="0">
            <a:spAutoFit/>
          </a:bodyPr>
          <a:lstStyle/>
          <a:p>
            <a:pPr algn="ctr" eaLnBrk="1" hangingPunct="1">
              <a:defRPr/>
            </a:pPr>
            <a:r>
              <a:rPr lang="en-US" b="1">
                <a:solidFill>
                  <a:schemeClr val="bg1"/>
                </a:solidFill>
                <a:latin typeface="Segoe UI Semibold" panose="020B0702040204020203" pitchFamily="34" charset="0"/>
              </a:rPr>
              <a:t>Directors’ &amp; Officers’ </a:t>
            </a:r>
          </a:p>
          <a:p>
            <a:pPr algn="ctr" eaLnBrk="1" hangingPunct="1">
              <a:defRPr/>
            </a:pPr>
            <a:r>
              <a:rPr lang="en-US" b="1">
                <a:solidFill>
                  <a:schemeClr val="bg1"/>
                </a:solidFill>
                <a:latin typeface="Segoe UI Semibold" panose="020B0702040204020203" pitchFamily="34" charset="0"/>
              </a:rPr>
              <a:t>Liability</a:t>
            </a:r>
            <a:endParaRPr lang="en-US">
              <a:solidFill>
                <a:schemeClr val="bg1"/>
              </a:solidFill>
            </a:endParaRPr>
          </a:p>
        </p:txBody>
      </p:sp>
      <p:sp>
        <p:nvSpPr>
          <p:cNvPr id="29" name="TextBox 28"/>
          <p:cNvSpPr txBox="1"/>
          <p:nvPr/>
        </p:nvSpPr>
        <p:spPr>
          <a:xfrm>
            <a:off x="7442217" y="4400327"/>
            <a:ext cx="3048000" cy="369332"/>
          </a:xfrm>
          <a:prstGeom prst="rect">
            <a:avLst/>
          </a:prstGeom>
          <a:noFill/>
        </p:spPr>
        <p:txBody>
          <a:bodyPr wrap="square" rtlCol="0">
            <a:spAutoFit/>
          </a:bodyPr>
          <a:lstStyle/>
          <a:p>
            <a:pPr algn="ctr" eaLnBrk="1" hangingPunct="1">
              <a:defRPr/>
            </a:pPr>
            <a:r>
              <a:rPr lang="en-US" b="1">
                <a:solidFill>
                  <a:schemeClr val="bg1"/>
                </a:solidFill>
                <a:latin typeface="Segoe UI Semibold" panose="020B0702040204020203" pitchFamily="34" charset="0"/>
              </a:rPr>
              <a:t>Professional Liability</a:t>
            </a:r>
          </a:p>
        </p:txBody>
      </p:sp>
      <p:sp>
        <p:nvSpPr>
          <p:cNvPr id="38" name="Rectangle 37"/>
          <p:cNvSpPr>
            <a:spLocks noChangeArrowheads="1"/>
          </p:cNvSpPr>
          <p:nvPr/>
        </p:nvSpPr>
        <p:spPr bwMode="auto">
          <a:xfrm>
            <a:off x="4800600" y="1753446"/>
            <a:ext cx="2497626" cy="1006534"/>
          </a:xfrm>
          <a:prstGeom prst="rect">
            <a:avLst/>
          </a:prstGeom>
          <a:ln/>
          <a:scene3d>
            <a:camera prst="orthographicFront"/>
            <a:lightRig rig="threePt" dir="t"/>
          </a:scene3d>
          <a:sp3d>
            <a:bevelT/>
          </a:sp3d>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b="1">
              <a:latin typeface="Segoe UI Semibold" panose="020B0702040204020203" pitchFamily="34" charset="0"/>
            </a:endParaRPr>
          </a:p>
        </p:txBody>
      </p:sp>
      <p:sp>
        <p:nvSpPr>
          <p:cNvPr id="39" name="TextBox 38"/>
          <p:cNvSpPr txBox="1"/>
          <p:nvPr/>
        </p:nvSpPr>
        <p:spPr>
          <a:xfrm>
            <a:off x="5859974" y="1902132"/>
            <a:ext cx="1182349" cy="646331"/>
          </a:xfrm>
          <a:prstGeom prst="rect">
            <a:avLst/>
          </a:prstGeom>
          <a:noFill/>
        </p:spPr>
        <p:txBody>
          <a:bodyPr wrap="square" rtlCol="0">
            <a:spAutoFit/>
          </a:bodyPr>
          <a:lstStyle/>
          <a:p>
            <a:pPr algn="ctr" eaLnBrk="1" hangingPunct="1">
              <a:defRPr/>
            </a:pPr>
            <a:r>
              <a:rPr lang="en-US" b="1">
                <a:solidFill>
                  <a:schemeClr val="bg1"/>
                </a:solidFill>
                <a:latin typeface="Segoe UI Semibold" panose="020B0702040204020203" pitchFamily="34" charset="0"/>
              </a:rPr>
              <a:t>Specialty</a:t>
            </a:r>
          </a:p>
          <a:p>
            <a:pPr algn="ctr" eaLnBrk="1" hangingPunct="1">
              <a:defRPr/>
            </a:pPr>
            <a:r>
              <a:rPr lang="en-US" b="1">
                <a:solidFill>
                  <a:schemeClr val="bg1"/>
                </a:solidFill>
                <a:latin typeface="Segoe UI Semibold" panose="020B0702040204020203" pitchFamily="34" charset="0"/>
              </a:rPr>
              <a:t>Insurance</a:t>
            </a:r>
          </a:p>
        </p:txBody>
      </p:sp>
      <p:pic>
        <p:nvPicPr>
          <p:cNvPr id="40" name="Picture 3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7379" y="1729001"/>
            <a:ext cx="992595" cy="992595"/>
          </a:xfrm>
          <a:prstGeom prst="rect">
            <a:avLst/>
          </a:prstGeom>
        </p:spPr>
      </p:pic>
      <p:sp>
        <p:nvSpPr>
          <p:cNvPr id="20" name="TextBox 19">
            <a:extLst>
              <a:ext uri="{FF2B5EF4-FFF2-40B4-BE49-F238E27FC236}">
                <a16:creationId xmlns:a16="http://schemas.microsoft.com/office/drawing/2014/main" id="{988D7647-9C9B-46A8-BD28-5BC19330F35D}"/>
              </a:ext>
            </a:extLst>
          </p:cNvPr>
          <p:cNvSpPr txBox="1"/>
          <p:nvPr/>
        </p:nvSpPr>
        <p:spPr>
          <a:xfrm>
            <a:off x="1912504" y="5515101"/>
            <a:ext cx="3653143" cy="646331"/>
          </a:xfrm>
          <a:prstGeom prst="rect">
            <a:avLst/>
          </a:prstGeom>
          <a:noFill/>
        </p:spPr>
        <p:txBody>
          <a:bodyPr wrap="square">
            <a:spAutoFit/>
          </a:bodyPr>
          <a:lstStyle/>
          <a:p>
            <a:r>
              <a:rPr lang="en-IN">
                <a:hlinkClick r:id="rId6"/>
              </a:rPr>
              <a:t>https://youtu.be/MW2_gSb7EC8</a:t>
            </a:r>
            <a:endParaRPr lang="en-IN"/>
          </a:p>
          <a:p>
            <a:endParaRPr lang="en-IN"/>
          </a:p>
        </p:txBody>
      </p:sp>
      <p:sp>
        <p:nvSpPr>
          <p:cNvPr id="21" name="TextBox 20">
            <a:extLst>
              <a:ext uri="{FF2B5EF4-FFF2-40B4-BE49-F238E27FC236}">
                <a16:creationId xmlns:a16="http://schemas.microsoft.com/office/drawing/2014/main" id="{F2247BED-7F12-4638-89FE-D730E9B534AC}"/>
              </a:ext>
            </a:extLst>
          </p:cNvPr>
          <p:cNvSpPr txBox="1"/>
          <p:nvPr/>
        </p:nvSpPr>
        <p:spPr>
          <a:xfrm>
            <a:off x="6893687" y="5467263"/>
            <a:ext cx="3664818" cy="646331"/>
          </a:xfrm>
          <a:prstGeom prst="rect">
            <a:avLst/>
          </a:prstGeom>
          <a:noFill/>
        </p:spPr>
        <p:txBody>
          <a:bodyPr wrap="square">
            <a:spAutoFit/>
          </a:bodyPr>
          <a:lstStyle/>
          <a:p>
            <a:r>
              <a:rPr lang="en-IN">
                <a:hlinkClick r:id="rId7"/>
              </a:rPr>
              <a:t>https://youtu.be/Mtzd8GgV5NQ</a:t>
            </a:r>
            <a:endParaRPr lang="en-IN"/>
          </a:p>
          <a:p>
            <a:endParaRPr lang="en-IN"/>
          </a:p>
        </p:txBody>
      </p:sp>
    </p:spTree>
    <p:extLst>
      <p:ext uri="{BB962C8B-B14F-4D97-AF65-F5344CB8AC3E}">
        <p14:creationId xmlns:p14="http://schemas.microsoft.com/office/powerpoint/2010/main" val="1873981870"/>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A94E58-5123-8EDD-43DE-31C36FA86F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4" name="TextBox 3">
            <a:extLst>
              <a:ext uri="{FF2B5EF4-FFF2-40B4-BE49-F238E27FC236}">
                <a16:creationId xmlns:a16="http://schemas.microsoft.com/office/drawing/2014/main" id="{05F2682C-CF5D-3A12-639D-25BA283C5CAA}"/>
              </a:ext>
            </a:extLst>
          </p:cNvPr>
          <p:cNvSpPr txBox="1"/>
          <p:nvPr/>
        </p:nvSpPr>
        <p:spPr>
          <a:xfrm>
            <a:off x="424207" y="2328421"/>
            <a:ext cx="10548594" cy="878574"/>
          </a:xfrm>
          <a:prstGeom prst="rect">
            <a:avLst/>
          </a:prstGeom>
          <a:noFill/>
        </p:spPr>
        <p:txBody>
          <a:bodyPr wrap="square">
            <a:spAutoFit/>
          </a:bodyPr>
          <a:lstStyle/>
          <a:p>
            <a:pPr>
              <a:lnSpc>
                <a:spcPct val="150000"/>
              </a:lnSpc>
            </a:pPr>
            <a:r>
              <a:rPr lang="en-US" b="0" i="0">
                <a:effectLst/>
                <a:latin typeface="+mn-lt"/>
              </a:rPr>
              <a:t>D&amp;O insurance</a:t>
            </a:r>
            <a:r>
              <a:rPr lang="en-US">
                <a:latin typeface="+mn-lt"/>
              </a:rPr>
              <a:t> </a:t>
            </a:r>
            <a:r>
              <a:rPr lang="en-US" b="0" i="0">
                <a:effectLst/>
                <a:latin typeface="+mn-lt"/>
              </a:rPr>
              <a:t>is a type of insurance policy that provides coverage to directors and officers of a company for claims made against them for alleged wrongful acts committed in the course of their duties.</a:t>
            </a:r>
            <a:endParaRPr lang="en-IN">
              <a:latin typeface="+mn-lt"/>
            </a:endParaRPr>
          </a:p>
        </p:txBody>
      </p:sp>
      <p:sp>
        <p:nvSpPr>
          <p:cNvPr id="6" name="TextBox 5">
            <a:extLst>
              <a:ext uri="{FF2B5EF4-FFF2-40B4-BE49-F238E27FC236}">
                <a16:creationId xmlns:a16="http://schemas.microsoft.com/office/drawing/2014/main" id="{4A6AEBC4-9FC1-038F-CEB2-BAAABFCBA395}"/>
              </a:ext>
            </a:extLst>
          </p:cNvPr>
          <p:cNvSpPr txBox="1"/>
          <p:nvPr/>
        </p:nvSpPr>
        <p:spPr>
          <a:xfrm>
            <a:off x="76200" y="1722438"/>
            <a:ext cx="9185634" cy="496674"/>
          </a:xfrm>
          <a:prstGeom prst="rect">
            <a:avLst/>
          </a:prstGeom>
          <a:noFill/>
        </p:spPr>
        <p:txBody>
          <a:bodyPr wrap="square">
            <a:spAutoFit/>
          </a:bodyPr>
          <a:lstStyle/>
          <a:p>
            <a:pPr marL="342900" indent="-342900" algn="just">
              <a:lnSpc>
                <a:spcPct val="150000"/>
              </a:lnSpc>
              <a:spcBef>
                <a:spcPct val="20000"/>
              </a:spcBef>
              <a:buClr>
                <a:schemeClr val="tx1"/>
              </a:buClr>
              <a:buFont typeface="Wingdings" pitchFamily="2" charset="2"/>
              <a:buChar char="v"/>
              <a:defRPr/>
            </a:pPr>
            <a:r>
              <a:rPr lang="en-US" sz="2000" b="1">
                <a:solidFill>
                  <a:srgbClr val="C00000"/>
                </a:solidFill>
                <a:latin typeface="Segoe UI Light" panose="020B0502040204020203" pitchFamily="34" charset="0"/>
              </a:rPr>
              <a:t>D &amp; O Insurance </a:t>
            </a:r>
          </a:p>
        </p:txBody>
      </p:sp>
      <p:sp>
        <p:nvSpPr>
          <p:cNvPr id="8" name="TextBox 7">
            <a:extLst>
              <a:ext uri="{FF2B5EF4-FFF2-40B4-BE49-F238E27FC236}">
                <a16:creationId xmlns:a16="http://schemas.microsoft.com/office/drawing/2014/main" id="{98CF3EB1-B30B-A788-2358-1D37B56AF3AE}"/>
              </a:ext>
            </a:extLst>
          </p:cNvPr>
          <p:cNvSpPr txBox="1"/>
          <p:nvPr/>
        </p:nvSpPr>
        <p:spPr>
          <a:xfrm>
            <a:off x="471340" y="3751869"/>
            <a:ext cx="7453460" cy="1709571"/>
          </a:xfrm>
          <a:prstGeom prst="rect">
            <a:avLst/>
          </a:prstGeom>
          <a:noFill/>
        </p:spPr>
        <p:txBody>
          <a:bodyPr wrap="square">
            <a:spAutoFit/>
          </a:bodyPr>
          <a:lstStyle/>
          <a:p>
            <a:pPr>
              <a:lnSpc>
                <a:spcPct val="150000"/>
              </a:lnSpc>
            </a:pPr>
            <a:r>
              <a:rPr lang="en-US" b="0" i="0">
                <a:effectLst/>
                <a:latin typeface="+mn-lt"/>
              </a:rPr>
              <a:t>The wrongful acts covered under D&amp;O insurance can include breach of fiduciary duty, negligence, mismanagement, misleading statements, and other errors or omissions. These claims can be brought by shareholders, employees, customers, competitors, or regulatory authorities.</a:t>
            </a:r>
            <a:endParaRPr lang="en-IN">
              <a:latin typeface="+mn-lt"/>
            </a:endParaRPr>
          </a:p>
        </p:txBody>
      </p:sp>
      <p:pic>
        <p:nvPicPr>
          <p:cNvPr id="1026" name="Picture 2" descr="D&amp;O Insurance Explained - Business Benefits Group">
            <a:extLst>
              <a:ext uri="{FF2B5EF4-FFF2-40B4-BE49-F238E27FC236}">
                <a16:creationId xmlns:a16="http://schemas.microsoft.com/office/drawing/2014/main" id="{7B7A13DB-A770-9215-00A8-0CD5562F6D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3782585"/>
            <a:ext cx="3048000" cy="20283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83C2B51-7416-253B-D02F-B8347B2A632E}"/>
              </a:ext>
            </a:extLst>
          </p:cNvPr>
          <p:cNvSpPr txBox="1"/>
          <p:nvPr/>
        </p:nvSpPr>
        <p:spPr>
          <a:xfrm>
            <a:off x="76201" y="1177564"/>
            <a:ext cx="9185634" cy="380806"/>
          </a:xfrm>
          <a:prstGeom prst="rect">
            <a:avLst/>
          </a:prstGeom>
          <a:noFill/>
        </p:spPr>
        <p:txBody>
          <a:bodyPr wrap="square">
            <a:spAutoFit/>
          </a:bodyPr>
          <a:lstStyle/>
          <a:p>
            <a:pPr marL="285750" indent="-285750">
              <a:buFont typeface="Wingdings" panose="05000000000000000000" pitchFamily="2" charset="2"/>
              <a:buChar char="v"/>
            </a:pPr>
            <a:r>
              <a:rPr lang="en-US" sz="1800">
                <a:latin typeface="+mn-lt"/>
              </a:rPr>
              <a:t>Liability insurance is a very broad superset that covers legal claims against the insured</a:t>
            </a:r>
            <a:endParaRPr lang="en-IN">
              <a:latin typeface="+mn-lt"/>
            </a:endParaRPr>
          </a:p>
        </p:txBody>
      </p:sp>
      <p:sp>
        <p:nvSpPr>
          <p:cNvPr id="12" name="TextBox 11">
            <a:extLst>
              <a:ext uri="{FF2B5EF4-FFF2-40B4-BE49-F238E27FC236}">
                <a16:creationId xmlns:a16="http://schemas.microsoft.com/office/drawing/2014/main" id="{72852485-BA04-C57E-2AC2-6893FA61A738}"/>
              </a:ext>
            </a:extLst>
          </p:cNvPr>
          <p:cNvSpPr txBox="1"/>
          <p:nvPr/>
        </p:nvSpPr>
        <p:spPr>
          <a:xfrm>
            <a:off x="152400" y="263163"/>
            <a:ext cx="9105900" cy="523220"/>
          </a:xfrm>
          <a:prstGeom prst="rect">
            <a:avLst/>
          </a:prstGeom>
          <a:noFill/>
        </p:spPr>
        <p:txBody>
          <a:bodyPr wrap="square">
            <a:spAutoFit/>
          </a:bodyPr>
          <a:lstStyle/>
          <a:p>
            <a:pPr>
              <a:buSzPct val="120000"/>
            </a:pPr>
            <a:r>
              <a:rPr lang="en-US" altLang="en-US" sz="2800" b="1">
                <a:solidFill>
                  <a:schemeClr val="tx1"/>
                </a:solidFill>
                <a:latin typeface="Segoe UI Semibold" panose="020B0702040204020203" pitchFamily="34" charset="0"/>
                <a:cs typeface="BrowalliaUPC" panose="020B0604020202020204" pitchFamily="34" charset="-34"/>
              </a:rPr>
              <a:t>Directors and Officers Liability Insurance (D &amp; 0) </a:t>
            </a:r>
          </a:p>
        </p:txBody>
      </p:sp>
    </p:spTree>
    <p:extLst>
      <p:ext uri="{BB962C8B-B14F-4D97-AF65-F5344CB8AC3E}">
        <p14:creationId xmlns:p14="http://schemas.microsoft.com/office/powerpoint/2010/main" val="3887239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12189A-2969-BCAF-3648-5A9FE73F932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6" name="TextBox 5">
            <a:extLst>
              <a:ext uri="{FF2B5EF4-FFF2-40B4-BE49-F238E27FC236}">
                <a16:creationId xmlns:a16="http://schemas.microsoft.com/office/drawing/2014/main" id="{69EC38C4-1123-8622-D6F9-A11B4C504A88}"/>
              </a:ext>
            </a:extLst>
          </p:cNvPr>
          <p:cNvSpPr txBox="1"/>
          <p:nvPr/>
        </p:nvSpPr>
        <p:spPr>
          <a:xfrm>
            <a:off x="152400" y="503237"/>
            <a:ext cx="6324600" cy="523220"/>
          </a:xfrm>
          <a:prstGeom prst="rect">
            <a:avLst/>
          </a:prstGeom>
          <a:noFill/>
        </p:spPr>
        <p:txBody>
          <a:bodyPr wrap="square" rtlCol="0">
            <a:spAutoFit/>
          </a:bodyPr>
          <a:lstStyle/>
          <a:p>
            <a:r>
              <a:rPr lang="en-IN" sz="2800"/>
              <a:t>Coverages &amp; Exclusions</a:t>
            </a:r>
          </a:p>
        </p:txBody>
      </p:sp>
      <p:sp>
        <p:nvSpPr>
          <p:cNvPr id="8" name="TextBox 7">
            <a:extLst>
              <a:ext uri="{FF2B5EF4-FFF2-40B4-BE49-F238E27FC236}">
                <a16:creationId xmlns:a16="http://schemas.microsoft.com/office/drawing/2014/main" id="{EDB53D24-AC24-36CB-4190-E0BF9DBFA337}"/>
              </a:ext>
            </a:extLst>
          </p:cNvPr>
          <p:cNvSpPr txBox="1"/>
          <p:nvPr/>
        </p:nvSpPr>
        <p:spPr>
          <a:xfrm>
            <a:off x="304800" y="1722437"/>
            <a:ext cx="8957839" cy="1200329"/>
          </a:xfrm>
          <a:prstGeom prst="rect">
            <a:avLst/>
          </a:prstGeom>
          <a:noFill/>
        </p:spPr>
        <p:txBody>
          <a:bodyPr wrap="square">
            <a:spAutoFit/>
          </a:bodyPr>
          <a:lstStyle/>
          <a:p>
            <a:pPr marL="285750" indent="-285750">
              <a:buFont typeface="Wingdings" panose="05000000000000000000" pitchFamily="2" charset="2"/>
              <a:buChar char="q"/>
            </a:pPr>
            <a:r>
              <a:rPr lang="en-IN" b="0" i="0">
                <a:effectLst/>
                <a:latin typeface="Söhne"/>
              </a:rPr>
              <a:t>Side A Coverage</a:t>
            </a:r>
          </a:p>
          <a:p>
            <a:pPr marL="285750" indent="-285750">
              <a:buFont typeface="Wingdings" panose="05000000000000000000" pitchFamily="2" charset="2"/>
              <a:buChar char="q"/>
            </a:pPr>
            <a:r>
              <a:rPr lang="en-IN" b="0" i="0">
                <a:effectLst/>
                <a:latin typeface="Söhne"/>
              </a:rPr>
              <a:t>Side B Coverage</a:t>
            </a:r>
            <a:endParaRPr lang="en-IN">
              <a:latin typeface="Söhne"/>
            </a:endParaRPr>
          </a:p>
          <a:p>
            <a:pPr marL="285750" indent="-285750">
              <a:buFont typeface="Wingdings" panose="05000000000000000000" pitchFamily="2" charset="2"/>
              <a:buChar char="q"/>
            </a:pPr>
            <a:r>
              <a:rPr lang="en-IN" b="0" i="0">
                <a:effectLst/>
                <a:latin typeface="Söhne"/>
              </a:rPr>
              <a:t>Side C Coverage</a:t>
            </a:r>
          </a:p>
          <a:p>
            <a:pPr marL="285750" indent="-285750">
              <a:buFont typeface="Wingdings" panose="05000000000000000000" pitchFamily="2" charset="2"/>
              <a:buChar char="q"/>
            </a:pPr>
            <a:r>
              <a:rPr lang="en-IN" b="0" i="0">
                <a:effectLst/>
                <a:latin typeface="Söhne"/>
              </a:rPr>
              <a:t>Entity Coverage</a:t>
            </a:r>
            <a:endParaRPr lang="en-IN"/>
          </a:p>
        </p:txBody>
      </p:sp>
      <p:sp>
        <p:nvSpPr>
          <p:cNvPr id="10" name="TextBox 9">
            <a:extLst>
              <a:ext uri="{FF2B5EF4-FFF2-40B4-BE49-F238E27FC236}">
                <a16:creationId xmlns:a16="http://schemas.microsoft.com/office/drawing/2014/main" id="{9096DBC1-CCE2-43D0-3C76-E41D740CBFCD}"/>
              </a:ext>
            </a:extLst>
          </p:cNvPr>
          <p:cNvSpPr txBox="1"/>
          <p:nvPr/>
        </p:nvSpPr>
        <p:spPr>
          <a:xfrm>
            <a:off x="381000" y="3856037"/>
            <a:ext cx="8881639" cy="1477328"/>
          </a:xfrm>
          <a:prstGeom prst="rect">
            <a:avLst/>
          </a:prstGeom>
          <a:noFill/>
        </p:spPr>
        <p:txBody>
          <a:bodyPr wrap="square">
            <a:spAutoFit/>
          </a:bodyPr>
          <a:lstStyle/>
          <a:p>
            <a:pPr marL="285750" indent="-285750">
              <a:buFont typeface="Wingdings" panose="05000000000000000000" pitchFamily="2" charset="2"/>
              <a:buChar char="q"/>
            </a:pPr>
            <a:r>
              <a:rPr lang="en-US" b="0" i="0">
                <a:effectLst/>
                <a:latin typeface="Söhne"/>
              </a:rPr>
              <a:t>Prior Acts Exclusion</a:t>
            </a:r>
          </a:p>
          <a:p>
            <a:pPr marL="285750" indent="-285750">
              <a:buFont typeface="Wingdings" panose="05000000000000000000" pitchFamily="2" charset="2"/>
              <a:buChar char="q"/>
            </a:pPr>
            <a:r>
              <a:rPr lang="en-US" b="0" i="0">
                <a:effectLst/>
                <a:latin typeface="Söhne"/>
              </a:rPr>
              <a:t>Bodily Injury and Property Damage Exclusion</a:t>
            </a:r>
          </a:p>
          <a:p>
            <a:pPr marL="285750" indent="-285750">
              <a:buFont typeface="Wingdings" panose="05000000000000000000" pitchFamily="2" charset="2"/>
              <a:buChar char="q"/>
            </a:pPr>
            <a:r>
              <a:rPr lang="en-US" b="0" i="0">
                <a:effectLst/>
                <a:latin typeface="Söhne"/>
              </a:rPr>
              <a:t>Fines and Penalties Exclusion</a:t>
            </a:r>
            <a:endParaRPr lang="en-US">
              <a:latin typeface="Söhne"/>
            </a:endParaRPr>
          </a:p>
          <a:p>
            <a:pPr marL="285750" indent="-285750">
              <a:buFont typeface="Wingdings" panose="05000000000000000000" pitchFamily="2" charset="2"/>
              <a:buChar char="q"/>
            </a:pPr>
            <a:r>
              <a:rPr lang="en-US" b="0" i="0">
                <a:effectLst/>
                <a:latin typeface="Söhne"/>
              </a:rPr>
              <a:t>Fraud and Dishonesty Exclusion</a:t>
            </a:r>
          </a:p>
          <a:p>
            <a:pPr marL="285750" indent="-285750">
              <a:buFont typeface="Wingdings" panose="05000000000000000000" pitchFamily="2" charset="2"/>
              <a:buChar char="q"/>
            </a:pPr>
            <a:r>
              <a:rPr lang="en-US" b="0" i="0">
                <a:effectLst/>
                <a:latin typeface="Söhne"/>
              </a:rPr>
              <a:t>Insured vs. Insured Exclusion</a:t>
            </a:r>
            <a:endParaRPr lang="en-IN"/>
          </a:p>
        </p:txBody>
      </p:sp>
      <p:sp>
        <p:nvSpPr>
          <p:cNvPr id="12" name="TextBox 11">
            <a:extLst>
              <a:ext uri="{FF2B5EF4-FFF2-40B4-BE49-F238E27FC236}">
                <a16:creationId xmlns:a16="http://schemas.microsoft.com/office/drawing/2014/main" id="{44CBD51A-DA69-9075-ABA1-8E9061CAD0BA}"/>
              </a:ext>
            </a:extLst>
          </p:cNvPr>
          <p:cNvSpPr txBox="1"/>
          <p:nvPr/>
        </p:nvSpPr>
        <p:spPr>
          <a:xfrm>
            <a:off x="152400" y="1265237"/>
            <a:ext cx="9110239" cy="369332"/>
          </a:xfrm>
          <a:prstGeom prst="rect">
            <a:avLst/>
          </a:prstGeom>
          <a:noFill/>
        </p:spPr>
        <p:txBody>
          <a:bodyPr wrap="square">
            <a:spAutoFit/>
          </a:bodyPr>
          <a:lstStyle/>
          <a:p>
            <a:r>
              <a:rPr lang="en-IN" sz="1800" b="1"/>
              <a:t>Coverages</a:t>
            </a:r>
            <a:endParaRPr lang="en-IN" b="1"/>
          </a:p>
        </p:txBody>
      </p:sp>
      <p:sp>
        <p:nvSpPr>
          <p:cNvPr id="14" name="TextBox 13">
            <a:extLst>
              <a:ext uri="{FF2B5EF4-FFF2-40B4-BE49-F238E27FC236}">
                <a16:creationId xmlns:a16="http://schemas.microsoft.com/office/drawing/2014/main" id="{97BD9897-885B-0F5A-BCE0-B3C689216D36}"/>
              </a:ext>
            </a:extLst>
          </p:cNvPr>
          <p:cNvSpPr txBox="1"/>
          <p:nvPr/>
        </p:nvSpPr>
        <p:spPr>
          <a:xfrm>
            <a:off x="152400" y="3287739"/>
            <a:ext cx="9110239" cy="369332"/>
          </a:xfrm>
          <a:prstGeom prst="rect">
            <a:avLst/>
          </a:prstGeom>
          <a:noFill/>
        </p:spPr>
        <p:txBody>
          <a:bodyPr wrap="square">
            <a:spAutoFit/>
          </a:bodyPr>
          <a:lstStyle/>
          <a:p>
            <a:r>
              <a:rPr lang="en-IN" sz="1800" b="1"/>
              <a:t>Exclusions</a:t>
            </a:r>
            <a:endParaRPr lang="en-IN" b="1"/>
          </a:p>
        </p:txBody>
      </p:sp>
    </p:spTree>
    <p:extLst>
      <p:ext uri="{BB962C8B-B14F-4D97-AF65-F5344CB8AC3E}">
        <p14:creationId xmlns:p14="http://schemas.microsoft.com/office/powerpoint/2010/main" val="605628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2E47AF-DB12-AAB6-D4E1-EB9BD4C74CE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4" name="TextBox 3">
            <a:extLst>
              <a:ext uri="{FF2B5EF4-FFF2-40B4-BE49-F238E27FC236}">
                <a16:creationId xmlns:a16="http://schemas.microsoft.com/office/drawing/2014/main" id="{E3B17233-E2E4-DF04-9FB7-9215B5CB1747}"/>
              </a:ext>
            </a:extLst>
          </p:cNvPr>
          <p:cNvSpPr txBox="1"/>
          <p:nvPr/>
        </p:nvSpPr>
        <p:spPr>
          <a:xfrm>
            <a:off x="152400" y="1189037"/>
            <a:ext cx="11887200" cy="1287532"/>
          </a:xfrm>
          <a:prstGeom prst="rect">
            <a:avLst/>
          </a:prstGeom>
          <a:noFill/>
        </p:spPr>
        <p:txBody>
          <a:bodyPr wrap="square">
            <a:spAutoFit/>
          </a:bodyPr>
          <a:lstStyle/>
          <a:p>
            <a:pPr>
              <a:lnSpc>
                <a:spcPct val="150000"/>
              </a:lnSpc>
            </a:pPr>
            <a:r>
              <a:rPr lang="en-US"/>
              <a:t>Professional liability insurance, also known as errors and omissions insurance, is a type of insurance that provides financial protection to professionals in the event that they are sued by a client for malpractice or negligence. This insurance can help cover legal fees, court costs, and any damages that may be awarded to the client.</a:t>
            </a:r>
            <a:endParaRPr lang="en-IN"/>
          </a:p>
        </p:txBody>
      </p:sp>
      <p:pic>
        <p:nvPicPr>
          <p:cNvPr id="1030" name="Picture 6" descr="Professional Liability Insurance for Consultants | PolicyBazaar">
            <a:extLst>
              <a:ext uri="{FF2B5EF4-FFF2-40B4-BE49-F238E27FC236}">
                <a16:creationId xmlns:a16="http://schemas.microsoft.com/office/drawing/2014/main" id="{B496AB8E-3C10-AB5C-1EB7-7E60E6A07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8997" y="3703637"/>
            <a:ext cx="3373641" cy="213380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CA9216A-9610-6003-4F73-27CC1786C2F8}"/>
              </a:ext>
            </a:extLst>
          </p:cNvPr>
          <p:cNvSpPr txBox="1"/>
          <p:nvPr/>
        </p:nvSpPr>
        <p:spPr>
          <a:xfrm>
            <a:off x="152400" y="427037"/>
            <a:ext cx="6324600" cy="523220"/>
          </a:xfrm>
          <a:prstGeom prst="rect">
            <a:avLst/>
          </a:prstGeom>
          <a:noFill/>
        </p:spPr>
        <p:txBody>
          <a:bodyPr wrap="square">
            <a:spAutoFit/>
          </a:bodyPr>
          <a:lstStyle/>
          <a:p>
            <a:r>
              <a:rPr lang="en-US" sz="2800"/>
              <a:t>Professional liability insurance (E&amp;O)</a:t>
            </a:r>
            <a:endParaRPr lang="en-IN" sz="2800"/>
          </a:p>
        </p:txBody>
      </p:sp>
      <p:sp>
        <p:nvSpPr>
          <p:cNvPr id="5" name="TextBox 4">
            <a:extLst>
              <a:ext uri="{FF2B5EF4-FFF2-40B4-BE49-F238E27FC236}">
                <a16:creationId xmlns:a16="http://schemas.microsoft.com/office/drawing/2014/main" id="{8F35751C-9C36-4352-8E6D-DA49DFE4EB99}"/>
              </a:ext>
            </a:extLst>
          </p:cNvPr>
          <p:cNvSpPr txBox="1"/>
          <p:nvPr/>
        </p:nvSpPr>
        <p:spPr>
          <a:xfrm>
            <a:off x="-381000" y="2669508"/>
            <a:ext cx="12192000" cy="1813830"/>
          </a:xfrm>
          <a:prstGeom prst="rect">
            <a:avLst/>
          </a:prstGeom>
          <a:noFill/>
        </p:spPr>
        <p:txBody>
          <a:bodyPr wrap="square">
            <a:spAutoFit/>
          </a:bodyPr>
          <a:lstStyle/>
          <a:p>
            <a:pPr lvl="1" algn="just">
              <a:lnSpc>
                <a:spcPct val="150000"/>
              </a:lnSpc>
              <a:spcBef>
                <a:spcPct val="20000"/>
              </a:spcBef>
              <a:buClr>
                <a:srgbClr val="C00000"/>
              </a:buClr>
              <a:defRPr/>
            </a:pPr>
            <a:r>
              <a:rPr lang="en-US">
                <a:latin typeface="Arial" panose="020B0604020202020204" pitchFamily="34" charset="0"/>
                <a:cs typeface="Arial" panose="020B0604020202020204" pitchFamily="34" charset="0"/>
              </a:rPr>
              <a:t>Professional liability insurance may take on different names depending on the profession. </a:t>
            </a:r>
          </a:p>
          <a:p>
            <a:pPr lvl="1" algn="just">
              <a:lnSpc>
                <a:spcPct val="150000"/>
              </a:lnSpc>
              <a:spcBef>
                <a:spcPct val="20000"/>
              </a:spcBef>
              <a:buClr>
                <a:srgbClr val="C00000"/>
              </a:buClr>
              <a:defRPr/>
            </a:pPr>
            <a:r>
              <a:rPr lang="en-US">
                <a:latin typeface="Arial" panose="020B0604020202020204" pitchFamily="34" charset="0"/>
                <a:cs typeface="Arial" panose="020B0604020202020204" pitchFamily="34" charset="0"/>
              </a:rPr>
              <a:t>For example, professional liability insurance in reference to the medical profession may be called </a:t>
            </a:r>
            <a:r>
              <a:rPr lang="en-US" i="1">
                <a:latin typeface="Arial" panose="020B0604020202020204" pitchFamily="34" charset="0"/>
                <a:cs typeface="Arial" panose="020B0604020202020204" pitchFamily="34" charset="0"/>
              </a:rPr>
              <a:t>malpractice insurance.</a:t>
            </a:r>
            <a:r>
              <a:rPr lang="en-US">
                <a:latin typeface="Arial" panose="020B0604020202020204" pitchFamily="34" charset="0"/>
                <a:cs typeface="Arial" panose="020B0604020202020204" pitchFamily="34" charset="0"/>
              </a:rPr>
              <a:t> </a:t>
            </a:r>
          </a:p>
          <a:p>
            <a:pPr lvl="1" algn="just">
              <a:lnSpc>
                <a:spcPct val="150000"/>
              </a:lnSpc>
              <a:spcBef>
                <a:spcPct val="20000"/>
              </a:spcBef>
              <a:buClr>
                <a:srgbClr val="C00000"/>
              </a:buClr>
              <a:defRPr/>
            </a:pPr>
            <a:r>
              <a:rPr lang="en-US">
                <a:latin typeface="Arial" panose="020B0604020202020204" pitchFamily="34" charset="0"/>
                <a:cs typeface="Arial" panose="020B0604020202020204" pitchFamily="34" charset="0"/>
              </a:rPr>
              <a:t>Notaries public may take out </a:t>
            </a:r>
            <a:r>
              <a:rPr lang="en-US" i="1">
                <a:latin typeface="Arial" panose="020B0604020202020204" pitchFamily="34" charset="0"/>
                <a:cs typeface="Arial" panose="020B0604020202020204" pitchFamily="34" charset="0"/>
              </a:rPr>
              <a:t>errors and omissions insurance (E&amp;O).</a:t>
            </a:r>
            <a:r>
              <a:rPr lang="en-US">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FBB2A314-A457-6193-C630-51D8F315FFA9}"/>
              </a:ext>
            </a:extLst>
          </p:cNvPr>
          <p:cNvSpPr txBox="1"/>
          <p:nvPr/>
        </p:nvSpPr>
        <p:spPr>
          <a:xfrm>
            <a:off x="152400" y="4999037"/>
            <a:ext cx="7467600" cy="1287532"/>
          </a:xfrm>
          <a:prstGeom prst="rect">
            <a:avLst/>
          </a:prstGeom>
          <a:noFill/>
        </p:spPr>
        <p:txBody>
          <a:bodyPr wrap="square">
            <a:spAutoFit/>
          </a:bodyPr>
          <a:lstStyle/>
          <a:p>
            <a:pPr>
              <a:lnSpc>
                <a:spcPct val="150000"/>
              </a:lnSpc>
            </a:pPr>
            <a:r>
              <a:rPr lang="en-US" sz="1800">
                <a:latin typeface="Arial" panose="020B0604020202020204" pitchFamily="34" charset="0"/>
                <a:cs typeface="Arial" panose="020B0604020202020204" pitchFamily="34" charset="0"/>
              </a:rPr>
              <a:t>Other potential E&amp;O policyholders include, for example, real estate brokers, Insurance agents, home inspectors, appraisers, and website developers</a:t>
            </a:r>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7058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3884D2-4390-0D54-F2E8-90AB7AD5910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3" name="TextBox 2">
            <a:extLst>
              <a:ext uri="{FF2B5EF4-FFF2-40B4-BE49-F238E27FC236}">
                <a16:creationId xmlns:a16="http://schemas.microsoft.com/office/drawing/2014/main" id="{34501666-A678-25DE-D5B9-05F43ED623C2}"/>
              </a:ext>
            </a:extLst>
          </p:cNvPr>
          <p:cNvSpPr txBox="1"/>
          <p:nvPr/>
        </p:nvSpPr>
        <p:spPr>
          <a:xfrm>
            <a:off x="228600" y="1076243"/>
            <a:ext cx="8686800" cy="3266985"/>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 errors or omissions in professional services provided to clients.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 negligence or breach of duty.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 misrepresentation or misleading statements.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 infringement of intellectual property rights.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 defamation or libel.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 legal defense costs, court costs, and settlements or judgments awarded to the claimants  </a:t>
            </a:r>
          </a:p>
        </p:txBody>
      </p:sp>
      <p:sp>
        <p:nvSpPr>
          <p:cNvPr id="5" name="TextBox 4">
            <a:extLst>
              <a:ext uri="{FF2B5EF4-FFF2-40B4-BE49-F238E27FC236}">
                <a16:creationId xmlns:a16="http://schemas.microsoft.com/office/drawing/2014/main" id="{0456397E-B22F-E525-B940-81436480ABB2}"/>
              </a:ext>
            </a:extLst>
          </p:cNvPr>
          <p:cNvSpPr txBox="1"/>
          <p:nvPr/>
        </p:nvSpPr>
        <p:spPr>
          <a:xfrm>
            <a:off x="609600" y="306534"/>
            <a:ext cx="3200400" cy="523220"/>
          </a:xfrm>
          <a:prstGeom prst="rect">
            <a:avLst/>
          </a:prstGeom>
          <a:noFill/>
        </p:spPr>
        <p:txBody>
          <a:bodyPr wrap="square" rtlCol="0">
            <a:spAutoFit/>
          </a:bodyPr>
          <a:lstStyle/>
          <a:p>
            <a:r>
              <a:rPr lang="en-IN" sz="2800"/>
              <a:t>Coverages</a:t>
            </a:r>
          </a:p>
        </p:txBody>
      </p:sp>
      <p:pic>
        <p:nvPicPr>
          <p:cNvPr id="2" name="Picture 1">
            <a:extLst>
              <a:ext uri="{FF2B5EF4-FFF2-40B4-BE49-F238E27FC236}">
                <a16:creationId xmlns:a16="http://schemas.microsoft.com/office/drawing/2014/main" id="{05A32479-4A4A-4438-B26D-5A5448E6EE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1389" y="4491682"/>
            <a:ext cx="9304421" cy="2209800"/>
          </a:xfrm>
          <a:prstGeom prst="rect">
            <a:avLst/>
          </a:prstGeom>
        </p:spPr>
      </p:pic>
    </p:spTree>
    <p:extLst>
      <p:ext uri="{BB962C8B-B14F-4D97-AF65-F5344CB8AC3E}">
        <p14:creationId xmlns:p14="http://schemas.microsoft.com/office/powerpoint/2010/main" val="605510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26C85B-0CA5-25E2-B289-9567543745AA}"/>
              </a:ext>
            </a:extLst>
          </p:cNvPr>
          <p:cNvSpPr txBox="1"/>
          <p:nvPr/>
        </p:nvSpPr>
        <p:spPr>
          <a:xfrm>
            <a:off x="914400" y="2179637"/>
            <a:ext cx="8347434" cy="1938992"/>
          </a:xfrm>
          <a:prstGeom prst="rect">
            <a:avLst/>
          </a:prstGeom>
          <a:noFill/>
        </p:spPr>
        <p:txBody>
          <a:bodyPr wrap="square">
            <a:spAutoFit/>
          </a:bodyPr>
          <a:lstStyle/>
          <a:p>
            <a:pPr marL="285750" indent="-285750" rtl="0">
              <a:buFont typeface="Arial" panose="020B0604020202020204" pitchFamily="34" charset="0"/>
              <a:buChar char="•"/>
            </a:pPr>
            <a:r>
              <a:rPr lang="en-US" sz="2000">
                <a:effectLst/>
              </a:rPr>
              <a:t>Intentional wrongdoing</a:t>
            </a:r>
          </a:p>
          <a:p>
            <a:pPr marL="285750" indent="-285750" rtl="0">
              <a:buFont typeface="Arial" panose="020B0604020202020204" pitchFamily="34" charset="0"/>
              <a:buChar char="•"/>
            </a:pPr>
            <a:r>
              <a:rPr lang="en-US" sz="2000">
                <a:effectLst/>
              </a:rPr>
              <a:t>Criminal acts</a:t>
            </a:r>
          </a:p>
          <a:p>
            <a:pPr marL="285750" indent="-285750" rtl="0">
              <a:buFont typeface="Arial" panose="020B0604020202020204" pitchFamily="34" charset="0"/>
              <a:buChar char="•"/>
            </a:pPr>
            <a:r>
              <a:rPr lang="en-US" sz="2000">
                <a:effectLst/>
              </a:rPr>
              <a:t>Contractual disputes </a:t>
            </a:r>
          </a:p>
          <a:p>
            <a:pPr marL="285750" indent="-285750" rtl="0">
              <a:buFont typeface="Arial" panose="020B0604020202020204" pitchFamily="34" charset="0"/>
              <a:buChar char="•"/>
            </a:pPr>
            <a:r>
              <a:rPr lang="en-US" sz="2000">
                <a:effectLst/>
              </a:rPr>
              <a:t>Property damage</a:t>
            </a:r>
          </a:p>
          <a:p>
            <a:pPr marL="285750" indent="-285750" rtl="0">
              <a:buFont typeface="Arial" panose="020B0604020202020204" pitchFamily="34" charset="0"/>
              <a:buChar char="•"/>
            </a:pPr>
            <a:r>
              <a:rPr lang="en-US" sz="2000">
                <a:effectLst/>
              </a:rPr>
              <a:t>Prior knowledge</a:t>
            </a:r>
          </a:p>
          <a:p>
            <a:pPr marL="285750" indent="-285750" rtl="0">
              <a:buFont typeface="Arial" panose="020B0604020202020204" pitchFamily="34" charset="0"/>
              <a:buChar char="•"/>
            </a:pPr>
            <a:r>
              <a:rPr lang="en-US" sz="2000">
                <a:effectLst/>
              </a:rPr>
              <a:t>Punitive damages</a:t>
            </a:r>
          </a:p>
        </p:txBody>
      </p:sp>
      <p:pic>
        <p:nvPicPr>
          <p:cNvPr id="4" name="Picture 3">
            <a:extLst>
              <a:ext uri="{FF2B5EF4-FFF2-40B4-BE49-F238E27FC236}">
                <a16:creationId xmlns:a16="http://schemas.microsoft.com/office/drawing/2014/main" id="{ED3191D7-9F97-A508-8F28-6CC756B6AA8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5" name="TextBox 4">
            <a:extLst>
              <a:ext uri="{FF2B5EF4-FFF2-40B4-BE49-F238E27FC236}">
                <a16:creationId xmlns:a16="http://schemas.microsoft.com/office/drawing/2014/main" id="{DC35DF76-1C44-485A-652B-4979042D9951}"/>
              </a:ext>
            </a:extLst>
          </p:cNvPr>
          <p:cNvSpPr txBox="1"/>
          <p:nvPr/>
        </p:nvSpPr>
        <p:spPr>
          <a:xfrm>
            <a:off x="228600" y="198437"/>
            <a:ext cx="4114800" cy="523220"/>
          </a:xfrm>
          <a:prstGeom prst="rect">
            <a:avLst/>
          </a:prstGeom>
          <a:noFill/>
        </p:spPr>
        <p:txBody>
          <a:bodyPr wrap="square" rtlCol="0">
            <a:spAutoFit/>
          </a:bodyPr>
          <a:lstStyle/>
          <a:p>
            <a:r>
              <a:rPr lang="en-IN" sz="2800"/>
              <a:t>Exclusions</a:t>
            </a:r>
          </a:p>
        </p:txBody>
      </p:sp>
    </p:spTree>
    <p:extLst>
      <p:ext uri="{BB962C8B-B14F-4D97-AF65-F5344CB8AC3E}">
        <p14:creationId xmlns:p14="http://schemas.microsoft.com/office/powerpoint/2010/main" val="1405318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BAD45-B779-41CE-A42D-A314F43B606D}"/>
              </a:ext>
            </a:extLst>
          </p:cNvPr>
          <p:cNvSpPr txBox="1"/>
          <p:nvPr/>
        </p:nvSpPr>
        <p:spPr>
          <a:xfrm>
            <a:off x="3048000" y="2320773"/>
            <a:ext cx="7696200" cy="1698927"/>
          </a:xfrm>
          <a:prstGeom prst="rect">
            <a:avLst/>
          </a:prstGeom>
          <a:solidFill>
            <a:schemeClr val="accent3">
              <a:lumMod val="20000"/>
              <a:lumOff val="80000"/>
            </a:schemeClr>
          </a:solidFill>
          <a:ln>
            <a:solidFill>
              <a:srgbClr val="0000FF"/>
            </a:solidFill>
          </a:ln>
          <a:scene3d>
            <a:camera prst="orthographicFront"/>
            <a:lightRig rig="threePt" dir="t"/>
          </a:scene3d>
          <a:sp3d>
            <a:bevelT w="139700" h="139700" prst="divot"/>
          </a:sp3d>
        </p:spPr>
        <p:txBody>
          <a:bodyPr wrap="square">
            <a:spAutoFit/>
          </a:bodyPr>
          <a:lstStyle/>
          <a:p>
            <a:pPr>
              <a:spcBef>
                <a:spcPct val="20000"/>
              </a:spcBef>
              <a:buClr>
                <a:schemeClr val="tx1"/>
              </a:buClr>
              <a:defRPr/>
            </a:pPr>
            <a:endParaRPr lang="en-US" sz="1800">
              <a:solidFill>
                <a:srgbClr val="000000"/>
              </a:solidFill>
              <a:latin typeface="Segoe UI Light" panose="020B0502040204020203" pitchFamily="34" charset="0"/>
            </a:endParaRPr>
          </a:p>
          <a:p>
            <a:pPr>
              <a:spcBef>
                <a:spcPct val="20000"/>
              </a:spcBef>
              <a:buClr>
                <a:schemeClr val="tx1"/>
              </a:buClr>
              <a:defRPr/>
            </a:pPr>
            <a:r>
              <a:rPr lang="en-US">
                <a:latin typeface="Roboto" panose="02000000000000000000" pitchFamily="2" charset="0"/>
              </a:rPr>
              <a:t>Topic: </a:t>
            </a:r>
            <a:r>
              <a:rPr lang="en-US" sz="1800">
                <a:latin typeface="Segoe UI Light" panose="020B0502040204020203" pitchFamily="34" charset="0"/>
                <a:hlinkClick r:id="rId2"/>
              </a:rPr>
              <a:t>https://youtu.be/XpxqhPyzpwY</a:t>
            </a:r>
            <a:endParaRPr lang="en-US" sz="1800">
              <a:latin typeface="Segoe UI Light" panose="020B0502040204020203" pitchFamily="34" charset="0"/>
            </a:endParaRPr>
          </a:p>
          <a:p>
            <a:pPr>
              <a:spcBef>
                <a:spcPct val="20000"/>
              </a:spcBef>
              <a:buClr>
                <a:schemeClr val="tx1"/>
              </a:buClr>
              <a:defRPr/>
            </a:pPr>
            <a:r>
              <a:rPr lang="en-US">
                <a:latin typeface="Segoe UI Light" panose="020B0502040204020203" pitchFamily="34" charset="0"/>
              </a:rPr>
              <a:t>Topic: </a:t>
            </a:r>
            <a:r>
              <a:rPr lang="en-US">
                <a:latin typeface="Segoe UI Light" panose="020B0502040204020203" pitchFamily="34" charset="0"/>
                <a:hlinkClick r:id="rId3"/>
              </a:rPr>
              <a:t>https://youtu.be/i7dYRX-iNc4</a:t>
            </a:r>
            <a:endParaRPr lang="en-US">
              <a:latin typeface="Segoe UI Light" panose="020B0502040204020203" pitchFamily="34" charset="0"/>
            </a:endParaRPr>
          </a:p>
          <a:p>
            <a:pPr>
              <a:spcBef>
                <a:spcPct val="20000"/>
              </a:spcBef>
              <a:buClr>
                <a:schemeClr val="tx1"/>
              </a:buClr>
              <a:defRPr/>
            </a:pPr>
            <a:r>
              <a:rPr lang="en-US" sz="1800">
                <a:latin typeface="Segoe UI Light" panose="020B0502040204020203" pitchFamily="34" charset="0"/>
              </a:rPr>
              <a:t>Topic: Video Link</a:t>
            </a:r>
          </a:p>
          <a:p>
            <a:pPr>
              <a:spcBef>
                <a:spcPct val="20000"/>
              </a:spcBef>
              <a:buClr>
                <a:schemeClr val="tx1"/>
              </a:buClr>
              <a:defRPr/>
            </a:pPr>
            <a:r>
              <a:rPr lang="en-US">
                <a:latin typeface="Segoe UI Light" panose="020B0502040204020203" pitchFamily="34" charset="0"/>
              </a:rPr>
              <a:t>Topic: Video Link</a:t>
            </a:r>
            <a:endParaRPr lang="en-US" sz="1800">
              <a:latin typeface="Segoe UI Light" panose="020B0502040204020203" pitchFamily="34" charset="0"/>
            </a:endParaRPr>
          </a:p>
        </p:txBody>
      </p:sp>
      <p:pic>
        <p:nvPicPr>
          <p:cNvPr id="5" name="Picture 4">
            <a:extLst>
              <a:ext uri="{FF2B5EF4-FFF2-40B4-BE49-F238E27FC236}">
                <a16:creationId xmlns:a16="http://schemas.microsoft.com/office/drawing/2014/main" id="{0257BA28-B7E3-48B9-84B5-FC9EC4CC57B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808037"/>
            <a:ext cx="9935818" cy="268206"/>
          </a:xfrm>
          <a:prstGeom prst="rect">
            <a:avLst/>
          </a:prstGeom>
        </p:spPr>
      </p:pic>
      <p:sp>
        <p:nvSpPr>
          <p:cNvPr id="6" name="Callout: Right Arrow 5">
            <a:extLst>
              <a:ext uri="{FF2B5EF4-FFF2-40B4-BE49-F238E27FC236}">
                <a16:creationId xmlns:a16="http://schemas.microsoft.com/office/drawing/2014/main" id="{971C9511-D4A5-47B9-B1D0-48AD5EA0EAA9}"/>
              </a:ext>
            </a:extLst>
          </p:cNvPr>
          <p:cNvSpPr/>
          <p:nvPr/>
        </p:nvSpPr>
        <p:spPr>
          <a:xfrm>
            <a:off x="838200" y="2027236"/>
            <a:ext cx="1790700" cy="2286000"/>
          </a:xfrm>
          <a:prstGeom prst="rightArrowCallout">
            <a:avLst/>
          </a:prstGeom>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Visit without fail</a:t>
            </a:r>
            <a:endParaRPr lang="en-IN" sz="2000"/>
          </a:p>
        </p:txBody>
      </p:sp>
      <p:sp>
        <p:nvSpPr>
          <p:cNvPr id="7" name="TextBox 6">
            <a:extLst>
              <a:ext uri="{FF2B5EF4-FFF2-40B4-BE49-F238E27FC236}">
                <a16:creationId xmlns:a16="http://schemas.microsoft.com/office/drawing/2014/main" id="{85BBE90D-C6F8-4C70-8495-C4B1EEF932B7}"/>
              </a:ext>
            </a:extLst>
          </p:cNvPr>
          <p:cNvSpPr txBox="1"/>
          <p:nvPr/>
        </p:nvSpPr>
        <p:spPr>
          <a:xfrm>
            <a:off x="-24063" y="231818"/>
            <a:ext cx="12329160" cy="844425"/>
          </a:xfrm>
          <a:prstGeom prst="rect">
            <a:avLst/>
          </a:prstGeom>
          <a:noFill/>
          <a:ln w="9525">
            <a:noFill/>
            <a:miter lim="800000"/>
            <a:headEnd/>
            <a:tailEnd/>
          </a:ln>
        </p:spPr>
        <p:txBody>
          <a:bodyPr vert="horz" wrap="square" lIns="110249" tIns="110249" rIns="110249" bIns="110249"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500">
                <a:solidFill>
                  <a:schemeClr val="tx1"/>
                </a:solidFill>
                <a:latin typeface="Segoe UI Semibold" panose="020B0702040204020203" pitchFamily="34" charset="0"/>
                <a:cs typeface="BrowalliaUPC" panose="020B0604020202020204" pitchFamily="34" charset="-34"/>
              </a:rPr>
              <a:t>Do Watch…</a:t>
            </a:r>
          </a:p>
        </p:txBody>
      </p:sp>
    </p:spTree>
    <p:extLst>
      <p:ext uri="{BB962C8B-B14F-4D97-AF65-F5344CB8AC3E}">
        <p14:creationId xmlns:p14="http://schemas.microsoft.com/office/powerpoint/2010/main" val="3978384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Template 2016" id="{90BAF895-86B6-4C60-9208-C4F858343066}" vid="{7154B3E6-577F-4162-B9F9-6A81BF94E4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Document" ma:contentTypeID="0x010100A9C68CA7C7CB9747850736716ABD16DF00BE1DFF25D8869449A28818D1AF9444E1" ma:contentTypeVersion="21" ma:contentTypeDescription="" ma:contentTypeScope="" ma:versionID="baf1461cfb308eef15c4ebba4c21e5c2">
  <xsd:schema xmlns:xsd="http://www.w3.org/2001/XMLSchema" xmlns:xs="http://www.w3.org/2001/XMLSchema" xmlns:p="http://schemas.microsoft.com/office/2006/metadata/properties" xmlns:ns2="09339d3a-aaa0-497d-ae73-d8a5832d420d" xmlns:ns3="1b0447fd-b4de-47d5-99cd-696b41a805aa" xmlns:ns4="54644d9b-790a-4fc8-9e5d-73cde5ed7352" targetNamespace="http://schemas.microsoft.com/office/2006/metadata/properties" ma:root="true" ma:fieldsID="784142dde4d3225154bf345b3c25ab1a" ns2:_="" ns3:_="" ns4:_="">
    <xsd:import namespace="09339d3a-aaa0-497d-ae73-d8a5832d420d"/>
    <xsd:import namespace="1b0447fd-b4de-47d5-99cd-696b41a805aa"/>
    <xsd:import namespace="54644d9b-790a-4fc8-9e5d-73cde5ed7352"/>
    <xsd:element name="properties">
      <xsd:complexType>
        <xsd:sequence>
          <xsd:element name="documentManagement">
            <xsd:complexType>
              <xsd:all>
                <xsd:element ref="ns2:Classification"/>
                <xsd:element ref="ns2:Departments"/>
                <xsd:element ref="ns2:SubCategory"/>
                <xsd:element ref="ns2:Tags"/>
                <xsd:element ref="ns2:Contributors"/>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GenerationTime" minOccurs="0"/>
                <xsd:element ref="ns3:MediaServiceEventHashCode"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Departments" ma:index="9"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0" ma:displayName="SubCategory" ma:format="Dropdown" ma:internalName="SubCategory">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1" ma:displayName="Tags" ma:internalName="Tags">
      <xsd:simpleType>
        <xsd:restriction base="dms:Text">
          <xsd:maxLength value="255"/>
        </xsd:restriction>
      </xsd:simpleType>
    </xsd:element>
    <xsd:element name="Contributors" ma:index="12"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b0447fd-b4de-47d5-99cd-696b41a805aa" elementFormDefault="qualified">
    <xsd:import namespace="http://schemas.microsoft.com/office/2006/documentManagement/types"/>
    <xsd:import namespace="http://schemas.microsoft.com/office/infopath/2007/PartnerControls"/>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644d9b-790a-4fc8-9e5d-73cde5ed73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Learning</SubCategory>
    <Tags xmlns="09339d3a-aaa0-497d-ae73-d8a5832d420d"/>
    <Contributors xmlns="09339d3a-aaa0-497d-ae73-d8a5832d420d">
      <UserInfo>
        <DisplayName>Alok Bharati</DisplayName>
        <AccountId>26</AccountId>
        <AccountType/>
      </UserInfo>
    </Contributors>
  </documentManagement>
</p:properties>
</file>

<file path=customXml/item4.xml><?xml version="1.0" encoding="utf-8"?>
<?mso-contentType ?>
<SharedContentType xmlns="Microsoft.SharePoint.Taxonomy.ContentTypeSync" SourceId="41087d73-5bfe-4c6e-a130-3d602495565a" ContentTypeId="0x010100A9C68CA7C7CB9747850736716ABD16DF" PreviousValue="false"/>
</file>

<file path=customXml/itemProps1.xml><?xml version="1.0" encoding="utf-8"?>
<ds:datastoreItem xmlns:ds="http://schemas.openxmlformats.org/officeDocument/2006/customXml" ds:itemID="{1B49B073-F338-429B-803D-10FB08949B41}"/>
</file>

<file path=customXml/itemProps2.xml><?xml version="1.0" encoding="utf-8"?>
<ds:datastoreItem xmlns:ds="http://schemas.openxmlformats.org/officeDocument/2006/customXml" ds:itemID="{09B5BC2E-B906-4F8F-8499-A4D09FBAAD0E}">
  <ds:schemaRefs>
    <ds:schemaRef ds:uri="http://schemas.microsoft.com/sharepoint/v3/contenttype/forms"/>
  </ds:schemaRefs>
</ds:datastoreItem>
</file>

<file path=customXml/itemProps3.xml><?xml version="1.0" encoding="utf-8"?>
<ds:datastoreItem xmlns:ds="http://schemas.openxmlformats.org/officeDocument/2006/customXml" ds:itemID="{DA88AF0D-9D36-4C3D-8F45-6FFB44E98B9E}">
  <ds:schemaRefs>
    <ds:schemaRef ds:uri="43e52205-0dbe-4b45-b00b-3f8fb696f40e"/>
    <ds:schemaRef ds:uri="a6fc07c0-a8d0-41b2-8fec-c94ac3ec6f6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A588E6AC-C795-4CE8-A450-81241AB2ED31}"/>
</file>

<file path=docMetadata/LabelInfo.xml><?xml version="1.0" encoding="utf-8"?>
<clbl:labelList xmlns:clbl="http://schemas.microsoft.com/office/2020/mipLabelMetadata">
  <clbl:label id="{13085c86-4bcb-460a-a6f0-b373421c6323}" enabled="0" method="" siteId="{13085c86-4bcb-460a-a6f0-b373421c6323}" removed="1"/>
</clbl:labelList>
</file>

<file path=docProps/app.xml><?xml version="1.0" encoding="utf-8"?>
<Properties xmlns="http://schemas.openxmlformats.org/officeDocument/2006/extended-properties" xmlns:vt="http://schemas.openxmlformats.org/officeDocument/2006/docPropsVTypes">
  <Template>PowerPoint Template 2016</Template>
  <Application>Microsoft Office PowerPoint</Application>
  <PresentationFormat>Custom</PresentationFormat>
  <Slides>8</Slides>
  <Notes>2</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Anupam Baruah</dc:creator>
  <cp:revision>1</cp:revision>
  <cp:lastPrinted>2013-08-22T15:28:58Z</cp:lastPrinted>
  <dcterms:created xsi:type="dcterms:W3CDTF">2016-04-01T14:10:13Z</dcterms:created>
  <dcterms:modified xsi:type="dcterms:W3CDTF">2023-09-26T09:33:35Z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0x010100A9C68CA7C7CB9747850736716ABD16DF00BE1DFF25D8869449A28818D1AF9444E1</vt:lpwstr>
  </property>
</Properties>
</file>