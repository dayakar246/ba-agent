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1164" r:id="rId5"/>
    <p:sldId id="1204" r:id="rId6"/>
    <p:sldId id="1205" r:id="rId7"/>
    <p:sldId id="1208" r:id="rId8"/>
    <p:sldId id="1207" r:id="rId9"/>
    <p:sldId id="1206" r:id="rId10"/>
    <p:sldId id="1166" r:id="rId11"/>
  </p:sldIdLst>
  <p:sldSz cx="12344400" cy="6950075"/>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551246" algn="l" rtl="0" fontAlgn="base">
      <a:spcBef>
        <a:spcPct val="0"/>
      </a:spcBef>
      <a:spcAft>
        <a:spcPct val="0"/>
      </a:spcAft>
      <a:defRPr kern="1200">
        <a:solidFill>
          <a:schemeClr val="tx1"/>
        </a:solidFill>
        <a:latin typeface="Arial" charset="0"/>
        <a:ea typeface="+mn-ea"/>
        <a:cs typeface="Arial" charset="0"/>
      </a:defRPr>
    </a:lvl2pPr>
    <a:lvl3pPr marL="1102492" algn="l" rtl="0" fontAlgn="base">
      <a:spcBef>
        <a:spcPct val="0"/>
      </a:spcBef>
      <a:spcAft>
        <a:spcPct val="0"/>
      </a:spcAft>
      <a:defRPr kern="1200">
        <a:solidFill>
          <a:schemeClr val="tx1"/>
        </a:solidFill>
        <a:latin typeface="Arial" charset="0"/>
        <a:ea typeface="+mn-ea"/>
        <a:cs typeface="Arial" charset="0"/>
      </a:defRPr>
    </a:lvl3pPr>
    <a:lvl4pPr marL="1653738" algn="l" rtl="0" fontAlgn="base">
      <a:spcBef>
        <a:spcPct val="0"/>
      </a:spcBef>
      <a:spcAft>
        <a:spcPct val="0"/>
      </a:spcAft>
      <a:defRPr kern="1200">
        <a:solidFill>
          <a:schemeClr val="tx1"/>
        </a:solidFill>
        <a:latin typeface="Arial" charset="0"/>
        <a:ea typeface="+mn-ea"/>
        <a:cs typeface="Arial" charset="0"/>
      </a:defRPr>
    </a:lvl4pPr>
    <a:lvl5pPr marL="2204984" algn="l" rtl="0" fontAlgn="base">
      <a:spcBef>
        <a:spcPct val="0"/>
      </a:spcBef>
      <a:spcAft>
        <a:spcPct val="0"/>
      </a:spcAft>
      <a:defRPr kern="1200">
        <a:solidFill>
          <a:schemeClr val="tx1"/>
        </a:solidFill>
        <a:latin typeface="Arial" charset="0"/>
        <a:ea typeface="+mn-ea"/>
        <a:cs typeface="Arial" charset="0"/>
      </a:defRPr>
    </a:lvl5pPr>
    <a:lvl6pPr marL="2756230" algn="l" defTabSz="1102492" rtl="0" eaLnBrk="1" latinLnBrk="0" hangingPunct="1">
      <a:defRPr kern="1200">
        <a:solidFill>
          <a:schemeClr val="tx1"/>
        </a:solidFill>
        <a:latin typeface="Arial" charset="0"/>
        <a:ea typeface="+mn-ea"/>
        <a:cs typeface="Arial" charset="0"/>
      </a:defRPr>
    </a:lvl6pPr>
    <a:lvl7pPr marL="3307476" algn="l" defTabSz="1102492" rtl="0" eaLnBrk="1" latinLnBrk="0" hangingPunct="1">
      <a:defRPr kern="1200">
        <a:solidFill>
          <a:schemeClr val="tx1"/>
        </a:solidFill>
        <a:latin typeface="Arial" charset="0"/>
        <a:ea typeface="+mn-ea"/>
        <a:cs typeface="Arial" charset="0"/>
      </a:defRPr>
    </a:lvl7pPr>
    <a:lvl8pPr marL="3858722" algn="l" defTabSz="1102492" rtl="0" eaLnBrk="1" latinLnBrk="0" hangingPunct="1">
      <a:defRPr kern="1200">
        <a:solidFill>
          <a:schemeClr val="tx1"/>
        </a:solidFill>
        <a:latin typeface="Arial" charset="0"/>
        <a:ea typeface="+mn-ea"/>
        <a:cs typeface="Arial" charset="0"/>
      </a:defRPr>
    </a:lvl8pPr>
    <a:lvl9pPr marL="4409968" algn="l" defTabSz="1102492"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189">
          <p15:clr>
            <a:srgbClr val="A4A3A4"/>
          </p15:clr>
        </p15:guide>
        <p15:guide id="4" pos="3888">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D9FA"/>
    <a:srgbClr val="F9E9D7"/>
    <a:srgbClr val="D55819"/>
    <a:srgbClr val="E66A2E"/>
    <a:srgbClr val="EC9939"/>
    <a:srgbClr val="31859C"/>
    <a:srgbClr val="0070C0"/>
    <a:srgbClr val="E69922"/>
    <a:srgbClr val="128E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CE80E5-3925-428A-885B-CBE1F5E435D7}" v="447" dt="2024-08-15T19:17:15.918"/>
    <p1510:client id="{DE5CB725-05A1-470D-901C-B926D4AE7B33}" v="6" dt="2024-08-15T15:34:47.724"/>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46724" autoAdjust="0"/>
  </p:normalViewPr>
  <p:slideViewPr>
    <p:cSldViewPr>
      <p:cViewPr varScale="1">
        <p:scale>
          <a:sx n="62" d="100"/>
          <a:sy n="62" d="100"/>
        </p:scale>
        <p:origin x="800" y="28"/>
      </p:cViewPr>
      <p:guideLst>
        <p:guide orient="horz" pos="2160"/>
        <p:guide pos="2880"/>
        <p:guide orient="horz" pos="2189"/>
        <p:guide pos="3888"/>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2880"/>
    </p:cViewPr>
  </p:sorterViewPr>
  <p:notesViewPr>
    <p:cSldViewPr>
      <p:cViewPr>
        <p:scale>
          <a:sx n="80" d="100"/>
          <a:sy n="80" d="100"/>
        </p:scale>
        <p:origin x="-2982" y="21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openxmlformats.org/officeDocument/2006/relationships/customXml" Target="../customXml/item4.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ma Goud Jakkula" userId="d691bd35-b18f-4a61-9e13-71152b17d585" providerId="ADAL" clId="{44CE80E5-3925-428A-885B-CBE1F5E435D7}"/>
    <pc:docChg chg="undo custSel addSld delSld modSld sldOrd modMainMaster">
      <pc:chgData name="Nishma Goud Jakkula" userId="d691bd35-b18f-4a61-9e13-71152b17d585" providerId="ADAL" clId="{44CE80E5-3925-428A-885B-CBE1F5E435D7}" dt="2024-08-15T19:17:15.918" v="942"/>
      <pc:docMkLst>
        <pc:docMk/>
      </pc:docMkLst>
      <pc:sldChg chg="addSp modSp mod modTransition">
        <pc:chgData name="Nishma Goud Jakkula" userId="d691bd35-b18f-4a61-9e13-71152b17d585" providerId="ADAL" clId="{44CE80E5-3925-428A-885B-CBE1F5E435D7}" dt="2024-08-15T19:17:15.918" v="942"/>
        <pc:sldMkLst>
          <pc:docMk/>
          <pc:sldMk cId="4184502898" sldId="1164"/>
        </pc:sldMkLst>
        <pc:spChg chg="mod">
          <ac:chgData name="Nishma Goud Jakkula" userId="d691bd35-b18f-4a61-9e13-71152b17d585" providerId="ADAL" clId="{44CE80E5-3925-428A-885B-CBE1F5E435D7}" dt="2024-08-15T10:13:44.655" v="18" actId="14100"/>
          <ac:spMkLst>
            <pc:docMk/>
            <pc:sldMk cId="4184502898" sldId="1164"/>
            <ac:spMk id="16" creationId="{00000000-0000-0000-0000-000000000000}"/>
          </ac:spMkLst>
        </pc:spChg>
        <pc:picChg chg="add mod">
          <ac:chgData name="Nishma Goud Jakkula" userId="d691bd35-b18f-4a61-9e13-71152b17d585" providerId="ADAL" clId="{44CE80E5-3925-428A-885B-CBE1F5E435D7}" dt="2024-08-15T10:12:03.626" v="7"/>
          <ac:picMkLst>
            <pc:docMk/>
            <pc:sldMk cId="4184502898" sldId="1164"/>
            <ac:picMk id="2" creationId="{3B085C6E-B017-9500-2BDD-3FEB4E8EB1F5}"/>
          </ac:picMkLst>
        </pc:picChg>
        <pc:picChg chg="mod">
          <ac:chgData name="Nishma Goud Jakkula" userId="d691bd35-b18f-4a61-9e13-71152b17d585" providerId="ADAL" clId="{44CE80E5-3925-428A-885B-CBE1F5E435D7}" dt="2024-08-15T16:57:34.983" v="408" actId="1076"/>
          <ac:picMkLst>
            <pc:docMk/>
            <pc:sldMk cId="4184502898" sldId="1164"/>
            <ac:picMk id="7" creationId="{00000000-0000-0000-0000-000000000000}"/>
          </ac:picMkLst>
        </pc:picChg>
        <pc:picChg chg="add mod">
          <ac:chgData name="Nishma Goud Jakkula" userId="d691bd35-b18f-4a61-9e13-71152b17d585" providerId="ADAL" clId="{44CE80E5-3925-428A-885B-CBE1F5E435D7}" dt="2024-08-15T16:57:34.983" v="408" actId="1076"/>
          <ac:picMkLst>
            <pc:docMk/>
            <pc:sldMk cId="4184502898" sldId="1164"/>
            <ac:picMk id="5122" creationId="{076B231A-2854-FCC8-78AB-6DA9FA382A98}"/>
          </ac:picMkLst>
        </pc:picChg>
      </pc:sldChg>
      <pc:sldChg chg="addSp delSp modSp mod modTransition">
        <pc:chgData name="Nishma Goud Jakkula" userId="d691bd35-b18f-4a61-9e13-71152b17d585" providerId="ADAL" clId="{44CE80E5-3925-428A-885B-CBE1F5E435D7}" dt="2024-08-15T19:17:15.918" v="942"/>
        <pc:sldMkLst>
          <pc:docMk/>
          <pc:sldMk cId="3978384426" sldId="1166"/>
        </pc:sldMkLst>
        <pc:spChg chg="mod">
          <ac:chgData name="Nishma Goud Jakkula" userId="d691bd35-b18f-4a61-9e13-71152b17d585" providerId="ADAL" clId="{44CE80E5-3925-428A-885B-CBE1F5E435D7}" dt="2024-08-15T18:11:22.712" v="915" actId="14100"/>
          <ac:spMkLst>
            <pc:docMk/>
            <pc:sldMk cId="3978384426" sldId="1166"/>
            <ac:spMk id="3" creationId="{B0BBAD45-B779-41CE-A42D-A314F43B606D}"/>
          </ac:spMkLst>
        </pc:spChg>
        <pc:spChg chg="add del mod">
          <ac:chgData name="Nishma Goud Jakkula" userId="d691bd35-b18f-4a61-9e13-71152b17d585" providerId="ADAL" clId="{44CE80E5-3925-428A-885B-CBE1F5E435D7}" dt="2024-08-15T17:57:08.603" v="864" actId="21"/>
          <ac:spMkLst>
            <pc:docMk/>
            <pc:sldMk cId="3978384426" sldId="1166"/>
            <ac:spMk id="4" creationId="{C3499983-C1D9-F1A3-6CD3-77ECA3E07B73}"/>
          </ac:spMkLst>
        </pc:spChg>
        <pc:spChg chg="add del mod">
          <ac:chgData name="Nishma Goud Jakkula" userId="d691bd35-b18f-4a61-9e13-71152b17d585" providerId="ADAL" clId="{44CE80E5-3925-428A-885B-CBE1F5E435D7}" dt="2024-08-15T18:11:31.646" v="918"/>
          <ac:spMkLst>
            <pc:docMk/>
            <pc:sldMk cId="3978384426" sldId="1166"/>
            <ac:spMk id="9" creationId="{B6E9E51B-6EF8-9D34-C3C9-D94AC5C2A309}"/>
          </ac:spMkLst>
        </pc:spChg>
      </pc:sldChg>
      <pc:sldChg chg="del">
        <pc:chgData name="Nishma Goud Jakkula" userId="d691bd35-b18f-4a61-9e13-71152b17d585" providerId="ADAL" clId="{44CE80E5-3925-428A-885B-CBE1F5E435D7}" dt="2024-08-15T10:11:24.660" v="0" actId="2696"/>
        <pc:sldMkLst>
          <pc:docMk/>
          <pc:sldMk cId="522107481" sldId="1175"/>
        </pc:sldMkLst>
      </pc:sldChg>
      <pc:sldChg chg="addSp delSp modSp mod modTransition modNotesTx">
        <pc:chgData name="Nishma Goud Jakkula" userId="d691bd35-b18f-4a61-9e13-71152b17d585" providerId="ADAL" clId="{44CE80E5-3925-428A-885B-CBE1F5E435D7}" dt="2024-08-15T19:17:15.918" v="942"/>
        <pc:sldMkLst>
          <pc:docMk/>
          <pc:sldMk cId="3004284754" sldId="1204"/>
        </pc:sldMkLst>
        <pc:spChg chg="mod">
          <ac:chgData name="Nishma Goud Jakkula" userId="d691bd35-b18f-4a61-9e13-71152b17d585" providerId="ADAL" clId="{44CE80E5-3925-428A-885B-CBE1F5E435D7}" dt="2024-08-15T17:51:13.711" v="822"/>
          <ac:spMkLst>
            <pc:docMk/>
            <pc:sldMk cId="3004284754" sldId="1204"/>
            <ac:spMk id="4" creationId="{00000000-0000-0000-0000-000000000000}"/>
          </ac:spMkLst>
        </pc:spChg>
        <pc:spChg chg="add mod">
          <ac:chgData name="Nishma Goud Jakkula" userId="d691bd35-b18f-4a61-9e13-71152b17d585" providerId="ADAL" clId="{44CE80E5-3925-428A-885B-CBE1F5E435D7}" dt="2024-08-15T14:00:25.635" v="83" actId="2710"/>
          <ac:spMkLst>
            <pc:docMk/>
            <pc:sldMk cId="3004284754" sldId="1204"/>
            <ac:spMk id="5" creationId="{BBB05543-F87E-EA80-F4B9-B9DC74161CE6}"/>
          </ac:spMkLst>
        </pc:spChg>
        <pc:spChg chg="add mod">
          <ac:chgData name="Nishma Goud Jakkula" userId="d691bd35-b18f-4a61-9e13-71152b17d585" providerId="ADAL" clId="{44CE80E5-3925-428A-885B-CBE1F5E435D7}" dt="2024-08-15T14:01:18.796" v="89" actId="14100"/>
          <ac:spMkLst>
            <pc:docMk/>
            <pc:sldMk cId="3004284754" sldId="1204"/>
            <ac:spMk id="7" creationId="{DC0594F4-8D17-27CB-E50A-73D4141690C6}"/>
          </ac:spMkLst>
        </pc:spChg>
        <pc:spChg chg="add mod">
          <ac:chgData name="Nishma Goud Jakkula" userId="d691bd35-b18f-4a61-9e13-71152b17d585" providerId="ADAL" clId="{44CE80E5-3925-428A-885B-CBE1F5E435D7}" dt="2024-08-15T14:01:26.526" v="90" actId="14100"/>
          <ac:spMkLst>
            <pc:docMk/>
            <pc:sldMk cId="3004284754" sldId="1204"/>
            <ac:spMk id="9" creationId="{4A448BB9-F80D-D0EE-8E67-EC74AAB92C09}"/>
          </ac:spMkLst>
        </pc:spChg>
        <pc:picChg chg="add mod">
          <ac:chgData name="Nishma Goud Jakkula" userId="d691bd35-b18f-4a61-9e13-71152b17d585" providerId="ADAL" clId="{44CE80E5-3925-428A-885B-CBE1F5E435D7}" dt="2024-08-15T14:54:43.699" v="308" actId="1076"/>
          <ac:picMkLst>
            <pc:docMk/>
            <pc:sldMk cId="3004284754" sldId="1204"/>
            <ac:picMk id="10" creationId="{39F383E2-BCB6-EB05-03DF-098B4B9A53E6}"/>
          </ac:picMkLst>
        </pc:picChg>
        <pc:picChg chg="add del mod">
          <ac:chgData name="Nishma Goud Jakkula" userId="d691bd35-b18f-4a61-9e13-71152b17d585" providerId="ADAL" clId="{44CE80E5-3925-428A-885B-CBE1F5E435D7}" dt="2024-08-15T14:53:33.950" v="301" actId="478"/>
          <ac:picMkLst>
            <pc:docMk/>
            <pc:sldMk cId="3004284754" sldId="1204"/>
            <ac:picMk id="2050" creationId="{C7B209C5-EF21-1966-C896-DA9501B17554}"/>
          </ac:picMkLst>
        </pc:picChg>
      </pc:sldChg>
      <pc:sldChg chg="addSp delSp modSp mod modTransition modNotesTx">
        <pc:chgData name="Nishma Goud Jakkula" userId="d691bd35-b18f-4a61-9e13-71152b17d585" providerId="ADAL" clId="{44CE80E5-3925-428A-885B-CBE1F5E435D7}" dt="2024-08-15T19:17:15.918" v="942"/>
        <pc:sldMkLst>
          <pc:docMk/>
          <pc:sldMk cId="605510806" sldId="1205"/>
        </pc:sldMkLst>
        <pc:spChg chg="add mod">
          <ac:chgData name="Nishma Goud Jakkula" userId="d691bd35-b18f-4a61-9e13-71152b17d585" providerId="ADAL" clId="{44CE80E5-3925-428A-885B-CBE1F5E435D7}" dt="2024-08-15T14:46:52.846" v="247" actId="14100"/>
          <ac:spMkLst>
            <pc:docMk/>
            <pc:sldMk cId="605510806" sldId="1205"/>
            <ac:spMk id="3" creationId="{DFBB29EC-EE4E-34D4-2CA2-2ABC07B94784}"/>
          </ac:spMkLst>
        </pc:spChg>
        <pc:spChg chg="add mod">
          <ac:chgData name="Nishma Goud Jakkula" userId="d691bd35-b18f-4a61-9e13-71152b17d585" providerId="ADAL" clId="{44CE80E5-3925-428A-885B-CBE1F5E435D7}" dt="2024-08-15T10:34:53.401" v="57" actId="27636"/>
          <ac:spMkLst>
            <pc:docMk/>
            <pc:sldMk cId="605510806" sldId="1205"/>
            <ac:spMk id="5" creationId="{2678FB21-DF02-70AD-B79F-B0BD1C2E5AF2}"/>
          </ac:spMkLst>
        </pc:spChg>
        <pc:spChg chg="add del mod">
          <ac:chgData name="Nishma Goud Jakkula" userId="d691bd35-b18f-4a61-9e13-71152b17d585" providerId="ADAL" clId="{44CE80E5-3925-428A-885B-CBE1F5E435D7}" dt="2024-08-15T14:08:27.942" v="129"/>
          <ac:spMkLst>
            <pc:docMk/>
            <pc:sldMk cId="605510806" sldId="1205"/>
            <ac:spMk id="6" creationId="{9C0BA640-56FF-1B7A-7D84-D2C35098CAD8}"/>
          </ac:spMkLst>
        </pc:spChg>
        <pc:spChg chg="add del mod">
          <ac:chgData name="Nishma Goud Jakkula" userId="d691bd35-b18f-4a61-9e13-71152b17d585" providerId="ADAL" clId="{44CE80E5-3925-428A-885B-CBE1F5E435D7}" dt="2024-08-15T14:39:01.197" v="179"/>
          <ac:spMkLst>
            <pc:docMk/>
            <pc:sldMk cId="605510806" sldId="1205"/>
            <ac:spMk id="8" creationId="{CD9C72C5-4A51-602A-49D8-C7D6049B2207}"/>
          </ac:spMkLst>
        </pc:spChg>
        <pc:spChg chg="add mod">
          <ac:chgData name="Nishma Goud Jakkula" userId="d691bd35-b18f-4a61-9e13-71152b17d585" providerId="ADAL" clId="{44CE80E5-3925-428A-885B-CBE1F5E435D7}" dt="2024-08-15T14:32:08.648" v="154" actId="14100"/>
          <ac:spMkLst>
            <pc:docMk/>
            <pc:sldMk cId="605510806" sldId="1205"/>
            <ac:spMk id="9" creationId="{61B4CEF8-7742-F8D6-795D-C9E1072C4BA4}"/>
          </ac:spMkLst>
        </pc:spChg>
        <pc:spChg chg="add mod">
          <ac:chgData name="Nishma Goud Jakkula" userId="d691bd35-b18f-4a61-9e13-71152b17d585" providerId="ADAL" clId="{44CE80E5-3925-428A-885B-CBE1F5E435D7}" dt="2024-08-15T14:50:25.288" v="267" actId="14100"/>
          <ac:spMkLst>
            <pc:docMk/>
            <pc:sldMk cId="605510806" sldId="1205"/>
            <ac:spMk id="13" creationId="{62A55590-CB96-6F8D-4803-CB879B195E77}"/>
          </ac:spMkLst>
        </pc:spChg>
        <pc:spChg chg="add mod">
          <ac:chgData name="Nishma Goud Jakkula" userId="d691bd35-b18f-4a61-9e13-71152b17d585" providerId="ADAL" clId="{44CE80E5-3925-428A-885B-CBE1F5E435D7}" dt="2024-08-15T14:51:05.363" v="275" actId="14100"/>
          <ac:spMkLst>
            <pc:docMk/>
            <pc:sldMk cId="605510806" sldId="1205"/>
            <ac:spMk id="15" creationId="{C7B10361-B2DB-76C2-97BE-77EA54224693}"/>
          </ac:spMkLst>
        </pc:spChg>
        <pc:spChg chg="add mod">
          <ac:chgData name="Nishma Goud Jakkula" userId="d691bd35-b18f-4a61-9e13-71152b17d585" providerId="ADAL" clId="{44CE80E5-3925-428A-885B-CBE1F5E435D7}" dt="2024-08-15T14:52:25.409" v="293" actId="14100"/>
          <ac:spMkLst>
            <pc:docMk/>
            <pc:sldMk cId="605510806" sldId="1205"/>
            <ac:spMk id="17" creationId="{7C9FC316-1960-A676-9352-44918DC2A6C9}"/>
          </ac:spMkLst>
        </pc:spChg>
        <pc:spChg chg="add mod">
          <ac:chgData name="Nishma Goud Jakkula" userId="d691bd35-b18f-4a61-9e13-71152b17d585" providerId="ADAL" clId="{44CE80E5-3925-428A-885B-CBE1F5E435D7}" dt="2024-08-15T14:51:47.167" v="284" actId="20577"/>
          <ac:spMkLst>
            <pc:docMk/>
            <pc:sldMk cId="605510806" sldId="1205"/>
            <ac:spMk id="19" creationId="{28B67F52-8EEE-8F5F-5E97-2BBE883F6042}"/>
          </ac:spMkLst>
        </pc:spChg>
        <pc:picChg chg="add del mod">
          <ac:chgData name="Nishma Goud Jakkula" userId="d691bd35-b18f-4a61-9e13-71152b17d585" providerId="ADAL" clId="{44CE80E5-3925-428A-885B-CBE1F5E435D7}" dt="2024-08-15T14:43:38.104" v="227" actId="478"/>
          <ac:picMkLst>
            <pc:docMk/>
            <pc:sldMk cId="605510806" sldId="1205"/>
            <ac:picMk id="11" creationId="{5A2DD08F-66A3-5E5A-5B0E-1D1899BE750C}"/>
          </ac:picMkLst>
        </pc:picChg>
        <pc:picChg chg="add mod">
          <ac:chgData name="Nishma Goud Jakkula" userId="d691bd35-b18f-4a61-9e13-71152b17d585" providerId="ADAL" clId="{44CE80E5-3925-428A-885B-CBE1F5E435D7}" dt="2024-08-15T14:50:20.649" v="266" actId="1076"/>
          <ac:picMkLst>
            <pc:docMk/>
            <pc:sldMk cId="605510806" sldId="1205"/>
            <ac:picMk id="20" creationId="{D95E316C-DBC6-438E-622C-2C011115BCDE}"/>
          </ac:picMkLst>
        </pc:picChg>
        <pc:picChg chg="add mod">
          <ac:chgData name="Nishma Goud Jakkula" userId="d691bd35-b18f-4a61-9e13-71152b17d585" providerId="ADAL" clId="{44CE80E5-3925-428A-885B-CBE1F5E435D7}" dt="2024-08-15T14:51:08.900" v="276" actId="1076"/>
          <ac:picMkLst>
            <pc:docMk/>
            <pc:sldMk cId="605510806" sldId="1205"/>
            <ac:picMk id="21" creationId="{56A792EF-8D71-F8D7-45D7-FB83D82D2C50}"/>
          </ac:picMkLst>
        </pc:picChg>
        <pc:picChg chg="add mod">
          <ac:chgData name="Nishma Goud Jakkula" userId="d691bd35-b18f-4a61-9e13-71152b17d585" providerId="ADAL" clId="{44CE80E5-3925-428A-885B-CBE1F5E435D7}" dt="2024-08-15T14:51:15.579" v="277" actId="1076"/>
          <ac:picMkLst>
            <pc:docMk/>
            <pc:sldMk cId="605510806" sldId="1205"/>
            <ac:picMk id="22" creationId="{2AEB2DCA-9953-9098-3C45-72477308FDD4}"/>
          </ac:picMkLst>
        </pc:picChg>
        <pc:picChg chg="add mod">
          <ac:chgData name="Nishma Goud Jakkula" userId="d691bd35-b18f-4a61-9e13-71152b17d585" providerId="ADAL" clId="{44CE80E5-3925-428A-885B-CBE1F5E435D7}" dt="2024-08-15T14:52:18.699" v="292" actId="1076"/>
          <ac:picMkLst>
            <pc:docMk/>
            <pc:sldMk cId="605510806" sldId="1205"/>
            <ac:picMk id="23" creationId="{0104EA37-4E05-D59E-6984-C4FECA8BEDA9}"/>
          </ac:picMkLst>
        </pc:picChg>
        <pc:picChg chg="add del mod">
          <ac:chgData name="Nishma Goud Jakkula" userId="d691bd35-b18f-4a61-9e13-71152b17d585" providerId="ADAL" clId="{44CE80E5-3925-428A-885B-CBE1F5E435D7}" dt="2024-08-15T14:10:06.437" v="138" actId="478"/>
          <ac:picMkLst>
            <pc:docMk/>
            <pc:sldMk cId="605510806" sldId="1205"/>
            <ac:picMk id="1028" creationId="{68E60EAF-B7D2-34E0-761E-077056E19570}"/>
          </ac:picMkLst>
        </pc:picChg>
        <pc:picChg chg="add">
          <ac:chgData name="Nishma Goud Jakkula" userId="d691bd35-b18f-4a61-9e13-71152b17d585" providerId="ADAL" clId="{44CE80E5-3925-428A-885B-CBE1F5E435D7}" dt="2024-08-15T14:17:19.421" v="139"/>
          <ac:picMkLst>
            <pc:docMk/>
            <pc:sldMk cId="605510806" sldId="1205"/>
            <ac:picMk id="1030" creationId="{4A85B0F3-CCA9-AA04-0E8D-866F3444E533}"/>
          </ac:picMkLst>
        </pc:picChg>
      </pc:sldChg>
      <pc:sldChg chg="addSp modSp new mod modTransition modNotes modNotesTx">
        <pc:chgData name="Nishma Goud Jakkula" userId="d691bd35-b18f-4a61-9e13-71152b17d585" providerId="ADAL" clId="{44CE80E5-3925-428A-885B-CBE1F5E435D7}" dt="2024-08-15T19:17:15.918" v="942"/>
        <pc:sldMkLst>
          <pc:docMk/>
          <pc:sldMk cId="1370526104" sldId="1206"/>
        </pc:sldMkLst>
        <pc:spChg chg="add mod">
          <ac:chgData name="Nishma Goud Jakkula" userId="d691bd35-b18f-4a61-9e13-71152b17d585" providerId="ADAL" clId="{44CE80E5-3925-428A-885B-CBE1F5E435D7}" dt="2024-08-15T17:47:19.005" v="758" actId="12"/>
          <ac:spMkLst>
            <pc:docMk/>
            <pc:sldMk cId="1370526104" sldId="1206"/>
            <ac:spMk id="4" creationId="{0DAA2A8A-A7EB-B471-9626-9187709B68E4}"/>
          </ac:spMkLst>
        </pc:spChg>
        <pc:spChg chg="add mod">
          <ac:chgData name="Nishma Goud Jakkula" userId="d691bd35-b18f-4a61-9e13-71152b17d585" providerId="ADAL" clId="{44CE80E5-3925-428A-885B-CBE1F5E435D7}" dt="2024-08-15T17:47:34.894" v="764" actId="403"/>
          <ac:spMkLst>
            <pc:docMk/>
            <pc:sldMk cId="1370526104" sldId="1206"/>
            <ac:spMk id="6" creationId="{18234F87-F897-3D36-AEBC-146CAC0704C2}"/>
          </ac:spMkLst>
        </pc:spChg>
        <pc:picChg chg="add mod">
          <ac:chgData name="Nishma Goud Jakkula" userId="d691bd35-b18f-4a61-9e13-71152b17d585" providerId="ADAL" clId="{44CE80E5-3925-428A-885B-CBE1F5E435D7}" dt="2024-08-15T10:11:48.159" v="6"/>
          <ac:picMkLst>
            <pc:docMk/>
            <pc:sldMk cId="1370526104" sldId="1206"/>
            <ac:picMk id="2" creationId="{74D998B9-4C33-B486-BE78-9A8F1F7AE438}"/>
          </ac:picMkLst>
        </pc:picChg>
        <pc:picChg chg="add mod">
          <ac:chgData name="Nishma Goud Jakkula" userId="d691bd35-b18f-4a61-9e13-71152b17d585" providerId="ADAL" clId="{44CE80E5-3925-428A-885B-CBE1F5E435D7}" dt="2024-08-15T17:47:49.194" v="765" actId="1076"/>
          <ac:picMkLst>
            <pc:docMk/>
            <pc:sldMk cId="1370526104" sldId="1206"/>
            <ac:picMk id="6146" creationId="{61B1768F-C4C4-CE05-1CDA-09DDB059D713}"/>
          </ac:picMkLst>
        </pc:picChg>
      </pc:sldChg>
      <pc:sldChg chg="addSp modSp new mod modTransition modNotesTx">
        <pc:chgData name="Nishma Goud Jakkula" userId="d691bd35-b18f-4a61-9e13-71152b17d585" providerId="ADAL" clId="{44CE80E5-3925-428A-885B-CBE1F5E435D7}" dt="2024-08-15T19:17:15.918" v="942"/>
        <pc:sldMkLst>
          <pc:docMk/>
          <pc:sldMk cId="865278445" sldId="1207"/>
        </pc:sldMkLst>
        <pc:spChg chg="add mod">
          <ac:chgData name="Nishma Goud Jakkula" userId="d691bd35-b18f-4a61-9e13-71152b17d585" providerId="ADAL" clId="{44CE80E5-3925-428A-885B-CBE1F5E435D7}" dt="2024-08-15T17:26:52.030" v="668" actId="20577"/>
          <ac:spMkLst>
            <pc:docMk/>
            <pc:sldMk cId="865278445" sldId="1207"/>
            <ac:spMk id="4" creationId="{3CDF1840-C2D1-95AE-CCB2-354E0B870A84}"/>
          </ac:spMkLst>
        </pc:spChg>
        <pc:spChg chg="add mod">
          <ac:chgData name="Nishma Goud Jakkula" userId="d691bd35-b18f-4a61-9e13-71152b17d585" providerId="ADAL" clId="{44CE80E5-3925-428A-885B-CBE1F5E435D7}" dt="2024-08-15T17:23:46.412" v="612" actId="403"/>
          <ac:spMkLst>
            <pc:docMk/>
            <pc:sldMk cId="865278445" sldId="1207"/>
            <ac:spMk id="6" creationId="{3F4816E6-A2B0-686F-D496-F44E3B5E4A0B}"/>
          </ac:spMkLst>
        </pc:spChg>
        <pc:picChg chg="add mod">
          <ac:chgData name="Nishma Goud Jakkula" userId="d691bd35-b18f-4a61-9e13-71152b17d585" providerId="ADAL" clId="{44CE80E5-3925-428A-885B-CBE1F5E435D7}" dt="2024-08-15T10:11:45.399" v="5"/>
          <ac:picMkLst>
            <pc:docMk/>
            <pc:sldMk cId="865278445" sldId="1207"/>
            <ac:picMk id="2" creationId="{41A89EB6-09F9-51CD-4098-F57B920634ED}"/>
          </ac:picMkLst>
        </pc:picChg>
      </pc:sldChg>
      <pc:sldChg chg="addSp delSp modSp new mod modTransition modNotesTx">
        <pc:chgData name="Nishma Goud Jakkula" userId="d691bd35-b18f-4a61-9e13-71152b17d585" providerId="ADAL" clId="{44CE80E5-3925-428A-885B-CBE1F5E435D7}" dt="2024-08-15T19:17:15.918" v="942"/>
        <pc:sldMkLst>
          <pc:docMk/>
          <pc:sldMk cId="3150351572" sldId="1208"/>
        </pc:sldMkLst>
        <pc:spChg chg="add del mod">
          <ac:chgData name="Nishma Goud Jakkula" userId="d691bd35-b18f-4a61-9e13-71152b17d585" providerId="ADAL" clId="{44CE80E5-3925-428A-885B-CBE1F5E435D7}" dt="2024-08-15T16:47:03.806" v="371" actId="21"/>
          <ac:spMkLst>
            <pc:docMk/>
            <pc:sldMk cId="3150351572" sldId="1208"/>
            <ac:spMk id="4" creationId="{0EDABBB1-1727-A020-4C52-5BC16DC92B60}"/>
          </ac:spMkLst>
        </pc:spChg>
        <pc:spChg chg="add mod">
          <ac:chgData name="Nishma Goud Jakkula" userId="d691bd35-b18f-4a61-9e13-71152b17d585" providerId="ADAL" clId="{44CE80E5-3925-428A-885B-CBE1F5E435D7}" dt="2024-08-15T17:20:58.502" v="601" actId="14100"/>
          <ac:spMkLst>
            <pc:docMk/>
            <pc:sldMk cId="3150351572" sldId="1208"/>
            <ac:spMk id="6" creationId="{D64894D1-FBC3-85F7-9A9B-29A6ED119074}"/>
          </ac:spMkLst>
        </pc:spChg>
        <pc:spChg chg="add mod">
          <ac:chgData name="Nishma Goud Jakkula" userId="d691bd35-b18f-4a61-9e13-71152b17d585" providerId="ADAL" clId="{44CE80E5-3925-428A-885B-CBE1F5E435D7}" dt="2024-08-15T17:19:58.406" v="594" actId="404"/>
          <ac:spMkLst>
            <pc:docMk/>
            <pc:sldMk cId="3150351572" sldId="1208"/>
            <ac:spMk id="8" creationId="{ECC365F5-616C-119B-915B-65CC10708884}"/>
          </ac:spMkLst>
        </pc:spChg>
        <pc:spChg chg="add mod">
          <ac:chgData name="Nishma Goud Jakkula" userId="d691bd35-b18f-4a61-9e13-71152b17d585" providerId="ADAL" clId="{44CE80E5-3925-428A-885B-CBE1F5E435D7}" dt="2024-08-15T17:20:19.161" v="596" actId="404"/>
          <ac:spMkLst>
            <pc:docMk/>
            <pc:sldMk cId="3150351572" sldId="1208"/>
            <ac:spMk id="10" creationId="{0B90B8C3-F054-5915-474D-A5B8A3DD7853}"/>
          </ac:spMkLst>
        </pc:spChg>
        <pc:spChg chg="add mod">
          <ac:chgData name="Nishma Goud Jakkula" userId="d691bd35-b18f-4a61-9e13-71152b17d585" providerId="ADAL" clId="{44CE80E5-3925-428A-885B-CBE1F5E435D7}" dt="2024-08-15T17:19:39.312" v="592" actId="255"/>
          <ac:spMkLst>
            <pc:docMk/>
            <pc:sldMk cId="3150351572" sldId="1208"/>
            <ac:spMk id="12" creationId="{03CA1A8C-0376-91E9-1537-7EAF56A94670}"/>
          </ac:spMkLst>
        </pc:spChg>
        <pc:spChg chg="add mod">
          <ac:chgData name="Nishma Goud Jakkula" userId="d691bd35-b18f-4a61-9e13-71152b17d585" providerId="ADAL" clId="{44CE80E5-3925-428A-885B-CBE1F5E435D7}" dt="2024-08-15T17:20:33.906" v="598" actId="404"/>
          <ac:spMkLst>
            <pc:docMk/>
            <pc:sldMk cId="3150351572" sldId="1208"/>
            <ac:spMk id="14" creationId="{571FC237-DF7B-B8F6-64E4-BFEF5F67D2F8}"/>
          </ac:spMkLst>
        </pc:spChg>
        <pc:spChg chg="add del">
          <ac:chgData name="Nishma Goud Jakkula" userId="d691bd35-b18f-4a61-9e13-71152b17d585" providerId="ADAL" clId="{44CE80E5-3925-428A-885B-CBE1F5E435D7}" dt="2024-08-15T17:09:24.973" v="443" actId="21"/>
          <ac:spMkLst>
            <pc:docMk/>
            <pc:sldMk cId="3150351572" sldId="1208"/>
            <ac:spMk id="15" creationId="{BBDD86A3-ABFD-5D46-F82D-C50C29ED576B}"/>
          </ac:spMkLst>
        </pc:spChg>
        <pc:picChg chg="add mod">
          <ac:chgData name="Nishma Goud Jakkula" userId="d691bd35-b18f-4a61-9e13-71152b17d585" providerId="ADAL" clId="{44CE80E5-3925-428A-885B-CBE1F5E435D7}" dt="2024-08-15T10:11:43.600" v="4"/>
          <ac:picMkLst>
            <pc:docMk/>
            <pc:sldMk cId="3150351572" sldId="1208"/>
            <ac:picMk id="2" creationId="{2C4EE0A2-0853-DC1F-309B-44F253B65FFA}"/>
          </ac:picMkLst>
        </pc:picChg>
        <pc:picChg chg="add mod">
          <ac:chgData name="Nishma Goud Jakkula" userId="d691bd35-b18f-4a61-9e13-71152b17d585" providerId="ADAL" clId="{44CE80E5-3925-428A-885B-CBE1F5E435D7}" dt="2024-08-15T17:14:31.264" v="532" actId="1076"/>
          <ac:picMkLst>
            <pc:docMk/>
            <pc:sldMk cId="3150351572" sldId="1208"/>
            <ac:picMk id="4098" creationId="{C09DEEF5-1E9B-78A0-4F58-6F39BCD89D36}"/>
          </ac:picMkLst>
        </pc:picChg>
        <pc:picChg chg="add mod">
          <ac:chgData name="Nishma Goud Jakkula" userId="d691bd35-b18f-4a61-9e13-71152b17d585" providerId="ADAL" clId="{44CE80E5-3925-428A-885B-CBE1F5E435D7}" dt="2024-08-15T17:13:06.648" v="513" actId="1076"/>
          <ac:picMkLst>
            <pc:docMk/>
            <pc:sldMk cId="3150351572" sldId="1208"/>
            <ac:picMk id="4100" creationId="{AB89572C-F624-C87D-D63F-A80FC3D0B828}"/>
          </ac:picMkLst>
        </pc:picChg>
        <pc:picChg chg="add del mod">
          <ac:chgData name="Nishma Goud Jakkula" userId="d691bd35-b18f-4a61-9e13-71152b17d585" providerId="ADAL" clId="{44CE80E5-3925-428A-885B-CBE1F5E435D7}" dt="2024-08-15T17:04:34.031" v="439" actId="21"/>
          <ac:picMkLst>
            <pc:docMk/>
            <pc:sldMk cId="3150351572" sldId="1208"/>
            <ac:picMk id="4102" creationId="{324F89DE-D15F-2D63-4F62-20CE65E89B18}"/>
          </ac:picMkLst>
        </pc:picChg>
        <pc:picChg chg="add mod">
          <ac:chgData name="Nishma Goud Jakkula" userId="d691bd35-b18f-4a61-9e13-71152b17d585" providerId="ADAL" clId="{44CE80E5-3925-428A-885B-CBE1F5E435D7}" dt="2024-08-15T17:14:37.023" v="533" actId="1076"/>
          <ac:picMkLst>
            <pc:docMk/>
            <pc:sldMk cId="3150351572" sldId="1208"/>
            <ac:picMk id="4104" creationId="{440CA2DE-9622-25D6-6DE1-99B9C28C392F}"/>
          </ac:picMkLst>
        </pc:picChg>
        <pc:picChg chg="add mod">
          <ac:chgData name="Nishma Goud Jakkula" userId="d691bd35-b18f-4a61-9e13-71152b17d585" providerId="ADAL" clId="{44CE80E5-3925-428A-885B-CBE1F5E435D7}" dt="2024-08-15T17:17:06.772" v="572" actId="1076"/>
          <ac:picMkLst>
            <pc:docMk/>
            <pc:sldMk cId="3150351572" sldId="1208"/>
            <ac:picMk id="4106" creationId="{0B90B83E-27AC-9F55-0FE4-D6FC24A75560}"/>
          </ac:picMkLst>
        </pc:picChg>
      </pc:sldChg>
      <pc:sldChg chg="addSp modSp new del mod ord">
        <pc:chgData name="Nishma Goud Jakkula" userId="d691bd35-b18f-4a61-9e13-71152b17d585" providerId="ADAL" clId="{44CE80E5-3925-428A-885B-CBE1F5E435D7}" dt="2024-08-15T15:30:48.040" v="355" actId="2696"/>
        <pc:sldMkLst>
          <pc:docMk/>
          <pc:sldMk cId="182490428" sldId="1209"/>
        </pc:sldMkLst>
        <pc:picChg chg="add mod">
          <ac:chgData name="Nishma Goud Jakkula" userId="d691bd35-b18f-4a61-9e13-71152b17d585" providerId="ADAL" clId="{44CE80E5-3925-428A-885B-CBE1F5E435D7}" dt="2024-08-15T15:02:27.041" v="352" actId="1076"/>
          <ac:picMkLst>
            <pc:docMk/>
            <pc:sldMk cId="182490428" sldId="1209"/>
            <ac:picMk id="2" creationId="{8138CB0D-3681-9ACF-4D26-C2F12252C1B2}"/>
          </ac:picMkLst>
        </pc:picChg>
        <pc:picChg chg="add mod">
          <ac:chgData name="Nishma Goud Jakkula" userId="d691bd35-b18f-4a61-9e13-71152b17d585" providerId="ADAL" clId="{44CE80E5-3925-428A-885B-CBE1F5E435D7}" dt="2024-08-15T15:02:24.785" v="351" actId="1076"/>
          <ac:picMkLst>
            <pc:docMk/>
            <pc:sldMk cId="182490428" sldId="1209"/>
            <ac:picMk id="3" creationId="{05992ED7-5F9D-5E4C-B19F-895341A5098C}"/>
          </ac:picMkLst>
        </pc:picChg>
        <pc:picChg chg="add mod">
          <ac:chgData name="Nishma Goud Jakkula" userId="d691bd35-b18f-4a61-9e13-71152b17d585" providerId="ADAL" clId="{44CE80E5-3925-428A-885B-CBE1F5E435D7}" dt="2024-08-15T15:01:55.241" v="344" actId="1076"/>
          <ac:picMkLst>
            <pc:docMk/>
            <pc:sldMk cId="182490428" sldId="1209"/>
            <ac:picMk id="3074" creationId="{E06669A2-7510-B65A-E632-ADEB8C50D164}"/>
          </ac:picMkLst>
        </pc:picChg>
        <pc:picChg chg="add mod">
          <ac:chgData name="Nishma Goud Jakkula" userId="d691bd35-b18f-4a61-9e13-71152b17d585" providerId="ADAL" clId="{44CE80E5-3925-428A-885B-CBE1F5E435D7}" dt="2024-08-15T15:01:52.761" v="343" actId="1076"/>
          <ac:picMkLst>
            <pc:docMk/>
            <pc:sldMk cId="182490428" sldId="1209"/>
            <ac:picMk id="3076" creationId="{97D10490-EA2E-58CA-7D16-D9755EF621C0}"/>
          </ac:picMkLst>
        </pc:picChg>
        <pc:picChg chg="add mod">
          <ac:chgData name="Nishma Goud Jakkula" userId="d691bd35-b18f-4a61-9e13-71152b17d585" providerId="ADAL" clId="{44CE80E5-3925-428A-885B-CBE1F5E435D7}" dt="2024-08-15T15:02:13.627" v="349" actId="1076"/>
          <ac:picMkLst>
            <pc:docMk/>
            <pc:sldMk cId="182490428" sldId="1209"/>
            <ac:picMk id="3078" creationId="{FC9E6B98-3900-D674-0C18-23D3CC24903B}"/>
          </ac:picMkLst>
        </pc:picChg>
        <pc:picChg chg="add mod">
          <ac:chgData name="Nishma Goud Jakkula" userId="d691bd35-b18f-4a61-9e13-71152b17d585" providerId="ADAL" clId="{44CE80E5-3925-428A-885B-CBE1F5E435D7}" dt="2024-08-15T15:01:29.319" v="336" actId="27636"/>
          <ac:picMkLst>
            <pc:docMk/>
            <pc:sldMk cId="182490428" sldId="1209"/>
            <ac:picMk id="3080" creationId="{1DD02840-46B1-6B5D-933E-76EF951B2419}"/>
          </ac:picMkLst>
        </pc:picChg>
        <pc:picChg chg="add mod">
          <ac:chgData name="Nishma Goud Jakkula" userId="d691bd35-b18f-4a61-9e13-71152b17d585" providerId="ADAL" clId="{44CE80E5-3925-428A-885B-CBE1F5E435D7}" dt="2024-08-15T15:02:01.140" v="346" actId="1076"/>
          <ac:picMkLst>
            <pc:docMk/>
            <pc:sldMk cId="182490428" sldId="1209"/>
            <ac:picMk id="3082" creationId="{CF59D188-B7AC-ED07-E642-1E2D99228AE1}"/>
          </ac:picMkLst>
        </pc:picChg>
        <pc:picChg chg="add mod">
          <ac:chgData name="Nishma Goud Jakkula" userId="d691bd35-b18f-4a61-9e13-71152b17d585" providerId="ADAL" clId="{44CE80E5-3925-428A-885B-CBE1F5E435D7}" dt="2024-08-15T15:01:39.194" v="339" actId="1076"/>
          <ac:picMkLst>
            <pc:docMk/>
            <pc:sldMk cId="182490428" sldId="1209"/>
            <ac:picMk id="3084" creationId="{22F47373-DFA2-877C-3736-76680E0DE5AA}"/>
          </ac:picMkLst>
        </pc:picChg>
      </pc:sldChg>
      <pc:sldMasterChg chg="modTransition modSldLayout">
        <pc:chgData name="Nishma Goud Jakkula" userId="d691bd35-b18f-4a61-9e13-71152b17d585" providerId="ADAL" clId="{44CE80E5-3925-428A-885B-CBE1F5E435D7}" dt="2024-08-15T19:17:15.918" v="942"/>
        <pc:sldMasterMkLst>
          <pc:docMk/>
          <pc:sldMasterMk cId="0" sldId="2147483648"/>
        </pc:sldMasterMkLst>
        <pc:sldLayoutChg chg="modTransition">
          <pc:chgData name="Nishma Goud Jakkula" userId="d691bd35-b18f-4a61-9e13-71152b17d585" providerId="ADAL" clId="{44CE80E5-3925-428A-885B-CBE1F5E435D7}" dt="2024-08-15T19:17:15.918" v="942"/>
          <pc:sldLayoutMkLst>
            <pc:docMk/>
            <pc:sldMasterMk cId="0" sldId="2147483648"/>
            <pc:sldLayoutMk cId="0" sldId="2147483656"/>
          </pc:sldLayoutMkLst>
        </pc:sldLayoutChg>
        <pc:sldLayoutChg chg="modTransition">
          <pc:chgData name="Nishma Goud Jakkula" userId="d691bd35-b18f-4a61-9e13-71152b17d585" providerId="ADAL" clId="{44CE80E5-3925-428A-885B-CBE1F5E435D7}" dt="2024-08-15T19:17:15.918" v="942"/>
          <pc:sldLayoutMkLst>
            <pc:docMk/>
            <pc:sldMasterMk cId="0" sldId="2147483648"/>
            <pc:sldLayoutMk cId="0" sldId="2147483657"/>
          </pc:sldLayoutMkLst>
        </pc:sldLayoutChg>
        <pc:sldLayoutChg chg="modTransition">
          <pc:chgData name="Nishma Goud Jakkula" userId="d691bd35-b18f-4a61-9e13-71152b17d585" providerId="ADAL" clId="{44CE80E5-3925-428A-885B-CBE1F5E435D7}" dt="2024-08-15T19:17:15.918" v="942"/>
          <pc:sldLayoutMkLst>
            <pc:docMk/>
            <pc:sldMasterMk cId="0" sldId="2147483648"/>
            <pc:sldLayoutMk cId="0" sldId="2147483659"/>
          </pc:sldLayoutMkLst>
        </pc:sldLayoutChg>
        <pc:sldLayoutChg chg="modTransition">
          <pc:chgData name="Nishma Goud Jakkula" userId="d691bd35-b18f-4a61-9e13-71152b17d585" providerId="ADAL" clId="{44CE80E5-3925-428A-885B-CBE1F5E435D7}" dt="2024-08-15T19:17:15.918" v="942"/>
          <pc:sldLayoutMkLst>
            <pc:docMk/>
            <pc:sldMasterMk cId="0" sldId="2147483648"/>
            <pc:sldLayoutMk cId="8434308" sldId="2147483663"/>
          </pc:sldLayoutMkLst>
        </pc:sldLayoutChg>
      </pc:sldMasterChg>
    </pc:docChg>
  </pc:docChgLst>
  <pc:docChgLst>
    <pc:chgData name="Nishma Goud Jakkula" userId="S::nishma.jakkula@valuemomentum.com::d691bd35-b18f-4a61-9e13-71152b17d585" providerId="AD" clId="Web-{DE5CB725-05A1-470D-901C-B926D4AE7B33}"/>
    <pc:docChg chg="modSld">
      <pc:chgData name="Nishma Goud Jakkula" userId="S::nishma.jakkula@valuemomentum.com::d691bd35-b18f-4a61-9e13-71152b17d585" providerId="AD" clId="Web-{DE5CB725-05A1-470D-901C-B926D4AE7B33}" dt="2024-08-15T15:34:47.724" v="5"/>
      <pc:docMkLst>
        <pc:docMk/>
      </pc:docMkLst>
      <pc:sldChg chg="modSp">
        <pc:chgData name="Nishma Goud Jakkula" userId="S::nishma.jakkula@valuemomentum.com::d691bd35-b18f-4a61-9e13-71152b17d585" providerId="AD" clId="Web-{DE5CB725-05A1-470D-901C-B926D4AE7B33}" dt="2024-08-15T15:34:02.630" v="4"/>
        <pc:sldMkLst>
          <pc:docMk/>
          <pc:sldMk cId="3004284754" sldId="1204"/>
        </pc:sldMkLst>
        <pc:picChg chg="mod">
          <ac:chgData name="Nishma Goud Jakkula" userId="S::nishma.jakkula@valuemomentum.com::d691bd35-b18f-4a61-9e13-71152b17d585" providerId="AD" clId="Web-{DE5CB725-05A1-470D-901C-B926D4AE7B33}" dt="2024-08-15T15:34:02.630" v="4"/>
          <ac:picMkLst>
            <pc:docMk/>
            <pc:sldMk cId="3004284754" sldId="1204"/>
            <ac:picMk id="10" creationId="{39F383E2-BCB6-EB05-03DF-098B4B9A53E6}"/>
          </ac:picMkLst>
        </pc:picChg>
      </pc:sldChg>
      <pc:sldChg chg="modSp">
        <pc:chgData name="Nishma Goud Jakkula" userId="S::nishma.jakkula@valuemomentum.com::d691bd35-b18f-4a61-9e13-71152b17d585" providerId="AD" clId="Web-{DE5CB725-05A1-470D-901C-B926D4AE7B33}" dt="2024-08-15T15:34:47.724" v="5"/>
        <pc:sldMkLst>
          <pc:docMk/>
          <pc:sldMk cId="605510806" sldId="1205"/>
        </pc:sldMkLst>
        <pc:picChg chg="mod">
          <ac:chgData name="Nishma Goud Jakkula" userId="S::nishma.jakkula@valuemomentum.com::d691bd35-b18f-4a61-9e13-71152b17d585" providerId="AD" clId="Web-{DE5CB725-05A1-470D-901C-B926D4AE7B33}" dt="2024-08-15T15:34:47.724" v="5"/>
          <ac:picMkLst>
            <pc:docMk/>
            <pc:sldMk cId="605510806" sldId="1205"/>
            <ac:picMk id="21" creationId="{56A792EF-8D71-F8D7-45D7-FB83D82D2C5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2298" tIns="46149" rIns="92298" bIns="46149" rtlCol="0"/>
          <a:lstStyle>
            <a:lvl1pPr algn="l">
              <a:defRPr sz="1200"/>
            </a:lvl1pPr>
          </a:lstStyle>
          <a:p>
            <a:pPr>
              <a:defRPr/>
            </a:pPr>
            <a:endParaRPr lang="en-IN"/>
          </a:p>
        </p:txBody>
      </p:sp>
      <p:sp>
        <p:nvSpPr>
          <p:cNvPr id="3" name="Date Placeholder 2"/>
          <p:cNvSpPr>
            <a:spLocks noGrp="1"/>
          </p:cNvSpPr>
          <p:nvPr>
            <p:ph type="dt" sz="quarter" idx="1"/>
          </p:nvPr>
        </p:nvSpPr>
        <p:spPr>
          <a:xfrm>
            <a:off x="3970338" y="0"/>
            <a:ext cx="3038475" cy="463550"/>
          </a:xfrm>
          <a:prstGeom prst="rect">
            <a:avLst/>
          </a:prstGeom>
        </p:spPr>
        <p:txBody>
          <a:bodyPr vert="horz" lIns="92298" tIns="46149" rIns="92298" bIns="46149" rtlCol="0"/>
          <a:lstStyle>
            <a:lvl1pPr algn="r">
              <a:defRPr sz="1200" smtClean="0"/>
            </a:lvl1pPr>
          </a:lstStyle>
          <a:p>
            <a:pPr>
              <a:defRPr/>
            </a:pPr>
            <a:fld id="{9727E618-B619-4C36-8069-B46C9E63E7BB}" type="datetimeFigureOut">
              <a:rPr lang="en-IN"/>
              <a:pPr>
                <a:defRPr/>
              </a:pPr>
              <a:t>16-08-2024</a:t>
            </a:fld>
            <a:endParaRPr lang="en-IN"/>
          </a:p>
        </p:txBody>
      </p:sp>
      <p:sp>
        <p:nvSpPr>
          <p:cNvPr id="4" name="Footer Placeholder 3"/>
          <p:cNvSpPr>
            <a:spLocks noGrp="1"/>
          </p:cNvSpPr>
          <p:nvPr>
            <p:ph type="ftr" sz="quarter" idx="2"/>
          </p:nvPr>
        </p:nvSpPr>
        <p:spPr>
          <a:xfrm>
            <a:off x="0" y="8831263"/>
            <a:ext cx="3038475" cy="463550"/>
          </a:xfrm>
          <a:prstGeom prst="rect">
            <a:avLst/>
          </a:prstGeom>
        </p:spPr>
        <p:txBody>
          <a:bodyPr vert="horz" lIns="92298" tIns="46149" rIns="92298" bIns="46149" rtlCol="0" anchor="b"/>
          <a:lstStyle>
            <a:lvl1pPr algn="l">
              <a:defRPr sz="1200"/>
            </a:lvl1pPr>
          </a:lstStyle>
          <a:p>
            <a:pPr>
              <a:defRPr/>
            </a:pPr>
            <a:endParaRPr lang="en-IN"/>
          </a:p>
        </p:txBody>
      </p:sp>
      <p:sp>
        <p:nvSpPr>
          <p:cNvPr id="5" name="Slide Number Placeholder 4"/>
          <p:cNvSpPr>
            <a:spLocks noGrp="1"/>
          </p:cNvSpPr>
          <p:nvPr>
            <p:ph type="sldNum" sz="quarter" idx="3"/>
          </p:nvPr>
        </p:nvSpPr>
        <p:spPr>
          <a:xfrm>
            <a:off x="3970338" y="8831263"/>
            <a:ext cx="3038475" cy="463550"/>
          </a:xfrm>
          <a:prstGeom prst="rect">
            <a:avLst/>
          </a:prstGeom>
        </p:spPr>
        <p:txBody>
          <a:bodyPr vert="horz" lIns="92298" tIns="46149" rIns="92298" bIns="46149" rtlCol="0" anchor="b"/>
          <a:lstStyle>
            <a:lvl1pPr algn="r">
              <a:defRPr sz="1200" smtClean="0"/>
            </a:lvl1pPr>
          </a:lstStyle>
          <a:p>
            <a:pPr>
              <a:defRPr/>
            </a:pPr>
            <a:fld id="{9C442BCF-093E-4EAA-8717-F0E65CF5F693}" type="slidenum">
              <a:rPr lang="en-IN"/>
              <a:pPr>
                <a:defRPr/>
              </a:pPr>
              <a:t>‹#›</a:t>
            </a:fld>
            <a:endParaRPr lang="en-IN"/>
          </a:p>
        </p:txBody>
      </p:sp>
    </p:spTree>
    <p:extLst>
      <p:ext uri="{BB962C8B-B14F-4D97-AF65-F5344CB8AC3E}">
        <p14:creationId xmlns:p14="http://schemas.microsoft.com/office/powerpoint/2010/main" val="9390854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3175" tIns="46587" rIns="93175" bIns="46587"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3550"/>
          </a:xfrm>
          <a:prstGeom prst="rect">
            <a:avLst/>
          </a:prstGeom>
        </p:spPr>
        <p:txBody>
          <a:bodyPr vert="horz" lIns="93175" tIns="46587" rIns="93175" bIns="46587" rtlCol="0"/>
          <a:lstStyle>
            <a:lvl1pPr algn="r" fontAlgn="auto">
              <a:spcBef>
                <a:spcPts val="0"/>
              </a:spcBef>
              <a:spcAft>
                <a:spcPts val="0"/>
              </a:spcAft>
              <a:defRPr sz="1200">
                <a:latin typeface="+mn-lt"/>
                <a:cs typeface="+mn-cs"/>
              </a:defRPr>
            </a:lvl1pPr>
          </a:lstStyle>
          <a:p>
            <a:pPr>
              <a:defRPr/>
            </a:pPr>
            <a:fld id="{9CF4A2D4-943A-4B1C-9013-9F22B5005060}" type="datetimeFigureOut">
              <a:rPr lang="en-US"/>
              <a:pPr>
                <a:defRPr/>
              </a:pPr>
              <a:t>8/16/2024</a:t>
            </a:fld>
            <a:endParaRPr lang="en-US"/>
          </a:p>
        </p:txBody>
      </p:sp>
      <p:sp>
        <p:nvSpPr>
          <p:cNvPr id="4" name="Slide Image Placeholder 3"/>
          <p:cNvSpPr>
            <a:spLocks noGrp="1" noRot="1" noChangeAspect="1"/>
          </p:cNvSpPr>
          <p:nvPr>
            <p:ph type="sldImg" idx="2"/>
          </p:nvPr>
        </p:nvSpPr>
        <p:spPr>
          <a:xfrm>
            <a:off x="409575" y="696913"/>
            <a:ext cx="6191250" cy="3486150"/>
          </a:xfrm>
          <a:prstGeom prst="rect">
            <a:avLst/>
          </a:prstGeom>
          <a:noFill/>
          <a:ln w="12700">
            <a:solidFill>
              <a:prstClr val="black"/>
            </a:solidFill>
          </a:ln>
        </p:spPr>
        <p:txBody>
          <a:bodyPr vert="horz" lIns="93175" tIns="46587" rIns="93175" bIns="46587" rtlCol="0" anchor="ctr"/>
          <a:lstStyle/>
          <a:p>
            <a:pPr lvl="0"/>
            <a:endParaRPr lang="en-US" noProof="0"/>
          </a:p>
        </p:txBody>
      </p:sp>
      <p:sp>
        <p:nvSpPr>
          <p:cNvPr id="5" name="Notes Placeholder 4"/>
          <p:cNvSpPr>
            <a:spLocks noGrp="1"/>
          </p:cNvSpPr>
          <p:nvPr>
            <p:ph type="body" sz="quarter" idx="3"/>
          </p:nvPr>
        </p:nvSpPr>
        <p:spPr>
          <a:xfrm>
            <a:off x="701675" y="4416425"/>
            <a:ext cx="5607050" cy="4181475"/>
          </a:xfrm>
          <a:prstGeom prst="rect">
            <a:avLst/>
          </a:prstGeom>
        </p:spPr>
        <p:txBody>
          <a:bodyPr vert="horz" lIns="93175" tIns="46587" rIns="93175" bIns="4658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31263"/>
            <a:ext cx="3038475" cy="463550"/>
          </a:xfrm>
          <a:prstGeom prst="rect">
            <a:avLst/>
          </a:prstGeom>
        </p:spPr>
        <p:txBody>
          <a:bodyPr vert="horz" lIns="93175" tIns="46587" rIns="93175" bIns="46587"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31263"/>
            <a:ext cx="3038475" cy="463550"/>
          </a:xfrm>
          <a:prstGeom prst="rect">
            <a:avLst/>
          </a:prstGeom>
        </p:spPr>
        <p:txBody>
          <a:bodyPr vert="horz" lIns="93175" tIns="46587" rIns="93175" bIns="46587" rtlCol="0" anchor="b"/>
          <a:lstStyle>
            <a:lvl1pPr algn="r" fontAlgn="auto">
              <a:spcBef>
                <a:spcPts val="0"/>
              </a:spcBef>
              <a:spcAft>
                <a:spcPts val="0"/>
              </a:spcAft>
              <a:defRPr sz="1200">
                <a:latin typeface="+mn-lt"/>
                <a:cs typeface="+mn-cs"/>
              </a:defRPr>
            </a:lvl1pPr>
          </a:lstStyle>
          <a:p>
            <a:pPr>
              <a:defRPr/>
            </a:pPr>
            <a:fld id="{DA158527-55D2-4491-A481-82DAFC91458B}" type="slidenum">
              <a:rPr lang="en-US"/>
              <a:pPr>
                <a:defRPr/>
              </a:pPr>
              <a:t>‹#›</a:t>
            </a:fld>
            <a:endParaRPr lang="en-US"/>
          </a:p>
        </p:txBody>
      </p:sp>
    </p:spTree>
    <p:extLst>
      <p:ext uri="{BB962C8B-B14F-4D97-AF65-F5344CB8AC3E}">
        <p14:creationId xmlns:p14="http://schemas.microsoft.com/office/powerpoint/2010/main" val="31200358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mn-lt"/>
        <a:ea typeface="+mn-ea"/>
        <a:cs typeface="+mn-cs"/>
      </a:defRPr>
    </a:lvl1pPr>
    <a:lvl2pPr marL="551246" algn="l" rtl="0" eaLnBrk="0" fontAlgn="base" hangingPunct="0">
      <a:spcBef>
        <a:spcPct val="30000"/>
      </a:spcBef>
      <a:spcAft>
        <a:spcPct val="0"/>
      </a:spcAft>
      <a:defRPr sz="1400" kern="1200">
        <a:solidFill>
          <a:schemeClr val="tx1"/>
        </a:solidFill>
        <a:latin typeface="+mn-lt"/>
        <a:ea typeface="+mn-ea"/>
        <a:cs typeface="+mn-cs"/>
      </a:defRPr>
    </a:lvl2pPr>
    <a:lvl3pPr marL="1102492" algn="l" rtl="0" eaLnBrk="0" fontAlgn="base" hangingPunct="0">
      <a:spcBef>
        <a:spcPct val="30000"/>
      </a:spcBef>
      <a:spcAft>
        <a:spcPct val="0"/>
      </a:spcAft>
      <a:defRPr sz="1400" kern="1200">
        <a:solidFill>
          <a:schemeClr val="tx1"/>
        </a:solidFill>
        <a:latin typeface="+mn-lt"/>
        <a:ea typeface="+mn-ea"/>
        <a:cs typeface="+mn-cs"/>
      </a:defRPr>
    </a:lvl3pPr>
    <a:lvl4pPr marL="1653738" algn="l" rtl="0" eaLnBrk="0" fontAlgn="base" hangingPunct="0">
      <a:spcBef>
        <a:spcPct val="30000"/>
      </a:spcBef>
      <a:spcAft>
        <a:spcPct val="0"/>
      </a:spcAft>
      <a:defRPr sz="1400" kern="1200">
        <a:solidFill>
          <a:schemeClr val="tx1"/>
        </a:solidFill>
        <a:latin typeface="+mn-lt"/>
        <a:ea typeface="+mn-ea"/>
        <a:cs typeface="+mn-cs"/>
      </a:defRPr>
    </a:lvl4pPr>
    <a:lvl5pPr marL="2204984" algn="l" rtl="0" eaLnBrk="0" fontAlgn="base" hangingPunct="0">
      <a:spcBef>
        <a:spcPct val="30000"/>
      </a:spcBef>
      <a:spcAft>
        <a:spcPct val="0"/>
      </a:spcAft>
      <a:defRPr sz="1400" kern="1200">
        <a:solidFill>
          <a:schemeClr val="tx1"/>
        </a:solidFill>
        <a:latin typeface="+mn-lt"/>
        <a:ea typeface="+mn-ea"/>
        <a:cs typeface="+mn-cs"/>
      </a:defRPr>
    </a:lvl5pPr>
    <a:lvl6pPr marL="2756230" algn="l" defTabSz="1102492" rtl="0" eaLnBrk="1" latinLnBrk="0" hangingPunct="1">
      <a:defRPr sz="1400" kern="1200">
        <a:solidFill>
          <a:schemeClr val="tx1"/>
        </a:solidFill>
        <a:latin typeface="+mn-lt"/>
        <a:ea typeface="+mn-ea"/>
        <a:cs typeface="+mn-cs"/>
      </a:defRPr>
    </a:lvl6pPr>
    <a:lvl7pPr marL="3307476" algn="l" defTabSz="1102492" rtl="0" eaLnBrk="1" latinLnBrk="0" hangingPunct="1">
      <a:defRPr sz="1400" kern="1200">
        <a:solidFill>
          <a:schemeClr val="tx1"/>
        </a:solidFill>
        <a:latin typeface="+mn-lt"/>
        <a:ea typeface="+mn-ea"/>
        <a:cs typeface="+mn-cs"/>
      </a:defRPr>
    </a:lvl7pPr>
    <a:lvl8pPr marL="3858722" algn="l" defTabSz="1102492" rtl="0" eaLnBrk="1" latinLnBrk="0" hangingPunct="1">
      <a:defRPr sz="1400" kern="1200">
        <a:solidFill>
          <a:schemeClr val="tx1"/>
        </a:solidFill>
        <a:latin typeface="+mn-lt"/>
        <a:ea typeface="+mn-ea"/>
        <a:cs typeface="+mn-cs"/>
      </a:defRPr>
    </a:lvl8pPr>
    <a:lvl9pPr marL="4409968" algn="l" defTabSz="110249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a:t>Management and Professional Liability Insurance (MPLI) is a specialized type of insurance that provides coverage for professionals and corporate leaders against legal claims arising from their professional duties. Unlike general liability insurance, which covers physical injuries or property damage, MPLI is designed to address the unique risks faced by individuals in positions of responsibility.</a:t>
            </a:r>
          </a:p>
          <a:p>
            <a:endParaRPr lang="en-US" dirty="0"/>
          </a:p>
          <a:p>
            <a:r>
              <a:rPr lang="en-US" b="1" i="0" dirty="0"/>
              <a:t>Example 1: </a:t>
            </a:r>
            <a:r>
              <a:rPr lang="en-US" dirty="0"/>
              <a:t>A corporate executive might be sued for a breach of fiduciary duty if they make a decision that negatively impacts the shareholders. MPLI would cover legal costs and potential settlements.</a:t>
            </a:r>
          </a:p>
          <a:p>
            <a:r>
              <a:rPr lang="en-US" b="1" i="0" dirty="0"/>
              <a:t>Example 2: </a:t>
            </a:r>
            <a:r>
              <a:rPr lang="en-US" dirty="0"/>
              <a:t>A financial consultant could be sued by a client for providing negligent investment advice. MPLI would help cover the defense costs and any damages awarded to the client.</a:t>
            </a:r>
          </a:p>
          <a:p>
            <a:r>
              <a:rPr lang="en-US" b="1" i="0" dirty="0"/>
              <a:t>Example 3: </a:t>
            </a:r>
            <a:r>
              <a:rPr lang="en-US" dirty="0"/>
              <a:t>An HR manager could face a lawsuit for wrongful termination or discrimination. MPLI would cover the legal expenses and any compensation due to the claimant.</a:t>
            </a:r>
          </a:p>
          <a:p>
            <a:endParaRPr lang="en-US" dirty="0"/>
          </a:p>
          <a:p>
            <a:r>
              <a:rPr lang="en-US" b="1" dirty="0"/>
              <a:t>Why It Matters:</a:t>
            </a:r>
            <a:br>
              <a:rPr lang="en-US" dirty="0"/>
            </a:br>
            <a:r>
              <a:rPr lang="en-US" dirty="0"/>
              <a:t>In an increasingly litigious society, the potential for legal action against professionals and corporate leaders has grown. MPLI offers financial protection, ensuring that a single lawsuit does not jeopardize the personal assets of professionals or the financial stability of the organization. It also encourages responsible decision-making, knowing that there is a safety net in place.</a:t>
            </a:r>
          </a:p>
          <a:p>
            <a:r>
              <a:rPr lang="en-US" b="1" dirty="0"/>
              <a:t>Example:</a:t>
            </a:r>
            <a:br>
              <a:rPr lang="en-US" dirty="0"/>
            </a:br>
            <a:r>
              <a:rPr lang="en-US" dirty="0"/>
              <a:t>Consider a scenario where a board of directors makes a strategic decision that leads to a significant financial loss for the company. Shareholders might sue the directors for breach of duty. Without MPLI, the directors could be personally liable for legal fees and damages. MPLI provides coverage for these costs, protecting both the individuals and the company.</a:t>
            </a:r>
          </a:p>
          <a:p>
            <a:endParaRPr lang="en-US" dirty="0"/>
          </a:p>
          <a:p>
            <a:endParaRPr lang="en-IN" dirty="0"/>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2</a:t>
            </a:fld>
            <a:endParaRPr lang="en-US"/>
          </a:p>
        </p:txBody>
      </p:sp>
    </p:spTree>
    <p:extLst>
      <p:ext uri="{BB962C8B-B14F-4D97-AF65-F5344CB8AC3E}">
        <p14:creationId xmlns:p14="http://schemas.microsoft.com/office/powerpoint/2010/main" val="1508194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b="1" u="sng" dirty="0"/>
              <a:t>Directors and Officers (D&amp;O) Insurance:</a:t>
            </a:r>
            <a:br>
              <a:rPr lang="en-US" dirty="0"/>
            </a:br>
            <a:r>
              <a:rPr lang="en-US" dirty="0"/>
              <a:t>This insurance protects individuals who hold key positions in a company, such as directors and officers, from personal losses if they are sued for alleged wrongful acts while managing the company. These wrongful acts can include mismanagement, breach of fiduciary duty, or failure to comply with regulations. D&amp;O insurance is crucial because it not only safeguards the personal assets of the executives but also helps the company attract and retain top talent who might otherwise be wary of taking on such responsibilities.</a:t>
            </a:r>
          </a:p>
          <a:p>
            <a:r>
              <a:rPr lang="en-US" b="1" i="0" dirty="0"/>
              <a:t>Example: </a:t>
            </a:r>
            <a:r>
              <a:rPr lang="en-US" dirty="0"/>
              <a:t>If a company’s board of directors is sued by shareholders for making a decision that led to a significant financial loss, D&amp;O insurance would cover the legal defense costs and any settlements or judgments.</a:t>
            </a:r>
          </a:p>
          <a:p>
            <a:endParaRPr lang="en-US" dirty="0"/>
          </a:p>
          <a:p>
            <a:r>
              <a:rPr lang="en-US" b="1" u="sng" dirty="0"/>
              <a:t>Errors and Omissions (E&amp;O) Insurance:</a:t>
            </a:r>
            <a:br>
              <a:rPr lang="en-US" dirty="0"/>
            </a:br>
            <a:r>
              <a:rPr lang="en-US" dirty="0"/>
              <a:t>Also known as Professional Liability Insurance, E&amp;O insurance is designed to protect professionals who provide specialized services or advice from claims of inadequate work or negligence. This coverage is essential for service providers like consultants, lawyers, doctors, and IT professionals, where a mistake or oversight can lead to significant financial harm for their clients. E&amp;O insurance covers the legal costs and any settlements or judgments, ensuring that a single mistake doesn’t lead to financial ruin for the professional or their business.</a:t>
            </a:r>
          </a:p>
          <a:p>
            <a:r>
              <a:rPr lang="en-US" b="1" i="0" dirty="0"/>
              <a:t>Example: </a:t>
            </a:r>
            <a:r>
              <a:rPr lang="en-US" dirty="0"/>
              <a:t>A software consultant might be sued by a client for delivering a faulty software solution that caused financial losses. E&amp;O insurance would cover the costs associated with the lawsuit, including legal fees and damages.</a:t>
            </a:r>
          </a:p>
          <a:p>
            <a:endParaRPr lang="en-US" dirty="0"/>
          </a:p>
          <a:p>
            <a:r>
              <a:rPr lang="en-US" b="1" i="0" u="sng" dirty="0"/>
              <a:t>Fiduciary Liability Insurance:</a:t>
            </a:r>
            <a:br>
              <a:rPr lang="en-US" dirty="0"/>
            </a:br>
            <a:r>
              <a:rPr lang="en-US" dirty="0"/>
              <a:t>This type of insurance is intended to protect those responsible for managing employee benefit plans, such as pension or health insurance plans. Fiduciaries have a legal obligation to act in the best interest of the beneficiaries. If they fail to do so—whether through mismanagement, errors, or neglect—they can be held personally liable for the losses incurred. Fiduciary Liability Insurance covers the legal costs and any damages that may be awarded, providing peace of mind to those overseeing these critical plans.</a:t>
            </a:r>
          </a:p>
          <a:p>
            <a:r>
              <a:rPr lang="en-US" b="1" i="0" dirty="0"/>
              <a:t>Example: </a:t>
            </a:r>
            <a:r>
              <a:rPr lang="en-US" dirty="0"/>
              <a:t>An HR manager could be sued by employees for mishandling the company’s pension plan, resulting in financial losses. Fiduciary liability insurance would cover the defense costs and any potential settlements.</a:t>
            </a:r>
          </a:p>
          <a:p>
            <a:endParaRPr lang="en-US" dirty="0"/>
          </a:p>
          <a:p>
            <a:r>
              <a:rPr lang="en-US" b="1" u="sng" dirty="0"/>
              <a:t>Employment Practices Liability Insurance (EPLI):</a:t>
            </a:r>
            <a:br>
              <a:rPr lang="en-US" dirty="0"/>
            </a:br>
            <a:r>
              <a:rPr lang="en-US" dirty="0"/>
              <a:t>EPLI provides coverage for claims made by employees against their employer regarding violations of their legal rights as employees. This includes claims for wrongful termination, discrimination, sexual harassment, and other employment-related issues. As workplace-related lawsuits have become more common, EPLI has become an essential part of a company’s risk management strategy. It helps protect the company’s financial stability by covering the costs of defending against these claims and any settlements or judgments.</a:t>
            </a:r>
          </a:p>
          <a:p>
            <a:r>
              <a:rPr lang="en-US" b="1" i="0" dirty="0"/>
              <a:t>Example: </a:t>
            </a:r>
            <a:r>
              <a:rPr lang="en-US" dirty="0"/>
              <a:t>A company might face a lawsuit from an employee claiming wrongful termination based on discrimination. EPLI would cover the legal costs and any settlement or judgment arising from the claim.</a:t>
            </a:r>
          </a:p>
          <a:p>
            <a:endParaRPr lang="en-IN" dirty="0"/>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3</a:t>
            </a:fld>
            <a:endParaRPr lang="en-US"/>
          </a:p>
        </p:txBody>
      </p:sp>
    </p:spTree>
    <p:extLst>
      <p:ext uri="{BB962C8B-B14F-4D97-AF65-F5344CB8AC3E}">
        <p14:creationId xmlns:p14="http://schemas.microsoft.com/office/powerpoint/2010/main" val="2685201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en-US" b="1" dirty="0"/>
              <a:t>Defense Costs:</a:t>
            </a:r>
            <a:endParaRPr lang="en-US" dirty="0"/>
          </a:p>
          <a:p>
            <a:pPr>
              <a:buFont typeface="Arial" panose="020B0604020202020204" pitchFamily="34" charset="0"/>
              <a:buNone/>
            </a:pPr>
            <a:r>
              <a:rPr lang="en-US" dirty="0"/>
              <a:t>MPLI provides coverage for legal defense costs, which include hiring attorneys, paying for court expenses, and other related legal fees. These costs can be substantial, especially in complex cases, and MPLI helps ensure that the insured can afford a robust defense without depleting personal or business funds.</a:t>
            </a:r>
          </a:p>
          <a:p>
            <a:pPr>
              <a:buFont typeface="Arial" panose="020B0604020202020204" pitchFamily="34" charset="0"/>
              <a:buChar char="•"/>
            </a:pPr>
            <a:r>
              <a:rPr lang="en-US" b="1" dirty="0"/>
              <a:t>Example:</a:t>
            </a:r>
            <a:r>
              <a:rPr lang="en-US" dirty="0"/>
              <a:t> A CEO is sued by shareholders for alleged mismanagement that led to financial losses. The MPLI policy covers the costs of the legal team defending the CEO in court, including attorney fees and any associated court costs.</a:t>
            </a:r>
          </a:p>
          <a:p>
            <a:pPr>
              <a:buFont typeface="Arial" panose="020B0604020202020204" pitchFamily="34" charset="0"/>
              <a:buNone/>
            </a:pPr>
            <a:endParaRPr lang="en-US" dirty="0"/>
          </a:p>
          <a:p>
            <a:r>
              <a:rPr lang="en-US" b="1" dirty="0"/>
              <a:t>2. Settlements and Judgments:</a:t>
            </a:r>
            <a:endParaRPr lang="en-US" dirty="0"/>
          </a:p>
          <a:p>
            <a:pPr>
              <a:buFont typeface="Arial" panose="020B0604020202020204" pitchFamily="34" charset="0"/>
              <a:buNone/>
            </a:pPr>
            <a:r>
              <a:rPr lang="en-US" dirty="0"/>
              <a:t>If a case is settled out of court or if the court awards a judgment against the insured, MPLI covers the costs of these settlements or judgments. This ensures that the insured party does not have to pay large sums out-of-pocket, which could be financially crippling.</a:t>
            </a:r>
          </a:p>
          <a:p>
            <a:pPr>
              <a:buFont typeface="Arial" panose="020B0604020202020204" pitchFamily="34" charset="0"/>
              <a:buChar char="•"/>
            </a:pPr>
            <a:r>
              <a:rPr lang="en-US" b="1" dirty="0"/>
              <a:t>Example:</a:t>
            </a:r>
            <a:r>
              <a:rPr lang="en-US" dirty="0"/>
              <a:t> A professional consultant is sued for providing incorrect advice that resulted in significant financial losses for a client. The case is settled out of court, and MPLI covers the agreed-upon settlement amount, preventing financial strain on the consultant.</a:t>
            </a:r>
          </a:p>
          <a:p>
            <a:pPr>
              <a:buFont typeface="Arial" panose="020B0604020202020204" pitchFamily="34" charset="0"/>
              <a:buNone/>
            </a:pPr>
            <a:endParaRPr lang="en-US" dirty="0"/>
          </a:p>
          <a:p>
            <a:r>
              <a:rPr lang="en-US" b="1" dirty="0"/>
              <a:t>3. Regulatory Investigations:</a:t>
            </a:r>
            <a:endParaRPr lang="en-US" dirty="0"/>
          </a:p>
          <a:p>
            <a:pPr>
              <a:buFont typeface="Arial" panose="020B0604020202020204" pitchFamily="34" charset="0"/>
              <a:buNone/>
            </a:pPr>
            <a:r>
              <a:rPr lang="en-US" dirty="0"/>
              <a:t>MPLI also covers the costs associated with investigations by regulatory bodies. This includes legal fees and compliance costs related to responding to these investigations. Regulatory scrutiny can be costly and time-consuming, and MPLI helps manage these expenses.</a:t>
            </a:r>
          </a:p>
          <a:p>
            <a:pPr>
              <a:buFont typeface="Arial" panose="020B0604020202020204" pitchFamily="34" charset="0"/>
              <a:buChar char="•"/>
            </a:pPr>
            <a:r>
              <a:rPr lang="en-US" b="1" dirty="0"/>
              <a:t>Example:</a:t>
            </a:r>
            <a:r>
              <a:rPr lang="en-US" dirty="0"/>
              <a:t> A healthcare company is investigated by a government agency for alleged non-compliance with industry regulations. The MPLI policy covers the legal fees and costs involved in responding to the investigation, ensuring the company can focus on its operations.</a:t>
            </a:r>
          </a:p>
          <a:p>
            <a:pPr>
              <a:buFont typeface="Arial" panose="020B0604020202020204" pitchFamily="34" charset="0"/>
              <a:buNone/>
            </a:pPr>
            <a:endParaRPr lang="en-US" dirty="0"/>
          </a:p>
          <a:p>
            <a:r>
              <a:rPr lang="en-US" b="1" dirty="0"/>
              <a:t>4. Crisis Management:</a:t>
            </a:r>
            <a:endParaRPr lang="en-US" dirty="0"/>
          </a:p>
          <a:p>
            <a:pPr>
              <a:buFont typeface="Arial" panose="020B0604020202020204" pitchFamily="34" charset="0"/>
              <a:buNone/>
            </a:pPr>
            <a:r>
              <a:rPr lang="en-US" dirty="0"/>
              <a:t>In the event of a claim that attracts public attention, MPLI can cover the costs of managing the company’s or individual’s public relations. This includes hiring PR firms to handle communication and mitigate any reputational damage that could arise from the claim.</a:t>
            </a:r>
          </a:p>
          <a:p>
            <a:pPr>
              <a:buFont typeface="Arial" panose="020B0604020202020204" pitchFamily="34" charset="0"/>
              <a:buChar char="•"/>
            </a:pPr>
            <a:r>
              <a:rPr lang="en-US" b="1" dirty="0"/>
              <a:t>Example:</a:t>
            </a:r>
            <a:r>
              <a:rPr lang="en-US" dirty="0"/>
              <a:t> A tech company is sued for a data breach that exposes customer information. The MPLI policy covers the costs of hiring a crisis management firm to manage the public fallout, including communication with the media and customers to maintain the company's reputation.</a:t>
            </a:r>
          </a:p>
          <a:p>
            <a:endParaRPr lang="en-IN" dirty="0"/>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4</a:t>
            </a:fld>
            <a:endParaRPr lang="en-US"/>
          </a:p>
        </p:txBody>
      </p:sp>
    </p:spTree>
    <p:extLst>
      <p:ext uri="{BB962C8B-B14F-4D97-AF65-F5344CB8AC3E}">
        <p14:creationId xmlns:p14="http://schemas.microsoft.com/office/powerpoint/2010/main" val="1229042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en-US" b="1" u="sng" dirty="0"/>
              <a:t>1. Fraudulent Acts:</a:t>
            </a:r>
            <a:endParaRPr lang="en-US" u="sng" dirty="0"/>
          </a:p>
          <a:p>
            <a:pPr>
              <a:buFont typeface="Arial" panose="020B0604020202020204" pitchFamily="34" charset="0"/>
              <a:buNone/>
            </a:pPr>
            <a:r>
              <a:rPr lang="en-US" dirty="0"/>
              <a:t>MPLI policies do not cover claims that arise from intentional illegal activities or fraudulent acts committed by the insured. The rationale behind this exclusion is to prevent individuals or businesses from engaging in unethical or illegal behavior with the expectation that their insurance will protect them from the consequences.</a:t>
            </a:r>
          </a:p>
          <a:p>
            <a:pPr>
              <a:buFont typeface="Arial" panose="020B0604020202020204" pitchFamily="34" charset="0"/>
              <a:buNone/>
            </a:pPr>
            <a:r>
              <a:rPr lang="en-US" b="1" dirty="0"/>
              <a:t>Example:</a:t>
            </a:r>
            <a:r>
              <a:rPr lang="en-US" dirty="0"/>
              <a:t> If a company executive embezzles funds from the company and is later sued by shareholders, the MPLI policy would not cover the legal costs or any resulting judgment, as the act was intentional and fraudulent.</a:t>
            </a:r>
          </a:p>
          <a:p>
            <a:pPr>
              <a:buFont typeface="Arial" panose="020B0604020202020204" pitchFamily="34" charset="0"/>
              <a:buNone/>
            </a:pPr>
            <a:endParaRPr lang="en-US" dirty="0"/>
          </a:p>
          <a:p>
            <a:r>
              <a:rPr lang="en-US" b="1" u="sng" dirty="0"/>
              <a:t>2. Prior Knowledge:</a:t>
            </a:r>
            <a:endParaRPr lang="en-US" u="sng" dirty="0"/>
          </a:p>
          <a:p>
            <a:pPr>
              <a:buFont typeface="Arial" panose="020B0604020202020204" pitchFamily="34" charset="0"/>
              <a:buNone/>
            </a:pPr>
            <a:r>
              <a:rPr lang="en-US" dirty="0"/>
              <a:t>This exclusion applies to claims arising from circumstances or issues that the insured was aware of before the MPLI policy was purchased or became effective. The idea is that insurance is meant to cover unforeseen events, not pre-existing issues that the insured knew could lead to a claim.</a:t>
            </a:r>
          </a:p>
          <a:p>
            <a:pPr>
              <a:buFont typeface="Arial" panose="020B0604020202020204" pitchFamily="34" charset="0"/>
              <a:buNone/>
            </a:pPr>
            <a:r>
              <a:rPr lang="en-US" b="1" dirty="0"/>
              <a:t>Example:</a:t>
            </a:r>
            <a:r>
              <a:rPr lang="en-US" dirty="0"/>
              <a:t> A law firm purchases MPLI coverage but is aware of a pending lawsuit regarding a case they handled improperly. If the lawsuit is filed after the policy’s start date, the MPLI would not cover it because the firm had prior knowledge of the issue before the policy was in force.</a:t>
            </a:r>
          </a:p>
          <a:p>
            <a:pPr>
              <a:buFont typeface="Arial" panose="020B0604020202020204" pitchFamily="34" charset="0"/>
              <a:buNone/>
            </a:pPr>
            <a:endParaRPr lang="en-US" dirty="0"/>
          </a:p>
          <a:p>
            <a:r>
              <a:rPr lang="en-US" b="1" u="sng" dirty="0"/>
              <a:t>3. Bodily Injury and Property Damage:</a:t>
            </a:r>
            <a:endParaRPr lang="en-US" u="sng" dirty="0"/>
          </a:p>
          <a:p>
            <a:pPr>
              <a:buFont typeface="Arial" panose="020B0604020202020204" pitchFamily="34" charset="0"/>
              <a:buNone/>
            </a:pPr>
            <a:r>
              <a:rPr lang="en-US" dirty="0"/>
              <a:t>MPLI specifically excludes coverage for claims related to physical injuries or damage to tangible property. These types of risks are typically covered under other forms of insurance, such as General Liability or Workers' Compensation insurance. MPLI focuses on professional liabilities, such as errors, omissions, and wrongful acts in managerial or advisory roles.</a:t>
            </a:r>
          </a:p>
          <a:p>
            <a:pPr>
              <a:buFont typeface="Arial" panose="020B0604020202020204" pitchFamily="34" charset="0"/>
              <a:buNone/>
            </a:pPr>
            <a:r>
              <a:rPr lang="en-US" b="1" dirty="0"/>
              <a:t>Example:</a:t>
            </a:r>
            <a:r>
              <a:rPr lang="en-US" dirty="0"/>
              <a:t> If a client visiting a consultant’s office slips, falls, and gets injured, the resulting claim would not be covered by MPLI, as it relates to bodily injury. Instead, the company’s General Liability insurance would typically handle such a claim.</a:t>
            </a:r>
          </a:p>
          <a:p>
            <a:pPr>
              <a:buFont typeface="Arial" panose="020B0604020202020204" pitchFamily="34" charset="0"/>
              <a:buNone/>
            </a:pPr>
            <a:endParaRPr lang="en-US" dirty="0"/>
          </a:p>
          <a:p>
            <a:r>
              <a:rPr lang="en-US" b="1" u="sng" dirty="0"/>
              <a:t>4. Breach of Contract:</a:t>
            </a:r>
            <a:endParaRPr lang="en-US" u="sng" dirty="0"/>
          </a:p>
          <a:p>
            <a:pPr>
              <a:buFont typeface="Arial" panose="020B0604020202020204" pitchFamily="34" charset="0"/>
              <a:buNone/>
            </a:pPr>
            <a:r>
              <a:rPr lang="en-US" dirty="0"/>
              <a:t>MPLI does not cover claims arising from a breach of contract unless the breach is related to the performance of professional services. This exclusion prevents the policy from being used to cover routine contractual disputes that should be managed through proper contract management and negotiation.</a:t>
            </a:r>
          </a:p>
          <a:p>
            <a:pPr>
              <a:buFont typeface="Arial" panose="020B0604020202020204" pitchFamily="34" charset="0"/>
              <a:buNone/>
            </a:pPr>
            <a:r>
              <a:rPr lang="en-US" b="1" dirty="0"/>
              <a:t>Example:</a:t>
            </a:r>
            <a:r>
              <a:rPr lang="en-US" dirty="0"/>
              <a:t> A software development company fails to deliver a project on time, resulting in a breach of contract claim by the client. If the breach is simply due to missed deadlines and not related to professional negligence or errors in the service provided, the MPLI policy would not cover the claim.</a:t>
            </a:r>
          </a:p>
          <a:p>
            <a:endParaRPr lang="en-IN" dirty="0"/>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5</a:t>
            </a:fld>
            <a:endParaRPr lang="en-US"/>
          </a:p>
        </p:txBody>
      </p:sp>
    </p:spTree>
    <p:extLst>
      <p:ext uri="{BB962C8B-B14F-4D97-AF65-F5344CB8AC3E}">
        <p14:creationId xmlns:p14="http://schemas.microsoft.com/office/powerpoint/2010/main" val="1113489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en-US" b="1" u="sng" dirty="0"/>
              <a:t>Industry Risk:</a:t>
            </a:r>
            <a:endParaRPr lang="en-US" u="sng" dirty="0"/>
          </a:p>
          <a:p>
            <a:pPr>
              <a:buFont typeface="Arial" panose="020B0604020202020204" pitchFamily="34" charset="0"/>
              <a:buNone/>
            </a:pPr>
            <a:r>
              <a:rPr lang="en-US" dirty="0"/>
              <a:t>Certain industries are inherently riskier due to the nature of their operations, which increases the likelihood of claims. For example, industries that handle sensitive financial data, provide critical healthcare services, or offer complex professional advice are more likely to face legal challenges. Because of this heightened risk, insurers charge higher premiums to compensate for the potential increase in claims.</a:t>
            </a:r>
          </a:p>
          <a:p>
            <a:pPr>
              <a:buFont typeface="Arial" panose="020B0604020202020204" pitchFamily="34" charset="0"/>
              <a:buNone/>
            </a:pPr>
            <a:r>
              <a:rPr lang="en-US" b="1" dirty="0"/>
              <a:t>Example:</a:t>
            </a:r>
            <a:r>
              <a:rPr lang="en-US" dirty="0"/>
              <a:t> A financial services firm dealing with large sums of money and offering investment advice is considered high-risk. If the firm makes an error that leads to significant financial losses for its clients, it is more likely to face expensive lawsuits, leading to higher MPLI premiums compared to a low-risk industry like retail.</a:t>
            </a:r>
          </a:p>
          <a:p>
            <a:pPr>
              <a:buFont typeface="Arial" panose="020B0604020202020204" pitchFamily="34" charset="0"/>
              <a:buNone/>
            </a:pPr>
            <a:endParaRPr lang="en-US" dirty="0"/>
          </a:p>
          <a:p>
            <a:r>
              <a:rPr lang="en-US" b="1" u="sng" dirty="0"/>
              <a:t>Company Size:</a:t>
            </a:r>
            <a:endParaRPr lang="en-US" u="sng" dirty="0"/>
          </a:p>
          <a:p>
            <a:pPr>
              <a:buFont typeface="Arial" panose="020B0604020202020204" pitchFamily="34" charset="0"/>
              <a:buNone/>
            </a:pPr>
            <a:r>
              <a:rPr lang="en-US" dirty="0"/>
              <a:t>Larger companies usually have more extensive operations and more employees, which increases their exposure to potential claims. A bigger workforce, broader client base, and higher revenue increase the chances of facing legal actions. As a result, insurers charge higher premiums to cover this increased exposure.</a:t>
            </a:r>
          </a:p>
          <a:p>
            <a:pPr>
              <a:buFont typeface="Arial" panose="020B0604020202020204" pitchFamily="34" charset="0"/>
              <a:buNone/>
            </a:pPr>
            <a:r>
              <a:rPr lang="en-US" b="1" dirty="0"/>
              <a:t>Example:</a:t>
            </a:r>
            <a:r>
              <a:rPr lang="en-US" dirty="0"/>
              <a:t> A multinational corporation with thousands of employees and operations across multiple countries will likely pay higher MPLI premiums compared to a small local business with a handful of employees. The larger company’s greater size and reach expose it to more complex and potentially costly legal claims.</a:t>
            </a:r>
          </a:p>
          <a:p>
            <a:pPr>
              <a:buFont typeface="Arial" panose="020B0604020202020204" pitchFamily="34" charset="0"/>
              <a:buNone/>
            </a:pPr>
            <a:endParaRPr lang="en-US" dirty="0"/>
          </a:p>
          <a:p>
            <a:r>
              <a:rPr lang="en-US" b="1" u="sng" dirty="0"/>
              <a:t>Claims History:</a:t>
            </a:r>
            <a:endParaRPr lang="en-US" u="sng" dirty="0"/>
          </a:p>
          <a:p>
            <a:pPr>
              <a:buFont typeface="Arial" panose="020B0604020202020204" pitchFamily="34" charset="0"/>
              <a:buNone/>
            </a:pPr>
            <a:r>
              <a:rPr lang="en-US" dirty="0"/>
              <a:t>A company’s history of past claims is a strong indicator of future risk. If a company has a record of frequent or large claims, insurers will perceive it as higher risk and charge higher premiums. This is similar to how auto insurance premiums increase for drivers with a history of accidents.</a:t>
            </a:r>
          </a:p>
          <a:p>
            <a:pPr>
              <a:buFont typeface="Arial" panose="020B0604020202020204" pitchFamily="34" charset="0"/>
              <a:buNone/>
            </a:pPr>
            <a:r>
              <a:rPr lang="en-US" b="1" dirty="0"/>
              <a:t>Example:</a:t>
            </a:r>
            <a:r>
              <a:rPr lang="en-US" dirty="0"/>
              <a:t> If an architectural firm has previously faced multiple lawsuits due to design errors, its MPLI premiums will be higher because the insurer anticipates that the firm might face similar claims in the future.</a:t>
            </a:r>
          </a:p>
          <a:p>
            <a:pPr>
              <a:buFont typeface="Arial" panose="020B0604020202020204" pitchFamily="34" charset="0"/>
              <a:buNone/>
            </a:pPr>
            <a:endParaRPr lang="en-US" dirty="0"/>
          </a:p>
          <a:p>
            <a:r>
              <a:rPr lang="en-US" b="1" u="sng" dirty="0"/>
              <a:t>Policy Limits:</a:t>
            </a:r>
            <a:endParaRPr lang="en-US" u="sng" dirty="0"/>
          </a:p>
          <a:p>
            <a:pPr>
              <a:buFont typeface="Arial" panose="020B0604020202020204" pitchFamily="34" charset="0"/>
              <a:buNone/>
            </a:pPr>
            <a:r>
              <a:rPr lang="en-US" dirty="0"/>
              <a:t>The policy limit is the maximum amount the insurer will pay for a covered claim. Higher policy limits provide more coverage, but they also increase the insurer’s potential liability. Therefore, higher policy limits typically result in higher premiums, as the insurer must account for the possibility of paying out more in claims.</a:t>
            </a:r>
          </a:p>
          <a:p>
            <a:pPr>
              <a:buFont typeface="Arial" panose="020B0604020202020204" pitchFamily="34" charset="0"/>
              <a:buNone/>
            </a:pPr>
            <a:r>
              <a:rPr lang="en-US" b="1" dirty="0"/>
              <a:t>Example:</a:t>
            </a:r>
            <a:r>
              <a:rPr lang="en-US" dirty="0"/>
              <a:t> A law firm opts for an MPLI policy with a $10 million limit to ensure adequate coverage for large claims. This higher limit results in a higher premium compared to a similar policy with a $1 million limit, which would provide less coverage but cost less in premiums.</a:t>
            </a:r>
          </a:p>
          <a:p>
            <a:endParaRPr lang="en-IN" dirty="0"/>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6</a:t>
            </a:fld>
            <a:endParaRPr lang="en-US"/>
          </a:p>
        </p:txBody>
      </p:sp>
    </p:spTree>
    <p:extLst>
      <p:ext uri="{BB962C8B-B14F-4D97-AF65-F5344CB8AC3E}">
        <p14:creationId xmlns:p14="http://schemas.microsoft.com/office/powerpoint/2010/main" val="989370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16"/>
          <p:cNvSpPr txBox="1"/>
          <p:nvPr userDrawn="1"/>
        </p:nvSpPr>
        <p:spPr>
          <a:xfrm>
            <a:off x="11624310" y="6540542"/>
            <a:ext cx="617220" cy="326770"/>
          </a:xfrm>
          <a:prstGeom prst="rect">
            <a:avLst/>
          </a:prstGeom>
          <a:noFill/>
        </p:spPr>
        <p:txBody>
          <a:bodyPr lIns="110249" tIns="55125" rIns="110249" bIns="55125" anchor="ctr">
            <a:spAutoFit/>
          </a:bodyPr>
          <a:lstStyle/>
          <a:p>
            <a:pPr algn="ctr">
              <a:defRPr/>
            </a:pPr>
            <a:fld id="{D2FF584B-C88C-4411-984A-6427B0C91A19}" type="slidenum">
              <a:rPr lang="en-US" sz="1400">
                <a:latin typeface="Calibri" pitchFamily="34" charset="0"/>
              </a:rPr>
              <a:pPr algn="ctr">
                <a:defRPr/>
              </a:pPr>
              <a:t>‹#›</a:t>
            </a:fld>
            <a:endParaRPr lang="en-US" sz="1400" dirty="0">
              <a:latin typeface="Calibri" pitchFamily="34" charset="0"/>
            </a:endParaRPr>
          </a:p>
        </p:txBody>
      </p:sp>
      <p:sp>
        <p:nvSpPr>
          <p:cNvPr id="5" name="Rectangle 4"/>
          <p:cNvSpPr/>
          <p:nvPr userDrawn="1"/>
        </p:nvSpPr>
        <p:spPr>
          <a:xfrm>
            <a:off x="2662" y="-675"/>
            <a:ext cx="12349480" cy="6961188"/>
          </a:xfrm>
          <a:prstGeom prst="rect">
            <a:avLst/>
          </a:prstGeom>
          <a:solidFill>
            <a:srgbClr val="205595"/>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9" name="TextBox 8"/>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dirty="0">
              <a:solidFill>
                <a:schemeClr val="bg1"/>
              </a:solidFill>
            </a:endParaRPr>
          </a:p>
        </p:txBody>
      </p:sp>
      <p:pic>
        <p:nvPicPr>
          <p:cNvPr id="10" name="Picture 9"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0" y="0"/>
            <a:ext cx="12344400" cy="6950075"/>
          </a:xfrm>
          <a:prstGeom prst="rect">
            <a:avLst/>
          </a:prstGeom>
          <a:solidFill>
            <a:srgbClr val="D64120"/>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latin typeface="Segoe UI" panose="020B0502040204020203" pitchFamily="34" charset="0"/>
            </a:endParaRP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9" name="Picture 8"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sp>
        <p:nvSpPr>
          <p:cNvPr id="10" name="TextBox 9"/>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dirty="0">
              <a:solidFill>
                <a:schemeClr val="bg1"/>
              </a:solidFill>
            </a:endParaRPr>
          </a:p>
        </p:txBody>
      </p:sp>
    </p:spTree>
    <p:extLst>
      <p:ext uri="{BB962C8B-B14F-4D97-AF65-F5344CB8AC3E}">
        <p14:creationId xmlns:p14="http://schemas.microsoft.com/office/powerpoint/2010/main" val="84343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extBox 16"/>
          <p:cNvSpPr txBox="1"/>
          <p:nvPr userDrawn="1"/>
        </p:nvSpPr>
        <p:spPr>
          <a:xfrm>
            <a:off x="11624310" y="6540542"/>
            <a:ext cx="617220" cy="326770"/>
          </a:xfrm>
          <a:prstGeom prst="rect">
            <a:avLst/>
          </a:prstGeom>
          <a:noFill/>
        </p:spPr>
        <p:txBody>
          <a:bodyPr lIns="110249" tIns="55125" rIns="110249" bIns="55125" anchor="ctr">
            <a:spAutoFit/>
          </a:bodyPr>
          <a:lstStyle/>
          <a:p>
            <a:pPr algn="ctr">
              <a:defRPr/>
            </a:pPr>
            <a:fld id="{D2FF584B-C88C-4411-984A-6427B0C91A19}" type="slidenum">
              <a:rPr lang="en-US" sz="1400">
                <a:latin typeface="Calibri" pitchFamily="34" charset="0"/>
              </a:rPr>
              <a:pPr algn="ctr">
                <a:defRPr/>
              </a:pPr>
              <a:t>‹#›</a:t>
            </a:fld>
            <a:endParaRPr lang="en-US" sz="1400" dirty="0">
              <a:latin typeface="Calibri" pitchFamily="34" charset="0"/>
            </a:endParaRPr>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11" name="Picture 10"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35818" y="1570037"/>
            <a:ext cx="1723779" cy="1276350"/>
          </a:xfrm>
          <a:prstGeom prst="rect">
            <a:avLst/>
          </a:prstGeom>
        </p:spPr>
      </p:pic>
      <p:sp>
        <p:nvSpPr>
          <p:cNvPr id="12" name="TextBox 11"/>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dirty="0">
              <a:solidFill>
                <a:schemeClr val="bg1"/>
              </a:solidFill>
            </a:endParaRPr>
          </a:p>
        </p:txBody>
      </p:sp>
      <p:sp>
        <p:nvSpPr>
          <p:cNvPr id="14" name="Rectangle 13"/>
          <p:cNvSpPr/>
          <p:nvPr userDrawn="1"/>
        </p:nvSpPr>
        <p:spPr>
          <a:xfrm>
            <a:off x="0" y="-11113"/>
            <a:ext cx="12344400" cy="6950075"/>
          </a:xfrm>
          <a:prstGeom prst="rect">
            <a:avLst/>
          </a:prstGeom>
          <a:solidFill>
            <a:srgbClr val="0B8D82"/>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p>
        </p:txBody>
      </p:sp>
      <p:pic>
        <p:nvPicPr>
          <p:cNvPr id="15" name="Picture 14"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10" name="TextBox 9"/>
          <p:cNvSpPr txBox="1"/>
          <p:nvPr userDrawn="1"/>
        </p:nvSpPr>
        <p:spPr>
          <a:xfrm>
            <a:off x="11666098" y="66009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dirty="0">
              <a:solidFill>
                <a:schemeClr val="bg1"/>
              </a:solidFill>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00" y="198437"/>
            <a:ext cx="1313371" cy="85431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17220" y="278325"/>
            <a:ext cx="11109960" cy="1158346"/>
          </a:xfrm>
          <a:prstGeom prst="rect">
            <a:avLst/>
          </a:prstGeom>
          <a:noFill/>
          <a:ln w="9525">
            <a:noFill/>
            <a:miter lim="800000"/>
            <a:headEnd/>
            <a:tailEnd/>
          </a:ln>
        </p:spPr>
        <p:txBody>
          <a:bodyPr vert="horz" wrap="square" lIns="110249" tIns="55125" rIns="110249" bIns="55125"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17220" y="1621685"/>
            <a:ext cx="11109960" cy="4586728"/>
          </a:xfrm>
          <a:prstGeom prst="rect">
            <a:avLst/>
          </a:prstGeom>
          <a:noFill/>
          <a:ln w="9525">
            <a:noFill/>
            <a:miter lim="800000"/>
            <a:headEnd/>
            <a:tailEnd/>
          </a:ln>
        </p:spPr>
        <p:txBody>
          <a:bodyPr vert="horz" wrap="square" lIns="110249" tIns="55125" rIns="110249" bIns="5512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 y="6441690"/>
            <a:ext cx="2880360" cy="370027"/>
          </a:xfrm>
          <a:prstGeom prst="rect">
            <a:avLst/>
          </a:prstGeom>
        </p:spPr>
        <p:txBody>
          <a:bodyPr vert="horz" lIns="110249" tIns="55125" rIns="110249" bIns="55125" rtlCol="0" anchor="ctr"/>
          <a:lstStyle>
            <a:lvl1pPr algn="l" fontAlgn="auto">
              <a:spcBef>
                <a:spcPts val="0"/>
              </a:spcBef>
              <a:spcAft>
                <a:spcPts val="0"/>
              </a:spcAft>
              <a:defRPr sz="1400">
                <a:solidFill>
                  <a:schemeClr val="tx1">
                    <a:tint val="75000"/>
                  </a:schemeClr>
                </a:solidFill>
                <a:latin typeface="+mn-lt"/>
                <a:cs typeface="+mn-cs"/>
              </a:defRPr>
            </a:lvl1pPr>
          </a:lstStyle>
          <a:p>
            <a:pPr>
              <a:defRPr/>
            </a:pPr>
            <a:fld id="{033C36AE-1F22-4034-AC38-1EF7C2E753D1}" type="datetimeFigureOut">
              <a:rPr lang="en-US"/>
              <a:pPr>
                <a:defRPr/>
              </a:pPr>
              <a:t>8/16/2024</a:t>
            </a:fld>
            <a:endParaRPr lang="en-US"/>
          </a:p>
        </p:txBody>
      </p:sp>
      <p:sp>
        <p:nvSpPr>
          <p:cNvPr id="5" name="Footer Placeholder 4"/>
          <p:cNvSpPr>
            <a:spLocks noGrp="1"/>
          </p:cNvSpPr>
          <p:nvPr>
            <p:ph type="ftr" sz="quarter" idx="3"/>
          </p:nvPr>
        </p:nvSpPr>
        <p:spPr>
          <a:xfrm>
            <a:off x="4217670" y="6441690"/>
            <a:ext cx="3909060" cy="370027"/>
          </a:xfrm>
          <a:prstGeom prst="rect">
            <a:avLst/>
          </a:prstGeom>
        </p:spPr>
        <p:txBody>
          <a:bodyPr vert="horz" lIns="110249" tIns="55125" rIns="110249" bIns="55125" rtlCol="0" anchor="ctr"/>
          <a:lstStyle>
            <a:lvl1pPr algn="ctr" fontAlgn="auto">
              <a:spcBef>
                <a:spcPts val="0"/>
              </a:spcBef>
              <a:spcAft>
                <a:spcPts val="0"/>
              </a:spcAft>
              <a:defRPr sz="14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8846820" y="6441690"/>
            <a:ext cx="2880360" cy="370027"/>
          </a:xfrm>
          <a:prstGeom prst="rect">
            <a:avLst/>
          </a:prstGeom>
        </p:spPr>
        <p:txBody>
          <a:bodyPr vert="horz" lIns="110249" tIns="55125" rIns="110249" bIns="55125" rtlCol="0" anchor="ctr"/>
          <a:lstStyle>
            <a:lvl1pPr algn="r" fontAlgn="auto">
              <a:spcBef>
                <a:spcPts val="0"/>
              </a:spcBef>
              <a:spcAft>
                <a:spcPts val="0"/>
              </a:spcAft>
              <a:defRPr sz="1400">
                <a:solidFill>
                  <a:schemeClr val="tx1">
                    <a:tint val="75000"/>
                  </a:schemeClr>
                </a:solidFill>
                <a:latin typeface="+mn-lt"/>
                <a:cs typeface="+mn-cs"/>
              </a:defRPr>
            </a:lvl1pPr>
          </a:lstStyle>
          <a:p>
            <a:pPr>
              <a:defRPr/>
            </a:pPr>
            <a:fld id="{019164D7-1688-4482-BCBF-BB84A53684B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6" r:id="rId1"/>
    <p:sldLayoutId id="2147483663" r:id="rId2"/>
    <p:sldLayoutId id="2147483657" r:id="rId3"/>
    <p:sldLayoutId id="2147483659" r:id="rId4"/>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rtl="0" eaLnBrk="1" fontAlgn="base" hangingPunct="1">
        <a:spcBef>
          <a:spcPct val="0"/>
        </a:spcBef>
        <a:spcAft>
          <a:spcPct val="0"/>
        </a:spcAft>
        <a:defRPr sz="5300" kern="1200">
          <a:solidFill>
            <a:schemeClr val="tx1"/>
          </a:solidFill>
          <a:latin typeface="+mj-lt"/>
          <a:ea typeface="+mj-ea"/>
          <a:cs typeface="+mj-cs"/>
        </a:defRPr>
      </a:lvl1pPr>
      <a:lvl2pPr algn="ctr" rtl="0" eaLnBrk="1" fontAlgn="base" hangingPunct="1">
        <a:spcBef>
          <a:spcPct val="0"/>
        </a:spcBef>
        <a:spcAft>
          <a:spcPct val="0"/>
        </a:spcAft>
        <a:defRPr sz="5300">
          <a:solidFill>
            <a:schemeClr val="tx1"/>
          </a:solidFill>
          <a:latin typeface="Calibri" pitchFamily="34" charset="0"/>
        </a:defRPr>
      </a:lvl2pPr>
      <a:lvl3pPr algn="ctr" rtl="0" eaLnBrk="1" fontAlgn="base" hangingPunct="1">
        <a:spcBef>
          <a:spcPct val="0"/>
        </a:spcBef>
        <a:spcAft>
          <a:spcPct val="0"/>
        </a:spcAft>
        <a:defRPr sz="5300">
          <a:solidFill>
            <a:schemeClr val="tx1"/>
          </a:solidFill>
          <a:latin typeface="Calibri" pitchFamily="34" charset="0"/>
        </a:defRPr>
      </a:lvl3pPr>
      <a:lvl4pPr algn="ctr" rtl="0" eaLnBrk="1" fontAlgn="base" hangingPunct="1">
        <a:spcBef>
          <a:spcPct val="0"/>
        </a:spcBef>
        <a:spcAft>
          <a:spcPct val="0"/>
        </a:spcAft>
        <a:defRPr sz="5300">
          <a:solidFill>
            <a:schemeClr val="tx1"/>
          </a:solidFill>
          <a:latin typeface="Calibri" pitchFamily="34" charset="0"/>
        </a:defRPr>
      </a:lvl4pPr>
      <a:lvl5pPr algn="ctr" rtl="0" eaLnBrk="1" fontAlgn="base" hangingPunct="1">
        <a:spcBef>
          <a:spcPct val="0"/>
        </a:spcBef>
        <a:spcAft>
          <a:spcPct val="0"/>
        </a:spcAft>
        <a:defRPr sz="5300">
          <a:solidFill>
            <a:schemeClr val="tx1"/>
          </a:solidFill>
          <a:latin typeface="Calibri" pitchFamily="34" charset="0"/>
        </a:defRPr>
      </a:lvl5pPr>
      <a:lvl6pPr marL="551246" algn="ctr" rtl="0" eaLnBrk="1" fontAlgn="base" hangingPunct="1">
        <a:spcBef>
          <a:spcPct val="0"/>
        </a:spcBef>
        <a:spcAft>
          <a:spcPct val="0"/>
        </a:spcAft>
        <a:defRPr sz="5300">
          <a:solidFill>
            <a:schemeClr val="tx1"/>
          </a:solidFill>
          <a:latin typeface="Calibri" pitchFamily="34" charset="0"/>
        </a:defRPr>
      </a:lvl6pPr>
      <a:lvl7pPr marL="1102492" algn="ctr" rtl="0" eaLnBrk="1" fontAlgn="base" hangingPunct="1">
        <a:spcBef>
          <a:spcPct val="0"/>
        </a:spcBef>
        <a:spcAft>
          <a:spcPct val="0"/>
        </a:spcAft>
        <a:defRPr sz="5300">
          <a:solidFill>
            <a:schemeClr val="tx1"/>
          </a:solidFill>
          <a:latin typeface="Calibri" pitchFamily="34" charset="0"/>
        </a:defRPr>
      </a:lvl7pPr>
      <a:lvl8pPr marL="1653738" algn="ctr" rtl="0" eaLnBrk="1" fontAlgn="base" hangingPunct="1">
        <a:spcBef>
          <a:spcPct val="0"/>
        </a:spcBef>
        <a:spcAft>
          <a:spcPct val="0"/>
        </a:spcAft>
        <a:defRPr sz="5300">
          <a:solidFill>
            <a:schemeClr val="tx1"/>
          </a:solidFill>
          <a:latin typeface="Calibri" pitchFamily="34" charset="0"/>
        </a:defRPr>
      </a:lvl8pPr>
      <a:lvl9pPr marL="2204984" algn="ctr" rtl="0" eaLnBrk="1" fontAlgn="base" hangingPunct="1">
        <a:spcBef>
          <a:spcPct val="0"/>
        </a:spcBef>
        <a:spcAft>
          <a:spcPct val="0"/>
        </a:spcAft>
        <a:defRPr sz="5300">
          <a:solidFill>
            <a:schemeClr val="tx1"/>
          </a:solidFill>
          <a:latin typeface="Calibri" pitchFamily="34" charset="0"/>
        </a:defRPr>
      </a:lvl9pPr>
    </p:titleStyle>
    <p:bodyStyle>
      <a:lvl1pPr marL="413435" indent="-413435" algn="l" rtl="0" eaLnBrk="1" fontAlgn="base" hangingPunct="1">
        <a:spcBef>
          <a:spcPct val="20000"/>
        </a:spcBef>
        <a:spcAft>
          <a:spcPct val="0"/>
        </a:spcAft>
        <a:buFont typeface="Arial" charset="0"/>
        <a:buChar char="•"/>
        <a:defRPr sz="3900" kern="1200">
          <a:solidFill>
            <a:schemeClr val="tx1"/>
          </a:solidFill>
          <a:latin typeface="+mn-lt"/>
          <a:ea typeface="+mn-ea"/>
          <a:cs typeface="+mn-cs"/>
        </a:defRPr>
      </a:lvl1pPr>
      <a:lvl2pPr marL="895775" indent="-344529" algn="l" rtl="0" eaLnBrk="1" fontAlgn="base" hangingPunct="1">
        <a:spcBef>
          <a:spcPct val="20000"/>
        </a:spcBef>
        <a:spcAft>
          <a:spcPct val="0"/>
        </a:spcAft>
        <a:buFont typeface="Arial" charset="0"/>
        <a:buChar char="–"/>
        <a:defRPr sz="3400" kern="1200">
          <a:solidFill>
            <a:schemeClr val="tx1"/>
          </a:solidFill>
          <a:latin typeface="+mn-lt"/>
          <a:ea typeface="+mn-ea"/>
          <a:cs typeface="+mn-cs"/>
        </a:defRPr>
      </a:lvl2pPr>
      <a:lvl3pPr marL="1378115" indent="-275623" algn="l" rtl="0" eaLnBrk="1" fontAlgn="base" hangingPunct="1">
        <a:spcBef>
          <a:spcPct val="20000"/>
        </a:spcBef>
        <a:spcAft>
          <a:spcPct val="0"/>
        </a:spcAft>
        <a:buFont typeface="Arial" charset="0"/>
        <a:buChar char="•"/>
        <a:defRPr sz="2900" kern="1200">
          <a:solidFill>
            <a:schemeClr val="tx1"/>
          </a:solidFill>
          <a:latin typeface="+mn-lt"/>
          <a:ea typeface="+mn-ea"/>
          <a:cs typeface="+mn-cs"/>
        </a:defRPr>
      </a:lvl3pPr>
      <a:lvl4pPr marL="1929361"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4pPr>
      <a:lvl5pPr marL="2480607"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5pPr>
      <a:lvl6pPr marL="3031853"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83099"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34345"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85591"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102492" rtl="0" eaLnBrk="1" latinLnBrk="0" hangingPunct="1">
        <a:defRPr sz="2200" kern="1200">
          <a:solidFill>
            <a:schemeClr val="tx1"/>
          </a:solidFill>
          <a:latin typeface="+mn-lt"/>
          <a:ea typeface="+mn-ea"/>
          <a:cs typeface="+mn-cs"/>
        </a:defRPr>
      </a:lvl1pPr>
      <a:lvl2pPr marL="551246" algn="l" defTabSz="1102492" rtl="0" eaLnBrk="1" latinLnBrk="0" hangingPunct="1">
        <a:defRPr sz="2200" kern="1200">
          <a:solidFill>
            <a:schemeClr val="tx1"/>
          </a:solidFill>
          <a:latin typeface="+mn-lt"/>
          <a:ea typeface="+mn-ea"/>
          <a:cs typeface="+mn-cs"/>
        </a:defRPr>
      </a:lvl2pPr>
      <a:lvl3pPr marL="1102492" algn="l" defTabSz="1102492" rtl="0" eaLnBrk="1" latinLnBrk="0" hangingPunct="1">
        <a:defRPr sz="2200" kern="1200">
          <a:solidFill>
            <a:schemeClr val="tx1"/>
          </a:solidFill>
          <a:latin typeface="+mn-lt"/>
          <a:ea typeface="+mn-ea"/>
          <a:cs typeface="+mn-cs"/>
        </a:defRPr>
      </a:lvl3pPr>
      <a:lvl4pPr marL="1653738" algn="l" defTabSz="1102492" rtl="0" eaLnBrk="1" latinLnBrk="0" hangingPunct="1">
        <a:defRPr sz="2200" kern="1200">
          <a:solidFill>
            <a:schemeClr val="tx1"/>
          </a:solidFill>
          <a:latin typeface="+mn-lt"/>
          <a:ea typeface="+mn-ea"/>
          <a:cs typeface="+mn-cs"/>
        </a:defRPr>
      </a:lvl4pPr>
      <a:lvl5pPr marL="2204984" algn="l" defTabSz="1102492" rtl="0" eaLnBrk="1" latinLnBrk="0" hangingPunct="1">
        <a:defRPr sz="2200" kern="1200">
          <a:solidFill>
            <a:schemeClr val="tx1"/>
          </a:solidFill>
          <a:latin typeface="+mn-lt"/>
          <a:ea typeface="+mn-ea"/>
          <a:cs typeface="+mn-cs"/>
        </a:defRPr>
      </a:lvl5pPr>
      <a:lvl6pPr marL="2756230" algn="l" defTabSz="1102492" rtl="0" eaLnBrk="1" latinLnBrk="0" hangingPunct="1">
        <a:defRPr sz="2200" kern="1200">
          <a:solidFill>
            <a:schemeClr val="tx1"/>
          </a:solidFill>
          <a:latin typeface="+mn-lt"/>
          <a:ea typeface="+mn-ea"/>
          <a:cs typeface="+mn-cs"/>
        </a:defRPr>
      </a:lvl6pPr>
      <a:lvl7pPr marL="3307476" algn="l" defTabSz="1102492" rtl="0" eaLnBrk="1" latinLnBrk="0" hangingPunct="1">
        <a:defRPr sz="2200" kern="1200">
          <a:solidFill>
            <a:schemeClr val="tx1"/>
          </a:solidFill>
          <a:latin typeface="+mn-lt"/>
          <a:ea typeface="+mn-ea"/>
          <a:cs typeface="+mn-cs"/>
        </a:defRPr>
      </a:lvl7pPr>
      <a:lvl8pPr marL="3858722" algn="l" defTabSz="1102492" rtl="0" eaLnBrk="1" latinLnBrk="0" hangingPunct="1">
        <a:defRPr sz="2200" kern="1200">
          <a:solidFill>
            <a:schemeClr val="tx1"/>
          </a:solidFill>
          <a:latin typeface="+mn-lt"/>
          <a:ea typeface="+mn-ea"/>
          <a:cs typeface="+mn-cs"/>
        </a:defRPr>
      </a:lvl8pPr>
      <a:lvl9pPr marL="4409968" algn="l" defTabSz="1102492"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3" Type="http://schemas.openxmlformats.org/officeDocument/2006/relationships/hyperlink" Target="https://youtu.be/LBsrIRljBkY?si=F-7rsSiRp8zy_Kty" TargetMode="External"/><Relationship Id="rId2" Type="http://schemas.openxmlformats.org/officeDocument/2006/relationships/hyperlink" Target="https://youtu.be/u7YMd70vziM?si=3e6MM6lW45MG8wM9" TargetMode="Externa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hyperlink" Target="https://youtu.be/3plaaYY6214?si=3-UwhSBInTEDbkyl" TargetMode="External"/><Relationship Id="rId4" Type="http://schemas.openxmlformats.org/officeDocument/2006/relationships/hyperlink" Target="https://youtu.be/UIhc8j7DJnc?si=FZ4bF63v1j63Nws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2762" b="12526"/>
          <a:stretch/>
        </p:blipFill>
        <p:spPr>
          <a:xfrm>
            <a:off x="-69057" y="-30164"/>
            <a:ext cx="12413457" cy="7010401"/>
          </a:xfrm>
          <a:prstGeom prst="rect">
            <a:avLst/>
          </a:prstGeom>
        </p:spPr>
      </p:pic>
      <p:pic>
        <p:nvPicPr>
          <p:cNvPr id="11" name="Picture 10"/>
          <p:cNvPicPr>
            <a:picLocks noChangeAspect="1"/>
          </p:cNvPicPr>
          <p:nvPr/>
        </p:nvPicPr>
        <p:blipFill>
          <a:blip r:embed="rId3"/>
          <a:stretch>
            <a:fillRect/>
          </a:stretch>
        </p:blipFill>
        <p:spPr>
          <a:xfrm>
            <a:off x="771779" y="6294437"/>
            <a:ext cx="3225800" cy="127000"/>
          </a:xfrm>
          <a:prstGeom prst="rect">
            <a:avLst/>
          </a:prstGeom>
        </p:spPr>
      </p:pic>
      <p:pic>
        <p:nvPicPr>
          <p:cNvPr id="12" name="Picture 11"/>
          <p:cNvPicPr>
            <a:picLocks noChangeAspect="1"/>
          </p:cNvPicPr>
          <p:nvPr/>
        </p:nvPicPr>
        <p:blipFill>
          <a:blip r:embed="rId3">
            <a:alphaModFix amt="43000"/>
          </a:blip>
          <a:stretch>
            <a:fillRect/>
          </a:stretch>
        </p:blipFill>
        <p:spPr>
          <a:xfrm>
            <a:off x="2544427" y="6446837"/>
            <a:ext cx="3225800" cy="127000"/>
          </a:xfrm>
          <a:prstGeom prst="rect">
            <a:avLst/>
          </a:prstGeom>
        </p:spPr>
      </p:pic>
      <p:sp>
        <p:nvSpPr>
          <p:cNvPr id="13" name="Parallelogram 12"/>
          <p:cNvSpPr/>
          <p:nvPr/>
        </p:nvSpPr>
        <p:spPr>
          <a:xfrm>
            <a:off x="4785320" y="-42862"/>
            <a:ext cx="7564523" cy="7049860"/>
          </a:xfrm>
          <a:custGeom>
            <a:avLst/>
            <a:gdLst>
              <a:gd name="connsiteX0" fmla="*/ 0 w 6383423"/>
              <a:gd name="connsiteY0" fmla="*/ 6950074 h 6950074"/>
              <a:gd name="connsiteX1" fmla="*/ 1595856 w 6383423"/>
              <a:gd name="connsiteY1" fmla="*/ 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75474 h 6975474"/>
              <a:gd name="connsiteX1" fmla="*/ 3665956 w 6383423"/>
              <a:gd name="connsiteY1" fmla="*/ 0 h 6975474"/>
              <a:gd name="connsiteX2" fmla="*/ 6383423 w 6383423"/>
              <a:gd name="connsiteY2" fmla="*/ 25400 h 6975474"/>
              <a:gd name="connsiteX3" fmla="*/ 4787567 w 6383423"/>
              <a:gd name="connsiteY3" fmla="*/ 6975474 h 6975474"/>
              <a:gd name="connsiteX4" fmla="*/ 0 w 6383423"/>
              <a:gd name="connsiteY4" fmla="*/ 6975474 h 6975474"/>
              <a:gd name="connsiteX0" fmla="*/ 0 w 6383423"/>
              <a:gd name="connsiteY0" fmla="*/ 6950074 h 6950074"/>
              <a:gd name="connsiteX1" fmla="*/ 4351756 w 6383423"/>
              <a:gd name="connsiteY1" fmla="*/ 1270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50074 h 6962774"/>
              <a:gd name="connsiteX1" fmla="*/ 4351756 w 6383423"/>
              <a:gd name="connsiteY1" fmla="*/ 12700 h 6962774"/>
              <a:gd name="connsiteX2" fmla="*/ 6383423 w 6383423"/>
              <a:gd name="connsiteY2" fmla="*/ 0 h 6962774"/>
              <a:gd name="connsiteX3" fmla="*/ 5587667 w 6383423"/>
              <a:gd name="connsiteY3" fmla="*/ 6962774 h 6962774"/>
              <a:gd name="connsiteX4" fmla="*/ 0 w 6383423"/>
              <a:gd name="connsiteY4" fmla="*/ 6950074 h 6962774"/>
              <a:gd name="connsiteX0" fmla="*/ 0 w 6383423"/>
              <a:gd name="connsiteY0" fmla="*/ 6950074 h 6962774"/>
              <a:gd name="connsiteX1" fmla="*/ 4351756 w 6383423"/>
              <a:gd name="connsiteY1" fmla="*/ 12700 h 6962774"/>
              <a:gd name="connsiteX2" fmla="*/ 6383423 w 6383423"/>
              <a:gd name="connsiteY2" fmla="*/ 0 h 6962774"/>
              <a:gd name="connsiteX3" fmla="*/ 5799223 w 6383423"/>
              <a:gd name="connsiteY3" fmla="*/ 4902201 h 6962774"/>
              <a:gd name="connsiteX4" fmla="*/ 5587667 w 6383423"/>
              <a:gd name="connsiteY4" fmla="*/ 6962774 h 6962774"/>
              <a:gd name="connsiteX5" fmla="*/ 0 w 6383423"/>
              <a:gd name="connsiteY5" fmla="*/ 6950074 h 6962774"/>
              <a:gd name="connsiteX0" fmla="*/ 0 w 7564523"/>
              <a:gd name="connsiteY0" fmla="*/ 6950074 h 6962774"/>
              <a:gd name="connsiteX1" fmla="*/ 4351756 w 7564523"/>
              <a:gd name="connsiteY1" fmla="*/ 12700 h 6962774"/>
              <a:gd name="connsiteX2" fmla="*/ 6383423 w 7564523"/>
              <a:gd name="connsiteY2" fmla="*/ 0 h 6962774"/>
              <a:gd name="connsiteX3" fmla="*/ 7564523 w 7564523"/>
              <a:gd name="connsiteY3" fmla="*/ 4660901 h 6962774"/>
              <a:gd name="connsiteX4" fmla="*/ 5587667 w 7564523"/>
              <a:gd name="connsiteY4" fmla="*/ 6962774 h 6962774"/>
              <a:gd name="connsiteX5" fmla="*/ 0 w 7564523"/>
              <a:gd name="connsiteY5" fmla="*/ 6950074 h 6962774"/>
              <a:gd name="connsiteX0" fmla="*/ 0 w 7602623"/>
              <a:gd name="connsiteY0" fmla="*/ 6962774 h 6975474"/>
              <a:gd name="connsiteX1" fmla="*/ 4351756 w 7602623"/>
              <a:gd name="connsiteY1" fmla="*/ 25400 h 6975474"/>
              <a:gd name="connsiteX2" fmla="*/ 7602623 w 7602623"/>
              <a:gd name="connsiteY2" fmla="*/ 0 h 6975474"/>
              <a:gd name="connsiteX3" fmla="*/ 7564523 w 7602623"/>
              <a:gd name="connsiteY3" fmla="*/ 4673601 h 6975474"/>
              <a:gd name="connsiteX4" fmla="*/ 5587667 w 7602623"/>
              <a:gd name="connsiteY4" fmla="*/ 6975474 h 6975474"/>
              <a:gd name="connsiteX5" fmla="*/ 0 w 7602623"/>
              <a:gd name="connsiteY5" fmla="*/ 6962774 h 6975474"/>
              <a:gd name="connsiteX0" fmla="*/ 0 w 7602623"/>
              <a:gd name="connsiteY0" fmla="*/ 7026274 h 7038974"/>
              <a:gd name="connsiteX1" fmla="*/ 4415256 w 7602623"/>
              <a:gd name="connsiteY1" fmla="*/ 0 h 7038974"/>
              <a:gd name="connsiteX2" fmla="*/ 7602623 w 7602623"/>
              <a:gd name="connsiteY2" fmla="*/ 63500 h 7038974"/>
              <a:gd name="connsiteX3" fmla="*/ 7564523 w 7602623"/>
              <a:gd name="connsiteY3" fmla="*/ 4737101 h 7038974"/>
              <a:gd name="connsiteX4" fmla="*/ 5587667 w 7602623"/>
              <a:gd name="connsiteY4" fmla="*/ 7038974 h 7038974"/>
              <a:gd name="connsiteX5" fmla="*/ 0 w 7602623"/>
              <a:gd name="connsiteY5" fmla="*/ 7026274 h 7038974"/>
              <a:gd name="connsiteX0" fmla="*/ 0 w 7716923"/>
              <a:gd name="connsiteY0" fmla="*/ 7178674 h 7178674"/>
              <a:gd name="connsiteX1" fmla="*/ 4529556 w 7716923"/>
              <a:gd name="connsiteY1" fmla="*/ 0 h 7178674"/>
              <a:gd name="connsiteX2" fmla="*/ 7716923 w 7716923"/>
              <a:gd name="connsiteY2" fmla="*/ 63500 h 7178674"/>
              <a:gd name="connsiteX3" fmla="*/ 7678823 w 7716923"/>
              <a:gd name="connsiteY3" fmla="*/ 4737101 h 7178674"/>
              <a:gd name="connsiteX4" fmla="*/ 5701967 w 7716923"/>
              <a:gd name="connsiteY4" fmla="*/ 7038974 h 7178674"/>
              <a:gd name="connsiteX5" fmla="*/ 0 w 7716923"/>
              <a:gd name="connsiteY5" fmla="*/ 7178674 h 7178674"/>
              <a:gd name="connsiteX0" fmla="*/ 0 w 7716923"/>
              <a:gd name="connsiteY0" fmla="*/ 7178674 h 7292974"/>
              <a:gd name="connsiteX1" fmla="*/ 4529556 w 7716923"/>
              <a:gd name="connsiteY1" fmla="*/ 0 h 7292974"/>
              <a:gd name="connsiteX2" fmla="*/ 7716923 w 7716923"/>
              <a:gd name="connsiteY2" fmla="*/ 63500 h 7292974"/>
              <a:gd name="connsiteX3" fmla="*/ 7678823 w 7716923"/>
              <a:gd name="connsiteY3" fmla="*/ 4737101 h 7292974"/>
              <a:gd name="connsiteX4" fmla="*/ 5473367 w 7716923"/>
              <a:gd name="connsiteY4" fmla="*/ 7292974 h 7292974"/>
              <a:gd name="connsiteX5" fmla="*/ 0 w 7716923"/>
              <a:gd name="connsiteY5" fmla="*/ 7178674 h 7292974"/>
              <a:gd name="connsiteX0" fmla="*/ 0 w 7716923"/>
              <a:gd name="connsiteY0" fmla="*/ 7115174 h 7229474"/>
              <a:gd name="connsiteX1" fmla="*/ 6377406 w 7716923"/>
              <a:gd name="connsiteY1" fmla="*/ 107950 h 7229474"/>
              <a:gd name="connsiteX2" fmla="*/ 7716923 w 7716923"/>
              <a:gd name="connsiteY2" fmla="*/ 0 h 7229474"/>
              <a:gd name="connsiteX3" fmla="*/ 7678823 w 7716923"/>
              <a:gd name="connsiteY3" fmla="*/ 4673601 h 7229474"/>
              <a:gd name="connsiteX4" fmla="*/ 5473367 w 7716923"/>
              <a:gd name="connsiteY4" fmla="*/ 7229474 h 7229474"/>
              <a:gd name="connsiteX5" fmla="*/ 0 w 7716923"/>
              <a:gd name="connsiteY5" fmla="*/ 7115174 h 7229474"/>
              <a:gd name="connsiteX0" fmla="*/ 0 w 7659773"/>
              <a:gd name="connsiteY0" fmla="*/ 7191374 h 7229474"/>
              <a:gd name="connsiteX1" fmla="*/ 6320256 w 7659773"/>
              <a:gd name="connsiteY1" fmla="*/ 107950 h 7229474"/>
              <a:gd name="connsiteX2" fmla="*/ 7659773 w 7659773"/>
              <a:gd name="connsiteY2" fmla="*/ 0 h 7229474"/>
              <a:gd name="connsiteX3" fmla="*/ 7621673 w 7659773"/>
              <a:gd name="connsiteY3" fmla="*/ 4673601 h 7229474"/>
              <a:gd name="connsiteX4" fmla="*/ 5416217 w 7659773"/>
              <a:gd name="connsiteY4" fmla="*/ 7229474 h 7229474"/>
              <a:gd name="connsiteX5" fmla="*/ 0 w 7659773"/>
              <a:gd name="connsiteY5" fmla="*/ 7191374 h 7229474"/>
              <a:gd name="connsiteX0" fmla="*/ 0 w 7659773"/>
              <a:gd name="connsiteY0" fmla="*/ 7191374 h 7400924"/>
              <a:gd name="connsiteX1" fmla="*/ 6320256 w 7659773"/>
              <a:gd name="connsiteY1" fmla="*/ 107950 h 7400924"/>
              <a:gd name="connsiteX2" fmla="*/ 7659773 w 7659773"/>
              <a:gd name="connsiteY2" fmla="*/ 0 h 7400924"/>
              <a:gd name="connsiteX3" fmla="*/ 7621673 w 7659773"/>
              <a:gd name="connsiteY3" fmla="*/ 4673601 h 7400924"/>
              <a:gd name="connsiteX4" fmla="*/ 5378117 w 7659773"/>
              <a:gd name="connsiteY4" fmla="*/ 7400924 h 7400924"/>
              <a:gd name="connsiteX5" fmla="*/ 0 w 7659773"/>
              <a:gd name="connsiteY5" fmla="*/ 7191374 h 7400924"/>
              <a:gd name="connsiteX0" fmla="*/ 0 w 7659773"/>
              <a:gd name="connsiteY0" fmla="*/ 7191374 h 7419974"/>
              <a:gd name="connsiteX1" fmla="*/ 6320256 w 7659773"/>
              <a:gd name="connsiteY1" fmla="*/ 107950 h 7419974"/>
              <a:gd name="connsiteX2" fmla="*/ 7659773 w 7659773"/>
              <a:gd name="connsiteY2" fmla="*/ 0 h 7419974"/>
              <a:gd name="connsiteX3" fmla="*/ 7621673 w 7659773"/>
              <a:gd name="connsiteY3" fmla="*/ 4673601 h 7419974"/>
              <a:gd name="connsiteX4" fmla="*/ 5263817 w 7659773"/>
              <a:gd name="connsiteY4" fmla="*/ 7419974 h 7419974"/>
              <a:gd name="connsiteX5" fmla="*/ 0 w 7659773"/>
              <a:gd name="connsiteY5" fmla="*/ 7191374 h 7419974"/>
              <a:gd name="connsiteX0" fmla="*/ 0 w 7983623"/>
              <a:gd name="connsiteY0" fmla="*/ 7534274 h 7534274"/>
              <a:gd name="connsiteX1" fmla="*/ 6644106 w 7983623"/>
              <a:gd name="connsiteY1" fmla="*/ 107950 h 7534274"/>
              <a:gd name="connsiteX2" fmla="*/ 7983623 w 7983623"/>
              <a:gd name="connsiteY2" fmla="*/ 0 h 7534274"/>
              <a:gd name="connsiteX3" fmla="*/ 7945523 w 7983623"/>
              <a:gd name="connsiteY3" fmla="*/ 4673601 h 7534274"/>
              <a:gd name="connsiteX4" fmla="*/ 5587667 w 7983623"/>
              <a:gd name="connsiteY4" fmla="*/ 7419974 h 7534274"/>
              <a:gd name="connsiteX5" fmla="*/ 0 w 7983623"/>
              <a:gd name="connsiteY5" fmla="*/ 7534274 h 7534274"/>
              <a:gd name="connsiteX0" fmla="*/ 0 w 7983623"/>
              <a:gd name="connsiteY0" fmla="*/ 7534274 h 7534274"/>
              <a:gd name="connsiteX1" fmla="*/ 6644106 w 7983623"/>
              <a:gd name="connsiteY1" fmla="*/ 107950 h 7534274"/>
              <a:gd name="connsiteX2" fmla="*/ 7983623 w 7983623"/>
              <a:gd name="connsiteY2" fmla="*/ 0 h 7534274"/>
              <a:gd name="connsiteX3" fmla="*/ 7831223 w 7983623"/>
              <a:gd name="connsiteY3" fmla="*/ 4864101 h 7534274"/>
              <a:gd name="connsiteX4" fmla="*/ 5587667 w 7983623"/>
              <a:gd name="connsiteY4" fmla="*/ 7419974 h 7534274"/>
              <a:gd name="connsiteX5" fmla="*/ 0 w 7983623"/>
              <a:gd name="connsiteY5" fmla="*/ 7534274 h 7534274"/>
              <a:gd name="connsiteX0" fmla="*/ 0 w 7831223"/>
              <a:gd name="connsiteY0" fmla="*/ 7426324 h 7426324"/>
              <a:gd name="connsiteX1" fmla="*/ 6644106 w 7831223"/>
              <a:gd name="connsiteY1" fmla="*/ 0 h 7426324"/>
              <a:gd name="connsiteX2" fmla="*/ 7793123 w 7831223"/>
              <a:gd name="connsiteY2" fmla="*/ 82550 h 7426324"/>
              <a:gd name="connsiteX3" fmla="*/ 7831223 w 7831223"/>
              <a:gd name="connsiteY3" fmla="*/ 4756151 h 7426324"/>
              <a:gd name="connsiteX4" fmla="*/ 5587667 w 7831223"/>
              <a:gd name="connsiteY4" fmla="*/ 7312024 h 7426324"/>
              <a:gd name="connsiteX5" fmla="*/ 0 w 7831223"/>
              <a:gd name="connsiteY5" fmla="*/ 7426324 h 7426324"/>
              <a:gd name="connsiteX0" fmla="*/ 0 w 7831223"/>
              <a:gd name="connsiteY0" fmla="*/ 7343774 h 7343774"/>
              <a:gd name="connsiteX1" fmla="*/ 6548856 w 7831223"/>
              <a:gd name="connsiteY1" fmla="*/ 1270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778167 w 7831223"/>
              <a:gd name="connsiteY4" fmla="*/ 6962774 h 7343774"/>
              <a:gd name="connsiteX5" fmla="*/ 0 w 7831223"/>
              <a:gd name="connsiteY5" fmla="*/ 7343774 h 7343774"/>
              <a:gd name="connsiteX0" fmla="*/ 0 w 7501023"/>
              <a:gd name="connsiteY0" fmla="*/ 6988174 h 6988174"/>
              <a:gd name="connsiteX1" fmla="*/ 6244056 w 7501023"/>
              <a:gd name="connsiteY1" fmla="*/ 0 h 6988174"/>
              <a:gd name="connsiteX2" fmla="*/ 7462923 w 7501023"/>
              <a:gd name="connsiteY2" fmla="*/ 0 h 6988174"/>
              <a:gd name="connsiteX3" fmla="*/ 7501023 w 7501023"/>
              <a:gd name="connsiteY3" fmla="*/ 4673601 h 6988174"/>
              <a:gd name="connsiteX4" fmla="*/ 5447967 w 7501023"/>
              <a:gd name="connsiteY4" fmla="*/ 6962774 h 6988174"/>
              <a:gd name="connsiteX5" fmla="*/ 0 w 7501023"/>
              <a:gd name="connsiteY5" fmla="*/ 6988174 h 6988174"/>
              <a:gd name="connsiteX0" fmla="*/ 0 w 7506466"/>
              <a:gd name="connsiteY0" fmla="*/ 6988174 h 6988174"/>
              <a:gd name="connsiteX1" fmla="*/ 6244056 w 7506466"/>
              <a:gd name="connsiteY1" fmla="*/ 0 h 6988174"/>
              <a:gd name="connsiteX2" fmla="*/ 7506466 w 7506466"/>
              <a:gd name="connsiteY2" fmla="*/ 0 h 6988174"/>
              <a:gd name="connsiteX3" fmla="*/ 7501023 w 7506466"/>
              <a:gd name="connsiteY3" fmla="*/ 4673601 h 6988174"/>
              <a:gd name="connsiteX4" fmla="*/ 5447967 w 7506466"/>
              <a:gd name="connsiteY4" fmla="*/ 6962774 h 6988174"/>
              <a:gd name="connsiteX5" fmla="*/ 0 w 7506466"/>
              <a:gd name="connsiteY5" fmla="*/ 6988174 h 6988174"/>
              <a:gd name="connsiteX0" fmla="*/ 0 w 7506466"/>
              <a:gd name="connsiteY0" fmla="*/ 6988174 h 7006317"/>
              <a:gd name="connsiteX1" fmla="*/ 6244056 w 7506466"/>
              <a:gd name="connsiteY1" fmla="*/ 0 h 7006317"/>
              <a:gd name="connsiteX2" fmla="*/ 7506466 w 7506466"/>
              <a:gd name="connsiteY2" fmla="*/ 0 h 7006317"/>
              <a:gd name="connsiteX3" fmla="*/ 7501023 w 7506466"/>
              <a:gd name="connsiteY3" fmla="*/ 4673601 h 7006317"/>
              <a:gd name="connsiteX4" fmla="*/ 5360881 w 7506466"/>
              <a:gd name="connsiteY4" fmla="*/ 7006317 h 7006317"/>
              <a:gd name="connsiteX5" fmla="*/ 0 w 7506466"/>
              <a:gd name="connsiteY5" fmla="*/ 6988174 h 7006317"/>
              <a:gd name="connsiteX0" fmla="*/ 0 w 7564523"/>
              <a:gd name="connsiteY0" fmla="*/ 7046231 h 7046231"/>
              <a:gd name="connsiteX1" fmla="*/ 6302113 w 7564523"/>
              <a:gd name="connsiteY1" fmla="*/ 0 h 7046231"/>
              <a:gd name="connsiteX2" fmla="*/ 7564523 w 7564523"/>
              <a:gd name="connsiteY2" fmla="*/ 0 h 7046231"/>
              <a:gd name="connsiteX3" fmla="*/ 7559080 w 7564523"/>
              <a:gd name="connsiteY3" fmla="*/ 4673601 h 7046231"/>
              <a:gd name="connsiteX4" fmla="*/ 5418938 w 7564523"/>
              <a:gd name="connsiteY4" fmla="*/ 7006317 h 7046231"/>
              <a:gd name="connsiteX5" fmla="*/ 0 w 7564523"/>
              <a:gd name="connsiteY5" fmla="*/ 7046231 h 7046231"/>
              <a:gd name="connsiteX0" fmla="*/ 0 w 7564523"/>
              <a:gd name="connsiteY0" fmla="*/ 7046231 h 7049860"/>
              <a:gd name="connsiteX1" fmla="*/ 6302113 w 7564523"/>
              <a:gd name="connsiteY1" fmla="*/ 0 h 7049860"/>
              <a:gd name="connsiteX2" fmla="*/ 7564523 w 7564523"/>
              <a:gd name="connsiteY2" fmla="*/ 0 h 7049860"/>
              <a:gd name="connsiteX3" fmla="*/ 7559080 w 7564523"/>
              <a:gd name="connsiteY3" fmla="*/ 4673601 h 7049860"/>
              <a:gd name="connsiteX4" fmla="*/ 5389909 w 7564523"/>
              <a:gd name="connsiteY4" fmla="*/ 7049860 h 7049860"/>
              <a:gd name="connsiteX5" fmla="*/ 0 w 7564523"/>
              <a:gd name="connsiteY5" fmla="*/ 7046231 h 70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4523" h="7049860">
                <a:moveTo>
                  <a:pt x="0" y="7046231"/>
                </a:moveTo>
                <a:lnTo>
                  <a:pt x="6302113" y="0"/>
                </a:lnTo>
                <a:lnTo>
                  <a:pt x="7564523" y="0"/>
                </a:lnTo>
                <a:cubicBezTo>
                  <a:pt x="7562709" y="1557867"/>
                  <a:pt x="7560894" y="3115734"/>
                  <a:pt x="7559080" y="4673601"/>
                </a:cubicBezTo>
                <a:lnTo>
                  <a:pt x="5389909" y="7049860"/>
                </a:lnTo>
                <a:lnTo>
                  <a:pt x="0" y="7046231"/>
                </a:lnTo>
                <a:close/>
              </a:path>
            </a:pathLst>
          </a:custGeom>
          <a:solidFill>
            <a:srgbClr val="D5581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p:cNvSpPr txBox="1">
            <a:spLocks/>
          </p:cNvSpPr>
          <p:nvPr/>
        </p:nvSpPr>
        <p:spPr>
          <a:xfrm>
            <a:off x="6858000" y="4389437"/>
            <a:ext cx="5410200" cy="1018222"/>
          </a:xfrm>
          <a:prstGeom prst="rect">
            <a:avLst/>
          </a:prstGeom>
        </p:spPr>
        <p:txBody>
          <a:bodyPr lIns="0" tIns="0" rIns="0" bIns="55125" anchor="t"/>
          <a:lstStyle>
            <a:lvl1pPr algn="ctr" rtl="0" eaLnBrk="0" fontAlgn="base" hangingPunct="0">
              <a:lnSpc>
                <a:spcPct val="90000"/>
              </a:lnSpc>
              <a:spcBef>
                <a:spcPct val="0"/>
              </a:spcBef>
              <a:spcAft>
                <a:spcPct val="0"/>
              </a:spcAft>
              <a:defRPr sz="4000" kern="1200">
                <a:solidFill>
                  <a:schemeClr val="accent4"/>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nSpc>
                <a:spcPct val="100000"/>
              </a:lnSpc>
              <a:spcBef>
                <a:spcPts val="0"/>
              </a:spcBef>
              <a:spcAft>
                <a:spcPts val="0"/>
              </a:spcAft>
              <a:defRPr/>
            </a:pPr>
            <a:r>
              <a:rPr lang="en-IN" sz="3600" dirty="0">
                <a:solidFill>
                  <a:schemeClr val="bg1"/>
                </a:solidFill>
              </a:rPr>
              <a:t>Management and Professional Liability Insurance (MPLI)</a:t>
            </a:r>
            <a:r>
              <a:rPr lang="en-US" sz="3600" b="1" dirty="0">
                <a:ln w="1905"/>
                <a:solidFill>
                  <a:schemeClr val="bg1"/>
                </a:solidFill>
                <a:latin typeface="Arial"/>
                <a:ea typeface="Segoe UI" panose="020B0502040204020203" pitchFamily="34" charset="0"/>
                <a:cs typeface="Arial"/>
              </a:rPr>
              <a:t> </a:t>
            </a: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20200" y="1874837"/>
            <a:ext cx="2692400" cy="1751346"/>
          </a:xfrm>
          <a:prstGeom prst="rect">
            <a:avLst/>
          </a:prstGeom>
        </p:spPr>
      </p:pic>
    </p:spTree>
    <p:extLst>
      <p:ext uri="{BB962C8B-B14F-4D97-AF65-F5344CB8AC3E}">
        <p14:creationId xmlns:p14="http://schemas.microsoft.com/office/powerpoint/2010/main" val="41845028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8" descr="Working People PNG, Vector, PSD, and Clipart With Transparent Background  for Free Download | Pngtree">
            <a:extLst>
              <a:ext uri="{FF2B5EF4-FFF2-40B4-BE49-F238E27FC236}">
                <a16:creationId xmlns:a16="http://schemas.microsoft.com/office/drawing/2014/main" id="{39F383E2-BCB6-EB05-03DF-098B4B9A53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1070" y="1888152"/>
            <a:ext cx="6400800" cy="6400800"/>
          </a:xfrm>
          <a:prstGeom prst="rect">
            <a:avLst/>
          </a:prstGeom>
          <a:noFill/>
          <a:effectLst>
            <a:outerShdw blurRad="127000" dir="2700000">
              <a:srgbClr val="000000">
                <a:alpha val="16000"/>
              </a:srgbClr>
            </a:outerShdw>
          </a:effectLst>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4" name="TextBox 3"/>
          <p:cNvSpPr txBox="1"/>
          <p:nvPr/>
        </p:nvSpPr>
        <p:spPr>
          <a:xfrm>
            <a:off x="45720" y="45026"/>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dirty="0">
                <a:solidFill>
                  <a:schemeClr val="tx1"/>
                </a:solidFill>
                <a:latin typeface="Segoe UI Semibold" panose="020B0702040204020203" pitchFamily="34" charset="0"/>
                <a:cs typeface="BrowalliaUPC" panose="020B0604020202020204" pitchFamily="34" charset="-34"/>
              </a:rPr>
              <a:t> </a:t>
            </a:r>
            <a:r>
              <a:rPr lang="en-IN" sz="2400" dirty="0"/>
              <a:t>What is (MPLI)?</a:t>
            </a:r>
            <a:endParaRPr lang="en-US" altLang="en-US" sz="3500" dirty="0">
              <a:solidFill>
                <a:schemeClr val="tx1"/>
              </a:solidFill>
              <a:latin typeface="Segoe UI Semibold" panose="020B0702040204020203" pitchFamily="34" charset="0"/>
              <a:cs typeface="BrowalliaUPC" panose="020B0604020202020204" pitchFamily="34" charset="-34"/>
            </a:endParaRPr>
          </a:p>
        </p:txBody>
      </p:sp>
      <p:sp>
        <p:nvSpPr>
          <p:cNvPr id="5" name="TextBox 4">
            <a:extLst>
              <a:ext uri="{FF2B5EF4-FFF2-40B4-BE49-F238E27FC236}">
                <a16:creationId xmlns:a16="http://schemas.microsoft.com/office/drawing/2014/main" id="{BBB05543-F87E-EA80-F4B9-B9DC74161CE6}"/>
              </a:ext>
            </a:extLst>
          </p:cNvPr>
          <p:cNvSpPr txBox="1"/>
          <p:nvPr/>
        </p:nvSpPr>
        <p:spPr>
          <a:xfrm>
            <a:off x="304800" y="1341438"/>
            <a:ext cx="11811000" cy="1287532"/>
          </a:xfrm>
          <a:prstGeom prst="rect">
            <a:avLst/>
          </a:prstGeom>
          <a:noFill/>
        </p:spPr>
        <p:txBody>
          <a:bodyPr wrap="square">
            <a:spAutoFit/>
          </a:bodyPr>
          <a:lstStyle/>
          <a:p>
            <a:pPr>
              <a:lnSpc>
                <a:spcPct val="150000"/>
              </a:lnSpc>
            </a:pPr>
            <a:r>
              <a:rPr lang="en-US" dirty="0"/>
              <a:t>Management and Professional Liability Insurance (MPLI) is a crucial form of coverage that helps protect professionals, managers, and executives from the financial impact of lawsuits and claims related to their professional duties.</a:t>
            </a:r>
            <a:endParaRPr lang="en-IN" dirty="0"/>
          </a:p>
        </p:txBody>
      </p:sp>
      <p:sp>
        <p:nvSpPr>
          <p:cNvPr id="7" name="TextBox 6">
            <a:extLst>
              <a:ext uri="{FF2B5EF4-FFF2-40B4-BE49-F238E27FC236}">
                <a16:creationId xmlns:a16="http://schemas.microsoft.com/office/drawing/2014/main" id="{DC0594F4-8D17-27CB-E50A-73D4141690C6}"/>
              </a:ext>
            </a:extLst>
          </p:cNvPr>
          <p:cNvSpPr txBox="1"/>
          <p:nvPr/>
        </p:nvSpPr>
        <p:spPr>
          <a:xfrm>
            <a:off x="304800" y="2894164"/>
            <a:ext cx="11734800" cy="872033"/>
          </a:xfrm>
          <a:prstGeom prst="rect">
            <a:avLst/>
          </a:prstGeom>
          <a:noFill/>
        </p:spPr>
        <p:txBody>
          <a:bodyPr wrap="square">
            <a:spAutoFit/>
          </a:bodyPr>
          <a:lstStyle/>
          <a:p>
            <a:pPr>
              <a:lnSpc>
                <a:spcPct val="150000"/>
              </a:lnSpc>
            </a:pPr>
            <a:r>
              <a:rPr lang="en-US" dirty="0"/>
              <a:t>MPLI covers a wide range of risks, including errors and omissions, breach of duty, negligence, and other liabilities that professionals and managers may face in the course of their work.</a:t>
            </a:r>
            <a:endParaRPr lang="en-IN" dirty="0"/>
          </a:p>
        </p:txBody>
      </p:sp>
      <p:sp>
        <p:nvSpPr>
          <p:cNvPr id="9" name="TextBox 8">
            <a:extLst>
              <a:ext uri="{FF2B5EF4-FFF2-40B4-BE49-F238E27FC236}">
                <a16:creationId xmlns:a16="http://schemas.microsoft.com/office/drawing/2014/main" id="{4A448BB9-F80D-D0EE-8E67-EC74AAB92C09}"/>
              </a:ext>
            </a:extLst>
          </p:cNvPr>
          <p:cNvSpPr txBox="1"/>
          <p:nvPr/>
        </p:nvSpPr>
        <p:spPr>
          <a:xfrm>
            <a:off x="304800" y="4237037"/>
            <a:ext cx="7086601" cy="1703030"/>
          </a:xfrm>
          <a:prstGeom prst="rect">
            <a:avLst/>
          </a:prstGeom>
          <a:noFill/>
        </p:spPr>
        <p:txBody>
          <a:bodyPr wrap="square">
            <a:spAutoFit/>
          </a:bodyPr>
          <a:lstStyle/>
          <a:p>
            <a:pPr>
              <a:lnSpc>
                <a:spcPct val="150000"/>
              </a:lnSpc>
            </a:pPr>
            <a:r>
              <a:rPr lang="en-US" dirty="0"/>
              <a:t>This insurance is particularly important for corporate executives, board members, financial advisors, consultants, and other professionals whose decisions can have significant legal and financial consequences.</a:t>
            </a:r>
            <a:endParaRPr lang="en-IN" dirty="0"/>
          </a:p>
        </p:txBody>
      </p:sp>
    </p:spTree>
    <p:extLst>
      <p:ext uri="{BB962C8B-B14F-4D97-AF65-F5344CB8AC3E}">
        <p14:creationId xmlns:p14="http://schemas.microsoft.com/office/powerpoint/2010/main" val="30042847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3884D2-4390-0D54-F2E8-90AB7AD591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a:extLst>
              <a:ext uri="{FF2B5EF4-FFF2-40B4-BE49-F238E27FC236}">
                <a16:creationId xmlns:a16="http://schemas.microsoft.com/office/drawing/2014/main" id="{DFBB29EC-EE4E-34D4-2CA2-2ABC07B94784}"/>
              </a:ext>
            </a:extLst>
          </p:cNvPr>
          <p:cNvSpPr txBox="1"/>
          <p:nvPr/>
        </p:nvSpPr>
        <p:spPr>
          <a:xfrm>
            <a:off x="117298" y="383335"/>
            <a:ext cx="9149991" cy="584775"/>
          </a:xfrm>
          <a:prstGeom prst="rect">
            <a:avLst/>
          </a:prstGeom>
          <a:noFill/>
        </p:spPr>
        <p:txBody>
          <a:bodyPr wrap="square">
            <a:spAutoFit/>
          </a:bodyPr>
          <a:lstStyle/>
          <a:p>
            <a:r>
              <a:rPr lang="en-IN" sz="3200" b="1" dirty="0">
                <a:solidFill>
                  <a:srgbClr val="C00000"/>
                </a:solidFill>
              </a:rPr>
              <a:t>Types of MPLI</a:t>
            </a:r>
          </a:p>
        </p:txBody>
      </p:sp>
      <p:sp>
        <p:nvSpPr>
          <p:cNvPr id="13" name="TextBox 12">
            <a:extLst>
              <a:ext uri="{FF2B5EF4-FFF2-40B4-BE49-F238E27FC236}">
                <a16:creationId xmlns:a16="http://schemas.microsoft.com/office/drawing/2014/main" id="{62A55590-CB96-6F8D-4803-CB879B195E77}"/>
              </a:ext>
            </a:extLst>
          </p:cNvPr>
          <p:cNvSpPr txBox="1"/>
          <p:nvPr/>
        </p:nvSpPr>
        <p:spPr>
          <a:xfrm>
            <a:off x="228600" y="3034786"/>
            <a:ext cx="9033552" cy="496996"/>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Directors and Officers (D&amp;O) Insurance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C7B10361-B2DB-76C2-97BE-77EA54224693}"/>
              </a:ext>
            </a:extLst>
          </p:cNvPr>
          <p:cNvSpPr txBox="1"/>
          <p:nvPr/>
        </p:nvSpPr>
        <p:spPr>
          <a:xfrm>
            <a:off x="6477000" y="3034786"/>
            <a:ext cx="5750102" cy="496996"/>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Errors and Omissions (E&amp;O) Insurance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7C9FC316-1960-A676-9352-44918DC2A6C9}"/>
              </a:ext>
            </a:extLst>
          </p:cNvPr>
          <p:cNvSpPr txBox="1"/>
          <p:nvPr/>
        </p:nvSpPr>
        <p:spPr>
          <a:xfrm>
            <a:off x="228601" y="5985795"/>
            <a:ext cx="6324600" cy="496996"/>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Fiduciary Liability Insurance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28B67F52-8EEE-8F5F-5E97-2BBE883F6042}"/>
              </a:ext>
            </a:extLst>
          </p:cNvPr>
          <p:cNvSpPr txBox="1"/>
          <p:nvPr/>
        </p:nvSpPr>
        <p:spPr>
          <a:xfrm>
            <a:off x="6477000" y="5837237"/>
            <a:ext cx="5750102" cy="958660"/>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Employment Practices Liability Insurance (EPLI</a:t>
            </a:r>
            <a:r>
              <a:rPr lang="en-US" altLang="en-US" sz="2000" b="1" dirty="0">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 name="Picture 10" descr="Working People PNG, Vector, PSD, and Clipart With Transparent Background  for Free Download | Pngtree">
            <a:extLst>
              <a:ext uri="{FF2B5EF4-FFF2-40B4-BE49-F238E27FC236}">
                <a16:creationId xmlns:a16="http://schemas.microsoft.com/office/drawing/2014/main" id="{D95E316C-DBC6-438E-622C-2C011115BC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903" y="964281"/>
            <a:ext cx="3394820" cy="226321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Multi Person PNG Transparent Images Free Download | Vector Files | Pngtree">
            <a:extLst>
              <a:ext uri="{FF2B5EF4-FFF2-40B4-BE49-F238E27FC236}">
                <a16:creationId xmlns:a16="http://schemas.microsoft.com/office/drawing/2014/main" id="{56A792EF-8D71-F8D7-45D7-FB83D82D2C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4178" y="858576"/>
            <a:ext cx="2393877" cy="2393877"/>
          </a:xfrm>
          <a:prstGeom prst="rect">
            <a:avLst/>
          </a:prstGeom>
          <a:noFill/>
          <a:effectLst>
            <a:outerShdw blurRad="50800" dist="38100" dir="270000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22" name="Picture 2" descr="Relax Reading Book Vector Hd PNG Images, Man And Woman Sit Near Books Pile  Stack Reading Relaxing On Weekend, Knowledge, Enjoy, Male PNG Image For  Free Download">
            <a:extLst>
              <a:ext uri="{FF2B5EF4-FFF2-40B4-BE49-F238E27FC236}">
                <a16:creationId xmlns:a16="http://schemas.microsoft.com/office/drawing/2014/main" id="{2AEB2DCA-9953-9098-3C45-72477308FD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0600" y="3741298"/>
            <a:ext cx="2232114" cy="224454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2" descr="Financial Planning PNG, Vector, PSD, and Clipart With Transparent  Background for Free Download | Pngtree">
            <a:extLst>
              <a:ext uri="{FF2B5EF4-FFF2-40B4-BE49-F238E27FC236}">
                <a16:creationId xmlns:a16="http://schemas.microsoft.com/office/drawing/2014/main" id="{0104EA37-4E05-D59E-6984-C4FECA8BED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4029" y="3383739"/>
            <a:ext cx="3048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55108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4EE0A2-0853-DC1F-309B-44F253B65FF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6" name="TextBox 5">
            <a:extLst>
              <a:ext uri="{FF2B5EF4-FFF2-40B4-BE49-F238E27FC236}">
                <a16:creationId xmlns:a16="http://schemas.microsoft.com/office/drawing/2014/main" id="{D64894D1-FBC3-85F7-9A9B-29A6ED119074}"/>
              </a:ext>
            </a:extLst>
          </p:cNvPr>
          <p:cNvSpPr txBox="1"/>
          <p:nvPr/>
        </p:nvSpPr>
        <p:spPr>
          <a:xfrm>
            <a:off x="0" y="396047"/>
            <a:ext cx="9262152" cy="584775"/>
          </a:xfrm>
          <a:prstGeom prst="rect">
            <a:avLst/>
          </a:prstGeom>
          <a:noFill/>
        </p:spPr>
        <p:txBody>
          <a:bodyPr wrap="square">
            <a:spAutoFit/>
          </a:bodyPr>
          <a:lstStyle/>
          <a:p>
            <a:r>
              <a:rPr lang="en-US" sz="3200" b="1" dirty="0">
                <a:solidFill>
                  <a:srgbClr val="C00000"/>
                </a:solidFill>
              </a:rPr>
              <a:t>Coverages under MPLI</a:t>
            </a:r>
          </a:p>
        </p:txBody>
      </p:sp>
      <p:sp>
        <p:nvSpPr>
          <p:cNvPr id="8" name="TextBox 7">
            <a:extLst>
              <a:ext uri="{FF2B5EF4-FFF2-40B4-BE49-F238E27FC236}">
                <a16:creationId xmlns:a16="http://schemas.microsoft.com/office/drawing/2014/main" id="{ECC365F5-616C-119B-915B-65CC10708884}"/>
              </a:ext>
            </a:extLst>
          </p:cNvPr>
          <p:cNvSpPr txBox="1"/>
          <p:nvPr/>
        </p:nvSpPr>
        <p:spPr>
          <a:xfrm>
            <a:off x="2637815" y="1559420"/>
            <a:ext cx="3000984" cy="1107996"/>
          </a:xfrm>
          <a:prstGeom prst="rect">
            <a:avLst/>
          </a:prstGeom>
          <a:noFill/>
        </p:spPr>
        <p:txBody>
          <a:bodyPr wrap="square">
            <a:spAutoFit/>
          </a:bodyPr>
          <a:lstStyle/>
          <a:p>
            <a:pPr marL="285750" indent="-285750">
              <a:buFont typeface="Wingdings" panose="05000000000000000000" pitchFamily="2" charset="2"/>
              <a:buChar char="q"/>
            </a:pPr>
            <a:r>
              <a:rPr lang="en-US" b="1" dirty="0">
                <a:solidFill>
                  <a:schemeClr val="accent1">
                    <a:lumMod val="75000"/>
                  </a:schemeClr>
                </a:solidFill>
              </a:rPr>
              <a:t>Defense Costs:</a:t>
            </a:r>
          </a:p>
          <a:p>
            <a:r>
              <a:rPr lang="en-US" sz="1600" dirty="0"/>
              <a:t>Covers legal defense expenses, including attorney fees and court costs.</a:t>
            </a:r>
          </a:p>
        </p:txBody>
      </p:sp>
      <p:sp>
        <p:nvSpPr>
          <p:cNvPr id="10" name="TextBox 9">
            <a:extLst>
              <a:ext uri="{FF2B5EF4-FFF2-40B4-BE49-F238E27FC236}">
                <a16:creationId xmlns:a16="http://schemas.microsoft.com/office/drawing/2014/main" id="{0B90B8C3-F054-5915-474D-A5B8A3DD7853}"/>
              </a:ext>
            </a:extLst>
          </p:cNvPr>
          <p:cNvSpPr txBox="1"/>
          <p:nvPr/>
        </p:nvSpPr>
        <p:spPr>
          <a:xfrm>
            <a:off x="8534400" y="1559421"/>
            <a:ext cx="3694416" cy="861774"/>
          </a:xfrm>
          <a:prstGeom prst="rect">
            <a:avLst/>
          </a:prstGeom>
          <a:noFill/>
        </p:spPr>
        <p:txBody>
          <a:bodyPr wrap="square">
            <a:spAutoFit/>
          </a:bodyPr>
          <a:lstStyle/>
          <a:p>
            <a:pPr marL="285750" indent="-285750">
              <a:buFont typeface="Wingdings" panose="05000000000000000000" pitchFamily="2" charset="2"/>
              <a:buChar char="q"/>
            </a:pPr>
            <a:r>
              <a:rPr lang="en-US" b="1" dirty="0">
                <a:solidFill>
                  <a:schemeClr val="accent1">
                    <a:lumMod val="75000"/>
                  </a:schemeClr>
                </a:solidFill>
              </a:rPr>
              <a:t>Settlements and Judgments:</a:t>
            </a:r>
          </a:p>
          <a:p>
            <a:r>
              <a:rPr lang="en-US" sz="1600" dirty="0"/>
              <a:t>Pays for any settlements or court-awarded judgments.</a:t>
            </a:r>
          </a:p>
        </p:txBody>
      </p:sp>
      <p:sp>
        <p:nvSpPr>
          <p:cNvPr id="12" name="TextBox 11">
            <a:extLst>
              <a:ext uri="{FF2B5EF4-FFF2-40B4-BE49-F238E27FC236}">
                <a16:creationId xmlns:a16="http://schemas.microsoft.com/office/drawing/2014/main" id="{03CA1A8C-0376-91E9-1537-7EAF56A94670}"/>
              </a:ext>
            </a:extLst>
          </p:cNvPr>
          <p:cNvSpPr txBox="1"/>
          <p:nvPr/>
        </p:nvSpPr>
        <p:spPr>
          <a:xfrm>
            <a:off x="2637815" y="4922836"/>
            <a:ext cx="3381985" cy="923330"/>
          </a:xfrm>
          <a:prstGeom prst="rect">
            <a:avLst/>
          </a:prstGeom>
          <a:noFill/>
        </p:spPr>
        <p:txBody>
          <a:bodyPr wrap="square">
            <a:spAutoFit/>
          </a:bodyPr>
          <a:lstStyle/>
          <a:p>
            <a:pPr marL="285750" indent="-285750">
              <a:buFont typeface="Wingdings" panose="05000000000000000000" pitchFamily="2" charset="2"/>
              <a:buChar char="q"/>
            </a:pPr>
            <a:r>
              <a:rPr lang="en-US" b="1" dirty="0">
                <a:solidFill>
                  <a:schemeClr val="accent1">
                    <a:lumMod val="75000"/>
                  </a:schemeClr>
                </a:solidFill>
              </a:rPr>
              <a:t>Regulatory Investigations: </a:t>
            </a:r>
          </a:p>
          <a:p>
            <a:r>
              <a:rPr lang="en-US" sz="1600" dirty="0"/>
              <a:t>Covers costs associated with regulatory investigations</a:t>
            </a:r>
            <a:r>
              <a:rPr lang="en-US" dirty="0"/>
              <a:t>.</a:t>
            </a:r>
          </a:p>
        </p:txBody>
      </p:sp>
      <p:sp>
        <p:nvSpPr>
          <p:cNvPr id="14" name="TextBox 13">
            <a:extLst>
              <a:ext uri="{FF2B5EF4-FFF2-40B4-BE49-F238E27FC236}">
                <a16:creationId xmlns:a16="http://schemas.microsoft.com/office/drawing/2014/main" id="{571FC237-DF7B-B8F6-64E4-BFEF5F67D2F8}"/>
              </a:ext>
            </a:extLst>
          </p:cNvPr>
          <p:cNvSpPr txBox="1"/>
          <p:nvPr/>
        </p:nvSpPr>
        <p:spPr>
          <a:xfrm>
            <a:off x="8534400" y="4922836"/>
            <a:ext cx="3581400" cy="861774"/>
          </a:xfrm>
          <a:prstGeom prst="rect">
            <a:avLst/>
          </a:prstGeom>
          <a:noFill/>
        </p:spPr>
        <p:txBody>
          <a:bodyPr wrap="square">
            <a:spAutoFit/>
          </a:bodyPr>
          <a:lstStyle/>
          <a:p>
            <a:pPr marL="285750" indent="-285750">
              <a:buFont typeface="Wingdings" panose="05000000000000000000" pitchFamily="2" charset="2"/>
              <a:buChar char="q"/>
            </a:pPr>
            <a:r>
              <a:rPr lang="en-US" b="1" dirty="0">
                <a:solidFill>
                  <a:schemeClr val="accent1">
                    <a:lumMod val="75000"/>
                  </a:schemeClr>
                </a:solidFill>
              </a:rPr>
              <a:t>Crisis Management:</a:t>
            </a:r>
          </a:p>
          <a:p>
            <a:r>
              <a:rPr lang="en-US" sz="1600" dirty="0"/>
              <a:t>Includes public relations expenses to manage the impact of a claim.</a:t>
            </a:r>
          </a:p>
        </p:txBody>
      </p:sp>
      <p:pic>
        <p:nvPicPr>
          <p:cNvPr id="4098" name="Picture 2" descr="Lawyer PNG, Vector, PSD, and Clipart With Transparent Background for Free  Download | Pngtree">
            <a:extLst>
              <a:ext uri="{FF2B5EF4-FFF2-40B4-BE49-F238E27FC236}">
                <a16:creationId xmlns:a16="http://schemas.microsoft.com/office/drawing/2014/main" id="{C09DEEF5-1E9B-78A0-4F58-6F39BCD89D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84" y="897451"/>
            <a:ext cx="2933339" cy="293333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Legal Lecture PNG Transparent Images Free Download | Vector Files | Pngtree">
            <a:extLst>
              <a:ext uri="{FF2B5EF4-FFF2-40B4-BE49-F238E27FC236}">
                <a16:creationId xmlns:a16="http://schemas.microsoft.com/office/drawing/2014/main" id="{AB89572C-F624-C87D-D63F-A80FC3D0B8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1431" y="1415371"/>
            <a:ext cx="2117540" cy="2194007"/>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Investigation PNG, Vector, PSD, and Clipart With Transparent Background for  Free Download | Pngtree">
            <a:extLst>
              <a:ext uri="{FF2B5EF4-FFF2-40B4-BE49-F238E27FC236}">
                <a16:creationId xmlns:a16="http://schemas.microsoft.com/office/drawing/2014/main" id="{440CA2DE-9622-25D6-6DE1-99B9C28C39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690" y="4441441"/>
            <a:ext cx="2111125" cy="211112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Economy Crisis PNG Transparent Images Free Download | Vector Files | Pngtree">
            <a:extLst>
              <a:ext uri="{FF2B5EF4-FFF2-40B4-BE49-F238E27FC236}">
                <a16:creationId xmlns:a16="http://schemas.microsoft.com/office/drawing/2014/main" id="{0B90B83E-27AC-9F55-0FE4-D6FC24A755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3200" y="4638669"/>
            <a:ext cx="1792070" cy="179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3515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A89EB6-09F9-51CD-4098-F57B920634E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4" name="TextBox 3">
            <a:extLst>
              <a:ext uri="{FF2B5EF4-FFF2-40B4-BE49-F238E27FC236}">
                <a16:creationId xmlns:a16="http://schemas.microsoft.com/office/drawing/2014/main" id="{3CDF1840-C2D1-95AE-CCB2-354E0B870A84}"/>
              </a:ext>
            </a:extLst>
          </p:cNvPr>
          <p:cNvSpPr txBox="1"/>
          <p:nvPr/>
        </p:nvSpPr>
        <p:spPr>
          <a:xfrm>
            <a:off x="381000" y="1646237"/>
            <a:ext cx="10591800" cy="4611519"/>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b="1" dirty="0"/>
              <a:t>Fraudulent Acts:</a:t>
            </a:r>
          </a:p>
          <a:p>
            <a:pPr>
              <a:lnSpc>
                <a:spcPct val="150000"/>
              </a:lnSpc>
            </a:pPr>
            <a:r>
              <a:rPr lang="en-US" b="1" dirty="0"/>
              <a:t>     </a:t>
            </a:r>
            <a:r>
              <a:rPr lang="en-US" dirty="0"/>
              <a:t>Claims arising from intentional illegal acts are not covered.</a:t>
            </a:r>
          </a:p>
          <a:p>
            <a:pPr marL="457200" lvl="1">
              <a:lnSpc>
                <a:spcPct val="150000"/>
              </a:lnSpc>
            </a:pPr>
            <a:endParaRPr lang="en-US" dirty="0"/>
          </a:p>
          <a:p>
            <a:pPr marL="285750" indent="-285750">
              <a:lnSpc>
                <a:spcPct val="150000"/>
              </a:lnSpc>
              <a:buFont typeface="Wingdings" panose="05000000000000000000" pitchFamily="2" charset="2"/>
              <a:buChar char="Ø"/>
            </a:pPr>
            <a:r>
              <a:rPr lang="en-US" b="1" dirty="0"/>
              <a:t>Prior Knowledge:</a:t>
            </a:r>
          </a:p>
          <a:p>
            <a:pPr>
              <a:lnSpc>
                <a:spcPct val="150000"/>
              </a:lnSpc>
            </a:pPr>
            <a:r>
              <a:rPr lang="en-US" b="1" dirty="0"/>
              <a:t>     </a:t>
            </a:r>
            <a:r>
              <a:rPr lang="en-US" dirty="0"/>
              <a:t>Excludes claims if the insured knew of the potential for a claim before the policy was in force.</a:t>
            </a:r>
          </a:p>
          <a:p>
            <a:pPr marL="457200" lvl="1">
              <a:lnSpc>
                <a:spcPct val="150000"/>
              </a:lnSpc>
            </a:pPr>
            <a:endParaRPr lang="en-US" dirty="0"/>
          </a:p>
          <a:p>
            <a:pPr marL="285750" indent="-285750">
              <a:lnSpc>
                <a:spcPct val="150000"/>
              </a:lnSpc>
              <a:buFont typeface="Wingdings" panose="05000000000000000000" pitchFamily="2" charset="2"/>
              <a:buChar char="Ø"/>
            </a:pPr>
            <a:r>
              <a:rPr lang="en-US" b="1" dirty="0"/>
              <a:t>Bodily Injury and Property Damage:</a:t>
            </a:r>
          </a:p>
          <a:p>
            <a:pPr>
              <a:lnSpc>
                <a:spcPct val="150000"/>
              </a:lnSpc>
            </a:pPr>
            <a:r>
              <a:rPr lang="en-US" b="1" dirty="0"/>
              <a:t>     </a:t>
            </a:r>
            <a:r>
              <a:rPr lang="en-US" dirty="0"/>
              <a:t>MPLI does not cover claims related to bodily injury or property damage.</a:t>
            </a:r>
          </a:p>
          <a:p>
            <a:pPr marL="457200" lvl="1">
              <a:lnSpc>
                <a:spcPct val="150000"/>
              </a:lnSpc>
            </a:pPr>
            <a:endParaRPr lang="en-US" dirty="0"/>
          </a:p>
          <a:p>
            <a:pPr marL="285750" indent="-285750">
              <a:lnSpc>
                <a:spcPct val="150000"/>
              </a:lnSpc>
              <a:buFont typeface="Wingdings" panose="05000000000000000000" pitchFamily="2" charset="2"/>
              <a:buChar char="Ø"/>
            </a:pPr>
            <a:r>
              <a:rPr lang="en-US" b="1" dirty="0"/>
              <a:t>Breach of Contract:</a:t>
            </a:r>
          </a:p>
          <a:p>
            <a:pPr>
              <a:lnSpc>
                <a:spcPct val="150000"/>
              </a:lnSpc>
            </a:pPr>
            <a:r>
              <a:rPr lang="en-US" b="1" dirty="0"/>
              <a:t>     </a:t>
            </a:r>
            <a:r>
              <a:rPr lang="en-US" dirty="0"/>
              <a:t>Excludes claims related to the breach of contractual obligations.</a:t>
            </a:r>
          </a:p>
        </p:txBody>
      </p:sp>
      <p:sp>
        <p:nvSpPr>
          <p:cNvPr id="6" name="TextBox 5">
            <a:extLst>
              <a:ext uri="{FF2B5EF4-FFF2-40B4-BE49-F238E27FC236}">
                <a16:creationId xmlns:a16="http://schemas.microsoft.com/office/drawing/2014/main" id="{3F4816E6-A2B0-686F-D496-F44E3B5E4A0B}"/>
              </a:ext>
            </a:extLst>
          </p:cNvPr>
          <p:cNvSpPr txBox="1"/>
          <p:nvPr/>
        </p:nvSpPr>
        <p:spPr>
          <a:xfrm>
            <a:off x="228600" y="350837"/>
            <a:ext cx="9033552" cy="584775"/>
          </a:xfrm>
          <a:prstGeom prst="rect">
            <a:avLst/>
          </a:prstGeom>
          <a:noFill/>
        </p:spPr>
        <p:txBody>
          <a:bodyPr wrap="square">
            <a:spAutoFit/>
          </a:bodyPr>
          <a:lstStyle/>
          <a:p>
            <a:r>
              <a:rPr lang="en-US" sz="3200" b="1" dirty="0">
                <a:solidFill>
                  <a:srgbClr val="C00000"/>
                </a:solidFill>
              </a:rPr>
              <a:t>Exclusions under MPLI</a:t>
            </a:r>
          </a:p>
        </p:txBody>
      </p:sp>
    </p:spTree>
    <p:extLst>
      <p:ext uri="{BB962C8B-B14F-4D97-AF65-F5344CB8AC3E}">
        <p14:creationId xmlns:p14="http://schemas.microsoft.com/office/powerpoint/2010/main" val="8652784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D998B9-4C33-B486-BE78-9A8F1F7AE43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4" name="TextBox 3">
            <a:extLst>
              <a:ext uri="{FF2B5EF4-FFF2-40B4-BE49-F238E27FC236}">
                <a16:creationId xmlns:a16="http://schemas.microsoft.com/office/drawing/2014/main" id="{0DAA2A8A-A7EB-B471-9626-9187709B68E4}"/>
              </a:ext>
            </a:extLst>
          </p:cNvPr>
          <p:cNvSpPr txBox="1"/>
          <p:nvPr/>
        </p:nvSpPr>
        <p:spPr>
          <a:xfrm>
            <a:off x="5638800" y="1646237"/>
            <a:ext cx="6324600" cy="4611519"/>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b="1" dirty="0"/>
              <a:t>Industry Risk: </a:t>
            </a:r>
            <a:r>
              <a:rPr lang="en-US" dirty="0"/>
              <a:t>Higher-risk industries (e.g., finance, healthcare) may have higher premiums.</a:t>
            </a:r>
          </a:p>
          <a:p>
            <a:pPr marL="285750" indent="-285750">
              <a:lnSpc>
                <a:spcPct val="150000"/>
              </a:lnSpc>
              <a:buFont typeface="Wingdings" panose="05000000000000000000" pitchFamily="2" charset="2"/>
              <a:buChar char="v"/>
            </a:pPr>
            <a:endParaRPr lang="en-US" dirty="0"/>
          </a:p>
          <a:p>
            <a:pPr marL="285750" indent="-285750">
              <a:lnSpc>
                <a:spcPct val="150000"/>
              </a:lnSpc>
              <a:buFont typeface="Wingdings" panose="05000000000000000000" pitchFamily="2" charset="2"/>
              <a:buChar char="v"/>
            </a:pPr>
            <a:r>
              <a:rPr lang="en-US" b="1" dirty="0"/>
              <a:t>Company Size: </a:t>
            </a:r>
            <a:r>
              <a:rPr lang="en-US" dirty="0"/>
              <a:t>Larger companies typically pay more due to the increased risk exposure.</a:t>
            </a:r>
          </a:p>
          <a:p>
            <a:pPr marL="285750" indent="-285750">
              <a:lnSpc>
                <a:spcPct val="150000"/>
              </a:lnSpc>
              <a:buFont typeface="Wingdings" panose="05000000000000000000" pitchFamily="2" charset="2"/>
              <a:buChar char="v"/>
            </a:pPr>
            <a:endParaRPr lang="en-US" dirty="0"/>
          </a:p>
          <a:p>
            <a:pPr marL="285750" indent="-285750">
              <a:lnSpc>
                <a:spcPct val="150000"/>
              </a:lnSpc>
              <a:buFont typeface="Wingdings" panose="05000000000000000000" pitchFamily="2" charset="2"/>
              <a:buChar char="v"/>
            </a:pPr>
            <a:r>
              <a:rPr lang="en-US" b="1" dirty="0"/>
              <a:t>Claims History: </a:t>
            </a:r>
            <a:r>
              <a:rPr lang="en-US" dirty="0"/>
              <a:t>A history of frequent claims can result in higher premiums.</a:t>
            </a:r>
          </a:p>
          <a:p>
            <a:pPr marL="285750" indent="-285750">
              <a:lnSpc>
                <a:spcPct val="150000"/>
              </a:lnSpc>
              <a:buFont typeface="Wingdings" panose="05000000000000000000" pitchFamily="2" charset="2"/>
              <a:buChar char="v"/>
            </a:pPr>
            <a:endParaRPr lang="en-US" dirty="0"/>
          </a:p>
          <a:p>
            <a:pPr marL="285750" indent="-285750">
              <a:lnSpc>
                <a:spcPct val="150000"/>
              </a:lnSpc>
              <a:buFont typeface="Wingdings" panose="05000000000000000000" pitchFamily="2" charset="2"/>
              <a:buChar char="v"/>
            </a:pPr>
            <a:r>
              <a:rPr lang="en-US" b="1" dirty="0"/>
              <a:t>Policy Limits: </a:t>
            </a:r>
            <a:r>
              <a:rPr lang="en-US" dirty="0"/>
              <a:t>Higher policy limits typically lead to higher premiums.</a:t>
            </a:r>
          </a:p>
        </p:txBody>
      </p:sp>
      <p:sp>
        <p:nvSpPr>
          <p:cNvPr id="6" name="TextBox 5">
            <a:extLst>
              <a:ext uri="{FF2B5EF4-FFF2-40B4-BE49-F238E27FC236}">
                <a16:creationId xmlns:a16="http://schemas.microsoft.com/office/drawing/2014/main" id="{18234F87-F897-3D36-AEBC-146CAC0704C2}"/>
              </a:ext>
            </a:extLst>
          </p:cNvPr>
          <p:cNvSpPr txBox="1"/>
          <p:nvPr/>
        </p:nvSpPr>
        <p:spPr>
          <a:xfrm>
            <a:off x="47874" y="438705"/>
            <a:ext cx="9109752" cy="584775"/>
          </a:xfrm>
          <a:prstGeom prst="rect">
            <a:avLst/>
          </a:prstGeom>
          <a:noFill/>
        </p:spPr>
        <p:txBody>
          <a:bodyPr wrap="square">
            <a:spAutoFit/>
          </a:bodyPr>
          <a:lstStyle/>
          <a:p>
            <a:r>
              <a:rPr lang="en-US" sz="3200" b="1" dirty="0">
                <a:solidFill>
                  <a:srgbClr val="C00000"/>
                </a:solidFill>
              </a:rPr>
              <a:t>Factors Influencing MPLI Premiums </a:t>
            </a:r>
          </a:p>
        </p:txBody>
      </p:sp>
      <p:pic>
        <p:nvPicPr>
          <p:cNvPr id="6146" name="Picture 2" descr="Risk Assessments | Health and Safety Consultant | Qualitek Safety">
            <a:extLst>
              <a:ext uri="{FF2B5EF4-FFF2-40B4-BE49-F238E27FC236}">
                <a16:creationId xmlns:a16="http://schemas.microsoft.com/office/drawing/2014/main" id="{61B1768F-C4C4-CE05-1CDA-09DDB059D7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951037"/>
            <a:ext cx="5349701" cy="34480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5261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BAD45-B779-41CE-A42D-A314F43B606D}"/>
              </a:ext>
            </a:extLst>
          </p:cNvPr>
          <p:cNvSpPr txBox="1"/>
          <p:nvPr/>
        </p:nvSpPr>
        <p:spPr>
          <a:xfrm>
            <a:off x="2743200" y="2332037"/>
            <a:ext cx="9067800" cy="1687663"/>
          </a:xfrm>
          <a:prstGeom prst="rect">
            <a:avLst/>
          </a:prstGeom>
          <a:solidFill>
            <a:schemeClr val="accent3">
              <a:lumMod val="20000"/>
              <a:lumOff val="80000"/>
            </a:schemeClr>
          </a:solidFill>
          <a:ln>
            <a:solidFill>
              <a:srgbClr val="0000FF"/>
            </a:solidFill>
          </a:ln>
          <a:scene3d>
            <a:camera prst="orthographicFront"/>
            <a:lightRig rig="threePt" dir="t"/>
          </a:scene3d>
          <a:sp3d>
            <a:bevelT w="139700" h="139700" prst="divot"/>
          </a:sp3d>
        </p:spPr>
        <p:txBody>
          <a:bodyPr wrap="square">
            <a:spAutoFit/>
          </a:bodyPr>
          <a:lstStyle/>
          <a:p>
            <a:pPr>
              <a:spcBef>
                <a:spcPct val="20000"/>
              </a:spcBef>
              <a:buClr>
                <a:schemeClr val="tx1"/>
              </a:buClr>
              <a:defRPr/>
            </a:pPr>
            <a:endParaRPr lang="en-US" sz="1800" dirty="0">
              <a:solidFill>
                <a:srgbClr val="000000"/>
              </a:solidFill>
              <a:latin typeface="Segoe UI Light" panose="020B0502040204020203" pitchFamily="34" charset="0"/>
            </a:endParaRPr>
          </a:p>
          <a:p>
            <a:pPr>
              <a:spcBef>
                <a:spcPct val="20000"/>
              </a:spcBef>
              <a:buClr>
                <a:schemeClr val="tx1"/>
              </a:buClr>
              <a:defRPr/>
            </a:pPr>
            <a:r>
              <a:rPr lang="en-US" dirty="0">
                <a:latin typeface="Roboto" panose="02000000000000000000" pitchFamily="2" charset="0"/>
              </a:rPr>
              <a:t>D&amp;O Insurance: </a:t>
            </a:r>
            <a:r>
              <a:rPr lang="en-US" sz="1800" dirty="0">
                <a:latin typeface="Segoe UI Light" panose="020B0502040204020203" pitchFamily="34" charset="0"/>
                <a:hlinkClick r:id="rId2"/>
              </a:rPr>
              <a:t>https://youtu.be/u7YMd70vziM?si=3e6MM6lW45MG8wM9</a:t>
            </a:r>
            <a:endParaRPr lang="en-US" sz="1800" dirty="0">
              <a:latin typeface="Segoe UI Light" panose="020B0502040204020203" pitchFamily="34" charset="0"/>
            </a:endParaRPr>
          </a:p>
          <a:p>
            <a:pPr>
              <a:spcBef>
                <a:spcPct val="20000"/>
              </a:spcBef>
              <a:buClr>
                <a:schemeClr val="tx1"/>
              </a:buClr>
              <a:defRPr/>
            </a:pPr>
            <a:r>
              <a:rPr lang="en-US" dirty="0">
                <a:latin typeface="+mn-lt"/>
              </a:rPr>
              <a:t>E&amp;O Insurance 101</a:t>
            </a:r>
            <a:r>
              <a:rPr lang="en-US" dirty="0">
                <a:latin typeface="Segoe UI Light" panose="020B0502040204020203" pitchFamily="34" charset="0"/>
              </a:rPr>
              <a:t>: </a:t>
            </a:r>
            <a:r>
              <a:rPr lang="en-US" dirty="0">
                <a:latin typeface="Segoe UI Light" panose="020B0502040204020203" pitchFamily="34" charset="0"/>
                <a:hlinkClick r:id="rId3"/>
              </a:rPr>
              <a:t>https://youtu.be/LBsrIRljBkY?si=F-7rsSiRp8zy_Kty</a:t>
            </a:r>
            <a:endParaRPr lang="en-US" dirty="0">
              <a:latin typeface="Segoe UI Light" panose="020B0502040204020203" pitchFamily="34" charset="0"/>
            </a:endParaRPr>
          </a:p>
          <a:p>
            <a:pPr>
              <a:spcBef>
                <a:spcPct val="20000"/>
              </a:spcBef>
              <a:buClr>
                <a:schemeClr val="tx1"/>
              </a:buClr>
              <a:defRPr/>
            </a:pPr>
            <a:r>
              <a:rPr lang="en-US" dirty="0">
                <a:latin typeface="+mn-lt"/>
              </a:rPr>
              <a:t>Fiduciary Liability insurance</a:t>
            </a:r>
            <a:r>
              <a:rPr lang="en-US" sz="1800" dirty="0">
                <a:latin typeface="Segoe UI Light" panose="020B0502040204020203" pitchFamily="34" charset="0"/>
              </a:rPr>
              <a:t>: </a:t>
            </a:r>
            <a:r>
              <a:rPr lang="en-US" sz="1800" dirty="0">
                <a:latin typeface="Segoe UI Light" panose="020B0502040204020203" pitchFamily="34" charset="0"/>
                <a:hlinkClick r:id="rId4"/>
              </a:rPr>
              <a:t>https://youtu.be/UIhc8j7DJnc?si=FZ4bF63v1j63Nwsh</a:t>
            </a:r>
            <a:endParaRPr lang="en-US" sz="1800" dirty="0">
              <a:latin typeface="Segoe UI Light" panose="020B0502040204020203" pitchFamily="34" charset="0"/>
            </a:endParaRPr>
          </a:p>
          <a:p>
            <a:pPr>
              <a:spcBef>
                <a:spcPct val="20000"/>
              </a:spcBef>
              <a:buClr>
                <a:schemeClr val="tx1"/>
              </a:buClr>
              <a:defRPr/>
            </a:pPr>
            <a:r>
              <a:rPr kumimoji="0" lang="en-US" altLang="en-US" sz="1800" i="0" u="none" strike="noStrike" cap="none" normalizeH="0" baseline="0" dirty="0">
                <a:ln>
                  <a:noFill/>
                </a:ln>
                <a:solidFill>
                  <a:schemeClr val="tx1"/>
                </a:solidFill>
                <a:effectLst/>
                <a:latin typeface="+mn-lt"/>
              </a:rPr>
              <a:t>Employment Practices Liability </a:t>
            </a:r>
            <a:r>
              <a:rPr lang="en-US" dirty="0">
                <a:latin typeface="Segoe UI Light" panose="020B0502040204020203" pitchFamily="34" charset="0"/>
              </a:rPr>
              <a:t>: </a:t>
            </a:r>
            <a:r>
              <a:rPr lang="en-US" dirty="0">
                <a:latin typeface="Segoe UI Light" panose="020B0502040204020203" pitchFamily="34" charset="0"/>
                <a:hlinkClick r:id="rId5"/>
              </a:rPr>
              <a:t>https://youtu.be/3plaaYY6214?si=3-UwhSBInTEDbkyl</a:t>
            </a:r>
            <a:endParaRPr lang="en-US" sz="1800" dirty="0">
              <a:latin typeface="Segoe UI Light" panose="020B0502040204020203" pitchFamily="34" charset="0"/>
            </a:endParaRPr>
          </a:p>
        </p:txBody>
      </p:sp>
      <p:pic>
        <p:nvPicPr>
          <p:cNvPr id="5" name="Picture 4">
            <a:extLst>
              <a:ext uri="{FF2B5EF4-FFF2-40B4-BE49-F238E27FC236}">
                <a16:creationId xmlns:a16="http://schemas.microsoft.com/office/drawing/2014/main" id="{0257BA28-B7E3-48B9-84B5-FC9EC4CC57B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6" name="Callout: Right Arrow 5">
            <a:extLst>
              <a:ext uri="{FF2B5EF4-FFF2-40B4-BE49-F238E27FC236}">
                <a16:creationId xmlns:a16="http://schemas.microsoft.com/office/drawing/2014/main" id="{971C9511-D4A5-47B9-B1D0-48AD5EA0EAA9}"/>
              </a:ext>
            </a:extLst>
          </p:cNvPr>
          <p:cNvSpPr/>
          <p:nvPr/>
        </p:nvSpPr>
        <p:spPr>
          <a:xfrm>
            <a:off x="838200" y="2027236"/>
            <a:ext cx="1790700" cy="2286000"/>
          </a:xfrm>
          <a:prstGeom prst="rightArrowCallout">
            <a:avLst/>
          </a:prstGeom>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Visit without fail</a:t>
            </a:r>
            <a:endParaRPr lang="en-IN" sz="2000" dirty="0"/>
          </a:p>
        </p:txBody>
      </p:sp>
      <p:sp>
        <p:nvSpPr>
          <p:cNvPr id="7" name="TextBox 6">
            <a:extLst>
              <a:ext uri="{FF2B5EF4-FFF2-40B4-BE49-F238E27FC236}">
                <a16:creationId xmlns:a16="http://schemas.microsoft.com/office/drawing/2014/main" id="{85BBE90D-C6F8-4C70-8495-C4B1EEF932B7}"/>
              </a:ext>
            </a:extLst>
          </p:cNvPr>
          <p:cNvSpPr txBox="1"/>
          <p:nvPr/>
        </p:nvSpPr>
        <p:spPr>
          <a:xfrm>
            <a:off x="-24063" y="231818"/>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dirty="0">
                <a:solidFill>
                  <a:schemeClr val="tx1"/>
                </a:solidFill>
                <a:latin typeface="Segoe UI Semibold" panose="020B0702040204020203" pitchFamily="34" charset="0"/>
                <a:cs typeface="BrowalliaUPC" panose="020B0604020202020204" pitchFamily="34" charset="-34"/>
              </a:rPr>
              <a:t>Do Watch…</a:t>
            </a:r>
          </a:p>
        </p:txBody>
      </p:sp>
    </p:spTree>
    <p:extLst>
      <p:ext uri="{BB962C8B-B14F-4D97-AF65-F5344CB8AC3E}">
        <p14:creationId xmlns:p14="http://schemas.microsoft.com/office/powerpoint/2010/main" val="39783844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Template 2016" id="{90BAF895-86B6-4C60-9208-C4F858343066}" vid="{7154B3E6-577F-4162-B9F9-6A81BF94E4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Nishma Goud Jakkula</DisplayName>
        <AccountId>941</AccountId>
        <AccountType/>
      </UserInfo>
    </Contributors>
    <SubCategory xmlns="09339d3a-aaa0-497d-ae73-d8a5832d420d">Learning</SubCategory>
    <Tags xmlns="09339d3a-aaa0-497d-ae73-d8a5832d420d">Corporate and Professional Legal Protection - Fiduciary Duties and Litigation Risks- MPLI</Tags>
  </documentManagement>
</p:properties>
</file>

<file path=customXml/item3.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41087d73-5bfe-4c6e-a130-3d602495565a" ContentTypeId="0x010100F7548365F7A28B41B9A685ED46C1AC26" PreviousValue="false"/>
</file>

<file path=customXml/itemProps1.xml><?xml version="1.0" encoding="utf-8"?>
<ds:datastoreItem xmlns:ds="http://schemas.openxmlformats.org/officeDocument/2006/customXml" ds:itemID="{09B5BC2E-B906-4F8F-8499-A4D09FBAAD0E}">
  <ds:schemaRefs>
    <ds:schemaRef ds:uri="http://schemas.microsoft.com/sharepoint/v3/contenttype/forms"/>
  </ds:schemaRefs>
</ds:datastoreItem>
</file>

<file path=customXml/itemProps2.xml><?xml version="1.0" encoding="utf-8"?>
<ds:datastoreItem xmlns:ds="http://schemas.openxmlformats.org/officeDocument/2006/customXml" ds:itemID="{DA88AF0D-9D36-4C3D-8F45-6FFB44E98B9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5339210-EA0F-441D-A611-C19855D15E12}"/>
</file>

<file path=customXml/itemProps4.xml><?xml version="1.0" encoding="utf-8"?>
<ds:datastoreItem xmlns:ds="http://schemas.openxmlformats.org/officeDocument/2006/customXml" ds:itemID="{637E28D6-9B9D-449B-B186-285402F78C0C}"/>
</file>

<file path=docMetadata/LabelInfo.xml><?xml version="1.0" encoding="utf-8"?>
<clbl:labelList xmlns:clbl="http://schemas.microsoft.com/office/2020/mipLabelMetadata">
  <clbl:label id="{13085c86-4bcb-460a-a6f0-b373421c6323}" enabled="0" method="" siteId="{13085c86-4bcb-460a-a6f0-b373421c6323}" removed="1"/>
</clbl:labelList>
</file>

<file path=docProps/app.xml><?xml version="1.0" encoding="utf-8"?>
<Properties xmlns="http://schemas.openxmlformats.org/officeDocument/2006/extended-properties" xmlns:vt="http://schemas.openxmlformats.org/officeDocument/2006/docPropsVTypes">
  <Template>PowerPoint Template 2016</Template>
  <TotalTime>8575</TotalTime>
  <Words>2510</Words>
  <Application>Microsoft Office PowerPoint</Application>
  <PresentationFormat>Custom</PresentationFormat>
  <Paragraphs>115</Paragraphs>
  <Slides>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Roboto</vt:lpstr>
      <vt:lpstr>Segoe UI</vt:lpstr>
      <vt:lpstr>Segoe UI Light</vt:lpstr>
      <vt:lpstr>Segoe UI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Anupam Baruah</dc:creator>
  <cp:lastModifiedBy>Nishma Goud Jakkula</cp:lastModifiedBy>
  <cp:revision>345</cp:revision>
  <cp:lastPrinted>2013-08-22T15:28:58Z</cp:lastPrinted>
  <dcterms:created xsi:type="dcterms:W3CDTF">2016-04-01T14:10:13Z</dcterms:created>
  <dcterms:modified xsi:type="dcterms:W3CDTF">2024-08-15T19:17:24Z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ies>
</file>