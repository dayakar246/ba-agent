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1164" r:id="rId5"/>
    <p:sldId id="1204" r:id="rId6"/>
    <p:sldId id="1209" r:id="rId7"/>
    <p:sldId id="1205" r:id="rId8"/>
    <p:sldId id="1208" r:id="rId9"/>
    <p:sldId id="1207" r:id="rId10"/>
    <p:sldId id="1206" r:id="rId11"/>
    <p:sldId id="1166" r:id="rId12"/>
  </p:sldIdLst>
  <p:sldSz cx="12344400" cy="6950075"/>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551246" algn="l" rtl="0" fontAlgn="base">
      <a:spcBef>
        <a:spcPct val="0"/>
      </a:spcBef>
      <a:spcAft>
        <a:spcPct val="0"/>
      </a:spcAft>
      <a:defRPr kern="1200">
        <a:solidFill>
          <a:schemeClr val="tx1"/>
        </a:solidFill>
        <a:latin typeface="Arial" charset="0"/>
        <a:ea typeface="+mn-ea"/>
        <a:cs typeface="Arial" charset="0"/>
      </a:defRPr>
    </a:lvl2pPr>
    <a:lvl3pPr marL="1102492" algn="l" rtl="0" fontAlgn="base">
      <a:spcBef>
        <a:spcPct val="0"/>
      </a:spcBef>
      <a:spcAft>
        <a:spcPct val="0"/>
      </a:spcAft>
      <a:defRPr kern="1200">
        <a:solidFill>
          <a:schemeClr val="tx1"/>
        </a:solidFill>
        <a:latin typeface="Arial" charset="0"/>
        <a:ea typeface="+mn-ea"/>
        <a:cs typeface="Arial" charset="0"/>
      </a:defRPr>
    </a:lvl3pPr>
    <a:lvl4pPr marL="1653738" algn="l" rtl="0" fontAlgn="base">
      <a:spcBef>
        <a:spcPct val="0"/>
      </a:spcBef>
      <a:spcAft>
        <a:spcPct val="0"/>
      </a:spcAft>
      <a:defRPr kern="1200">
        <a:solidFill>
          <a:schemeClr val="tx1"/>
        </a:solidFill>
        <a:latin typeface="Arial" charset="0"/>
        <a:ea typeface="+mn-ea"/>
        <a:cs typeface="Arial" charset="0"/>
      </a:defRPr>
    </a:lvl4pPr>
    <a:lvl5pPr marL="2204984" algn="l" rtl="0" fontAlgn="base">
      <a:spcBef>
        <a:spcPct val="0"/>
      </a:spcBef>
      <a:spcAft>
        <a:spcPct val="0"/>
      </a:spcAft>
      <a:defRPr kern="1200">
        <a:solidFill>
          <a:schemeClr val="tx1"/>
        </a:solidFill>
        <a:latin typeface="Arial" charset="0"/>
        <a:ea typeface="+mn-ea"/>
        <a:cs typeface="Arial" charset="0"/>
      </a:defRPr>
    </a:lvl5pPr>
    <a:lvl6pPr marL="2756230" algn="l" defTabSz="1102492" rtl="0" eaLnBrk="1" latinLnBrk="0" hangingPunct="1">
      <a:defRPr kern="1200">
        <a:solidFill>
          <a:schemeClr val="tx1"/>
        </a:solidFill>
        <a:latin typeface="Arial" charset="0"/>
        <a:ea typeface="+mn-ea"/>
        <a:cs typeface="Arial" charset="0"/>
      </a:defRPr>
    </a:lvl6pPr>
    <a:lvl7pPr marL="3307476" algn="l" defTabSz="1102492" rtl="0" eaLnBrk="1" latinLnBrk="0" hangingPunct="1">
      <a:defRPr kern="1200">
        <a:solidFill>
          <a:schemeClr val="tx1"/>
        </a:solidFill>
        <a:latin typeface="Arial" charset="0"/>
        <a:ea typeface="+mn-ea"/>
        <a:cs typeface="Arial" charset="0"/>
      </a:defRPr>
    </a:lvl7pPr>
    <a:lvl8pPr marL="3858722" algn="l" defTabSz="1102492" rtl="0" eaLnBrk="1" latinLnBrk="0" hangingPunct="1">
      <a:defRPr kern="1200">
        <a:solidFill>
          <a:schemeClr val="tx1"/>
        </a:solidFill>
        <a:latin typeface="Arial" charset="0"/>
        <a:ea typeface="+mn-ea"/>
        <a:cs typeface="Arial" charset="0"/>
      </a:defRPr>
    </a:lvl8pPr>
    <a:lvl9pPr marL="4409968" algn="l" defTabSz="1102492"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189">
          <p15:clr>
            <a:srgbClr val="A4A3A4"/>
          </p15:clr>
        </p15:guide>
        <p15:guide id="4" pos="3888">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D9FA"/>
    <a:srgbClr val="F9E9D7"/>
    <a:srgbClr val="D55819"/>
    <a:srgbClr val="E66A2E"/>
    <a:srgbClr val="EC9939"/>
    <a:srgbClr val="31859C"/>
    <a:srgbClr val="0070C0"/>
    <a:srgbClr val="E69922"/>
    <a:srgbClr val="128E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600C09-0B47-4456-AE6E-EDE6EEA36791}" v="14" dt="2024-08-15T19:24:46.225"/>
    <p1510:client id="{8A1FB9AB-A2F0-B54C-7303-EAF5C58A2360}" v="12" dt="2024-08-15T15:15:07.705"/>
    <p1510:client id="{ED5AC560-EC1E-4DB4-8CAD-14A4066E96B6}" v="166" dt="2024-08-15T09:32:24.972"/>
    <p1510:client id="{F2535B40-0E50-AE26-911D-1DC61C6D9148}" v="10" dt="2024-08-15T15:21:40.994"/>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 orient="horz" pos="2189"/>
        <p:guide pos="3888"/>
      </p:guideLst>
    </p:cSldViewPr>
  </p:slide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customXml" Target="../customXml/item4.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ma Goud Jakkula" userId="d691bd35-b18f-4a61-9e13-71152b17d585" providerId="ADAL" clId="{ED5AC560-EC1E-4DB4-8CAD-14A4066E96B6}"/>
    <pc:docChg chg="undo custSel addSld delSld modSld sldOrd">
      <pc:chgData name="Nishma Goud Jakkula" userId="d691bd35-b18f-4a61-9e13-71152b17d585" providerId="ADAL" clId="{ED5AC560-EC1E-4DB4-8CAD-14A4066E96B6}" dt="2024-08-15T09:34:58.794" v="717" actId="20577"/>
      <pc:docMkLst>
        <pc:docMk/>
      </pc:docMkLst>
      <pc:sldChg chg="modSp mod">
        <pc:chgData name="Nishma Goud Jakkula" userId="d691bd35-b18f-4a61-9e13-71152b17d585" providerId="ADAL" clId="{ED5AC560-EC1E-4DB4-8CAD-14A4066E96B6}" dt="2024-08-15T06:40:43.496" v="20" actId="14100"/>
        <pc:sldMkLst>
          <pc:docMk/>
          <pc:sldMk cId="4184502898" sldId="1164"/>
        </pc:sldMkLst>
        <pc:spChg chg="mod">
          <ac:chgData name="Nishma Goud Jakkula" userId="d691bd35-b18f-4a61-9e13-71152b17d585" providerId="ADAL" clId="{ED5AC560-EC1E-4DB4-8CAD-14A4066E96B6}" dt="2024-08-15T06:40:43.496" v="20" actId="14100"/>
          <ac:spMkLst>
            <pc:docMk/>
            <pc:sldMk cId="4184502898" sldId="1164"/>
            <ac:spMk id="16" creationId="{00000000-0000-0000-0000-000000000000}"/>
          </ac:spMkLst>
        </pc:spChg>
      </pc:sldChg>
      <pc:sldChg chg="addSp delSp modSp mod">
        <pc:chgData name="Nishma Goud Jakkula" userId="d691bd35-b18f-4a61-9e13-71152b17d585" providerId="ADAL" clId="{ED5AC560-EC1E-4DB4-8CAD-14A4066E96B6}" dt="2024-08-15T09:34:58.794" v="717" actId="20577"/>
        <pc:sldMkLst>
          <pc:docMk/>
          <pc:sldMk cId="3978384426" sldId="1166"/>
        </pc:sldMkLst>
        <pc:spChg chg="add del mod">
          <ac:chgData name="Nishma Goud Jakkula" userId="d691bd35-b18f-4a61-9e13-71152b17d585" providerId="ADAL" clId="{ED5AC560-EC1E-4DB4-8CAD-14A4066E96B6}" dt="2024-08-15T09:25:59.427" v="634" actId="11529"/>
          <ac:spMkLst>
            <pc:docMk/>
            <pc:sldMk cId="3978384426" sldId="1166"/>
            <ac:spMk id="2" creationId="{68504285-C9DB-E3C0-E3E7-521EDAE776A5}"/>
          </ac:spMkLst>
        </pc:spChg>
        <pc:spChg chg="add del mod">
          <ac:chgData name="Nishma Goud Jakkula" userId="d691bd35-b18f-4a61-9e13-71152b17d585" providerId="ADAL" clId="{ED5AC560-EC1E-4DB4-8CAD-14A4066E96B6}" dt="2024-08-15T09:34:58.794" v="717" actId="20577"/>
          <ac:spMkLst>
            <pc:docMk/>
            <pc:sldMk cId="3978384426" sldId="1166"/>
            <ac:spMk id="3" creationId="{B0BBAD45-B779-41CE-A42D-A314F43B606D}"/>
          </ac:spMkLst>
        </pc:spChg>
      </pc:sldChg>
      <pc:sldChg chg="del">
        <pc:chgData name="Nishma Goud Jakkula" userId="d691bd35-b18f-4a61-9e13-71152b17d585" providerId="ADAL" clId="{ED5AC560-EC1E-4DB4-8CAD-14A4066E96B6}" dt="2024-08-15T06:41:01.397" v="21" actId="2696"/>
        <pc:sldMkLst>
          <pc:docMk/>
          <pc:sldMk cId="522107481" sldId="1175"/>
        </pc:sldMkLst>
      </pc:sldChg>
      <pc:sldChg chg="addSp delSp modSp mod modNotesTx">
        <pc:chgData name="Nishma Goud Jakkula" userId="d691bd35-b18f-4a61-9e13-71152b17d585" providerId="ADAL" clId="{ED5AC560-EC1E-4DB4-8CAD-14A4066E96B6}" dt="2024-08-15T08:49:34.147" v="474" actId="115"/>
        <pc:sldMkLst>
          <pc:docMk/>
          <pc:sldMk cId="3004284754" sldId="1204"/>
        </pc:sldMkLst>
        <pc:spChg chg="mod">
          <ac:chgData name="Nishma Goud Jakkula" userId="d691bd35-b18f-4a61-9e13-71152b17d585" providerId="ADAL" clId="{ED5AC560-EC1E-4DB4-8CAD-14A4066E96B6}" dt="2024-08-15T08:39:01.358" v="419" actId="207"/>
          <ac:spMkLst>
            <pc:docMk/>
            <pc:sldMk cId="3004284754" sldId="1204"/>
            <ac:spMk id="4" creationId="{00000000-0000-0000-0000-000000000000}"/>
          </ac:spMkLst>
        </pc:spChg>
        <pc:spChg chg="add mod">
          <ac:chgData name="Nishma Goud Jakkula" userId="d691bd35-b18f-4a61-9e13-71152b17d585" providerId="ADAL" clId="{ED5AC560-EC1E-4DB4-8CAD-14A4066E96B6}" dt="2024-08-15T08:44:57.659" v="450" actId="12"/>
          <ac:spMkLst>
            <pc:docMk/>
            <pc:sldMk cId="3004284754" sldId="1204"/>
            <ac:spMk id="5" creationId="{C565F887-6C91-2565-EE6D-0A28071FD02A}"/>
          </ac:spMkLst>
        </pc:spChg>
        <pc:spChg chg="add mod">
          <ac:chgData name="Nishma Goud Jakkula" userId="d691bd35-b18f-4a61-9e13-71152b17d585" providerId="ADAL" clId="{ED5AC560-EC1E-4DB4-8CAD-14A4066E96B6}" dt="2024-08-15T08:49:34.147" v="474" actId="115"/>
          <ac:spMkLst>
            <pc:docMk/>
            <pc:sldMk cId="3004284754" sldId="1204"/>
            <ac:spMk id="8" creationId="{32852E90-5222-48D4-F996-4D468D958D3F}"/>
          </ac:spMkLst>
        </pc:spChg>
        <pc:picChg chg="add del mod">
          <ac:chgData name="Nishma Goud Jakkula" userId="d691bd35-b18f-4a61-9e13-71152b17d585" providerId="ADAL" clId="{ED5AC560-EC1E-4DB4-8CAD-14A4066E96B6}" dt="2024-08-15T06:46:22.347" v="43" actId="34307"/>
          <ac:picMkLst>
            <pc:docMk/>
            <pc:sldMk cId="3004284754" sldId="1204"/>
            <ac:picMk id="6" creationId="{7C127155-FB01-9FCE-9E9B-9778ECE33B88}"/>
          </ac:picMkLst>
        </pc:picChg>
        <pc:picChg chg="add mod">
          <ac:chgData name="Nishma Goud Jakkula" userId="d691bd35-b18f-4a61-9e13-71152b17d585" providerId="ADAL" clId="{ED5AC560-EC1E-4DB4-8CAD-14A4066E96B6}" dt="2024-08-15T06:49:50.436" v="52" actId="1076"/>
          <ac:picMkLst>
            <pc:docMk/>
            <pc:sldMk cId="3004284754" sldId="1204"/>
            <ac:picMk id="1026" creationId="{647F39A4-3B9C-C83C-581C-E3AE871838A5}"/>
          </ac:picMkLst>
        </pc:picChg>
      </pc:sldChg>
      <pc:sldChg chg="addSp delSp modSp mod modNotes modNotesTx">
        <pc:chgData name="Nishma Goud Jakkula" userId="d691bd35-b18f-4a61-9e13-71152b17d585" providerId="ADAL" clId="{ED5AC560-EC1E-4DB4-8CAD-14A4066E96B6}" dt="2024-08-15T08:57:40.532" v="498" actId="115"/>
        <pc:sldMkLst>
          <pc:docMk/>
          <pc:sldMk cId="605510806" sldId="1205"/>
        </pc:sldMkLst>
        <pc:spChg chg="add del mod">
          <ac:chgData name="Nishma Goud Jakkula" userId="d691bd35-b18f-4a61-9e13-71152b17d585" providerId="ADAL" clId="{ED5AC560-EC1E-4DB4-8CAD-14A4066E96B6}" dt="2024-08-15T07:05:47.772" v="79"/>
          <ac:spMkLst>
            <pc:docMk/>
            <pc:sldMk cId="605510806" sldId="1205"/>
            <ac:spMk id="3" creationId="{043C0977-7435-B903-E630-293E9F640F03}"/>
          </ac:spMkLst>
        </pc:spChg>
        <pc:spChg chg="add mod">
          <ac:chgData name="Nishma Goud Jakkula" userId="d691bd35-b18f-4a61-9e13-71152b17d585" providerId="ADAL" clId="{ED5AC560-EC1E-4DB4-8CAD-14A4066E96B6}" dt="2024-08-15T08:46:13.868" v="458" actId="20577"/>
          <ac:spMkLst>
            <pc:docMk/>
            <pc:sldMk cId="605510806" sldId="1205"/>
            <ac:spMk id="6" creationId="{85689D86-6899-45BC-D604-151B9BA14FCB}"/>
          </ac:spMkLst>
        </pc:spChg>
        <pc:spChg chg="add mod">
          <ac:chgData name="Nishma Goud Jakkula" userId="d691bd35-b18f-4a61-9e13-71152b17d585" providerId="ADAL" clId="{ED5AC560-EC1E-4DB4-8CAD-14A4066E96B6}" dt="2024-08-15T08:39:11.638" v="421" actId="207"/>
          <ac:spMkLst>
            <pc:docMk/>
            <pc:sldMk cId="605510806" sldId="1205"/>
            <ac:spMk id="8" creationId="{F47F2BF8-F359-5AF2-9748-E61E4B240B32}"/>
          </ac:spMkLst>
        </pc:spChg>
        <pc:spChg chg="add mod">
          <ac:chgData name="Nishma Goud Jakkula" userId="d691bd35-b18f-4a61-9e13-71152b17d585" providerId="ADAL" clId="{ED5AC560-EC1E-4DB4-8CAD-14A4066E96B6}" dt="2024-08-15T07:41:53.803" v="162" actId="14100"/>
          <ac:spMkLst>
            <pc:docMk/>
            <pc:sldMk cId="605510806" sldId="1205"/>
            <ac:spMk id="9" creationId="{3A6E802C-ACCF-BB11-8545-8A09E1E276DB}"/>
          </ac:spMkLst>
        </pc:spChg>
        <pc:spChg chg="add">
          <ac:chgData name="Nishma Goud Jakkula" userId="d691bd35-b18f-4a61-9e13-71152b17d585" providerId="ADAL" clId="{ED5AC560-EC1E-4DB4-8CAD-14A4066E96B6}" dt="2024-08-15T07:41:57.218" v="163"/>
          <ac:spMkLst>
            <pc:docMk/>
            <pc:sldMk cId="605510806" sldId="1205"/>
            <ac:spMk id="10" creationId="{87534D00-377F-5373-C0FE-93337B5C292B}"/>
          </ac:spMkLst>
        </pc:spChg>
        <pc:spChg chg="add mod">
          <ac:chgData name="Nishma Goud Jakkula" userId="d691bd35-b18f-4a61-9e13-71152b17d585" providerId="ADAL" clId="{ED5AC560-EC1E-4DB4-8CAD-14A4066E96B6}" dt="2024-08-15T07:42:46.957" v="165" actId="1076"/>
          <ac:spMkLst>
            <pc:docMk/>
            <pc:sldMk cId="605510806" sldId="1205"/>
            <ac:spMk id="11" creationId="{8DF0B2F3-6DED-80CC-E235-B7AF50C37C95}"/>
          </ac:spMkLst>
        </pc:spChg>
        <pc:spChg chg="add del mod">
          <ac:chgData name="Nishma Goud Jakkula" userId="d691bd35-b18f-4a61-9e13-71152b17d585" providerId="ADAL" clId="{ED5AC560-EC1E-4DB4-8CAD-14A4066E96B6}" dt="2024-08-15T07:47:40.851" v="220"/>
          <ac:spMkLst>
            <pc:docMk/>
            <pc:sldMk cId="605510806" sldId="1205"/>
            <ac:spMk id="15" creationId="{06B9EAB1-767E-DB8F-AADA-279A7A255359}"/>
          </ac:spMkLst>
        </pc:spChg>
        <pc:picChg chg="add del mod">
          <ac:chgData name="Nishma Goud Jakkula" userId="d691bd35-b18f-4a61-9e13-71152b17d585" providerId="ADAL" clId="{ED5AC560-EC1E-4DB4-8CAD-14A4066E96B6}" dt="2024-08-15T07:51:25.180" v="249" actId="478"/>
          <ac:picMkLst>
            <pc:docMk/>
            <pc:sldMk cId="605510806" sldId="1205"/>
            <ac:picMk id="13" creationId="{06E86741-BEF9-1D57-5B47-2EEBA7CF56AA}"/>
          </ac:picMkLst>
        </pc:picChg>
        <pc:picChg chg="add mod">
          <ac:chgData name="Nishma Goud Jakkula" userId="d691bd35-b18f-4a61-9e13-71152b17d585" providerId="ADAL" clId="{ED5AC560-EC1E-4DB4-8CAD-14A4066E96B6}" dt="2024-08-15T07:55:04.284" v="275" actId="167"/>
          <ac:picMkLst>
            <pc:docMk/>
            <pc:sldMk cId="605510806" sldId="1205"/>
            <ac:picMk id="3080" creationId="{7F997F59-21FD-D3B4-FBCC-B11A198F8E5F}"/>
          </ac:picMkLst>
        </pc:picChg>
      </pc:sldChg>
      <pc:sldChg chg="addSp modSp new mod modNotes modNotesTx">
        <pc:chgData name="Nishma Goud Jakkula" userId="d691bd35-b18f-4a61-9e13-71152b17d585" providerId="ADAL" clId="{ED5AC560-EC1E-4DB4-8CAD-14A4066E96B6}" dt="2024-08-15T09:21:55.513" v="621" actId="114"/>
        <pc:sldMkLst>
          <pc:docMk/>
          <pc:sldMk cId="2832355684" sldId="1206"/>
        </pc:sldMkLst>
        <pc:spChg chg="add mod">
          <ac:chgData name="Nishma Goud Jakkula" userId="d691bd35-b18f-4a61-9e13-71152b17d585" providerId="ADAL" clId="{ED5AC560-EC1E-4DB4-8CAD-14A4066E96B6}" dt="2024-08-15T08:44:33.464" v="449" actId="14100"/>
          <ac:spMkLst>
            <pc:docMk/>
            <pc:sldMk cId="2832355684" sldId="1206"/>
            <ac:spMk id="3" creationId="{C6C303D2-77F9-6DB7-E1D0-2731EDBB89CC}"/>
          </ac:spMkLst>
        </pc:spChg>
        <pc:spChg chg="add mod">
          <ac:chgData name="Nishma Goud Jakkula" userId="d691bd35-b18f-4a61-9e13-71152b17d585" providerId="ADAL" clId="{ED5AC560-EC1E-4DB4-8CAD-14A4066E96B6}" dt="2024-08-15T08:44:25.812" v="448" actId="207"/>
          <ac:spMkLst>
            <pc:docMk/>
            <pc:sldMk cId="2832355684" sldId="1206"/>
            <ac:spMk id="6" creationId="{74DDD128-1031-214D-12AA-38AED5FD1861}"/>
          </ac:spMkLst>
        </pc:spChg>
        <pc:picChg chg="add mod">
          <ac:chgData name="Nishma Goud Jakkula" userId="d691bd35-b18f-4a61-9e13-71152b17d585" providerId="ADAL" clId="{ED5AC560-EC1E-4DB4-8CAD-14A4066E96B6}" dt="2024-08-15T07:11:43.069" v="99"/>
          <ac:picMkLst>
            <pc:docMk/>
            <pc:sldMk cId="2832355684" sldId="1206"/>
            <ac:picMk id="4" creationId="{10B9B69D-18C5-A409-7CBB-5357F546741A}"/>
          </ac:picMkLst>
        </pc:picChg>
        <pc:picChg chg="add mod">
          <ac:chgData name="Nishma Goud Jakkula" userId="d691bd35-b18f-4a61-9e13-71152b17d585" providerId="ADAL" clId="{ED5AC560-EC1E-4DB4-8CAD-14A4066E96B6}" dt="2024-08-15T08:26:36.532" v="362" actId="14100"/>
          <ac:picMkLst>
            <pc:docMk/>
            <pc:sldMk cId="2832355684" sldId="1206"/>
            <ac:picMk id="6146" creationId="{7149D10D-B46D-38AA-60BB-E52EC065A15A}"/>
          </ac:picMkLst>
        </pc:picChg>
        <pc:picChg chg="add mod">
          <ac:chgData name="Nishma Goud Jakkula" userId="d691bd35-b18f-4a61-9e13-71152b17d585" providerId="ADAL" clId="{ED5AC560-EC1E-4DB4-8CAD-14A4066E96B6}" dt="2024-08-15T08:42:39.746" v="444" actId="1076"/>
          <ac:picMkLst>
            <pc:docMk/>
            <pc:sldMk cId="2832355684" sldId="1206"/>
            <ac:picMk id="6148" creationId="{5C12D4B7-9F6B-946D-E845-52DC428865CB}"/>
          </ac:picMkLst>
        </pc:picChg>
      </pc:sldChg>
      <pc:sldChg chg="addSp modSp new mod modNotes modNotesTx">
        <pc:chgData name="Nishma Goud Jakkula" userId="d691bd35-b18f-4a61-9e13-71152b17d585" providerId="ADAL" clId="{ED5AC560-EC1E-4DB4-8CAD-14A4066E96B6}" dt="2024-08-15T09:16:58.241" v="575" actId="114"/>
        <pc:sldMkLst>
          <pc:docMk/>
          <pc:sldMk cId="3818739255" sldId="1207"/>
        </pc:sldMkLst>
        <pc:spChg chg="add mod">
          <ac:chgData name="Nishma Goud Jakkula" userId="d691bd35-b18f-4a61-9e13-71152b17d585" providerId="ADAL" clId="{ED5AC560-EC1E-4DB4-8CAD-14A4066E96B6}" dt="2024-08-15T08:48:58.805" v="473" actId="14100"/>
          <ac:spMkLst>
            <pc:docMk/>
            <pc:sldMk cId="3818739255" sldId="1207"/>
            <ac:spMk id="3" creationId="{CDC44EB0-6A38-1ABA-DB67-6F4D0FC63C8F}"/>
          </ac:spMkLst>
        </pc:spChg>
        <pc:spChg chg="add mod">
          <ac:chgData name="Nishma Goud Jakkula" userId="d691bd35-b18f-4a61-9e13-71152b17d585" providerId="ADAL" clId="{ED5AC560-EC1E-4DB4-8CAD-14A4066E96B6}" dt="2024-08-15T08:39:28.243" v="423" actId="207"/>
          <ac:spMkLst>
            <pc:docMk/>
            <pc:sldMk cId="3818739255" sldId="1207"/>
            <ac:spMk id="6" creationId="{CAA334C3-CE06-3997-9FE7-C196C550222A}"/>
          </ac:spMkLst>
        </pc:spChg>
        <pc:picChg chg="add mod">
          <ac:chgData name="Nishma Goud Jakkula" userId="d691bd35-b18f-4a61-9e13-71152b17d585" providerId="ADAL" clId="{ED5AC560-EC1E-4DB4-8CAD-14A4066E96B6}" dt="2024-08-15T07:11:40.116" v="98"/>
          <ac:picMkLst>
            <pc:docMk/>
            <pc:sldMk cId="3818739255" sldId="1207"/>
            <ac:picMk id="4" creationId="{760DE202-086C-EE29-8604-9E56E6D03C6B}"/>
          </ac:picMkLst>
        </pc:picChg>
        <pc:picChg chg="add">
          <ac:chgData name="Nishma Goud Jakkula" userId="d691bd35-b18f-4a61-9e13-71152b17d585" providerId="ADAL" clId="{ED5AC560-EC1E-4DB4-8CAD-14A4066E96B6}" dt="2024-08-15T07:57:50.426" v="277"/>
          <ac:picMkLst>
            <pc:docMk/>
            <pc:sldMk cId="3818739255" sldId="1207"/>
            <ac:picMk id="5122" creationId="{E4579F11-9A9B-82CD-E17B-54B982C3913C}"/>
          </ac:picMkLst>
        </pc:picChg>
        <pc:picChg chg="add">
          <ac:chgData name="Nishma Goud Jakkula" userId="d691bd35-b18f-4a61-9e13-71152b17d585" providerId="ADAL" clId="{ED5AC560-EC1E-4DB4-8CAD-14A4066E96B6}" dt="2024-08-15T07:58:16.087" v="278"/>
          <ac:picMkLst>
            <pc:docMk/>
            <pc:sldMk cId="3818739255" sldId="1207"/>
            <ac:picMk id="5124" creationId="{0AA7F737-FC92-D113-DF67-B5F1605B7C85}"/>
          </ac:picMkLst>
        </pc:picChg>
        <pc:picChg chg="add mod">
          <ac:chgData name="Nishma Goud Jakkula" userId="d691bd35-b18f-4a61-9e13-71152b17d585" providerId="ADAL" clId="{ED5AC560-EC1E-4DB4-8CAD-14A4066E96B6}" dt="2024-08-15T07:58:52.521" v="281" actId="1076"/>
          <ac:picMkLst>
            <pc:docMk/>
            <pc:sldMk cId="3818739255" sldId="1207"/>
            <ac:picMk id="5126" creationId="{20AC22A9-656A-301D-18EE-791B5B46F83C}"/>
          </ac:picMkLst>
        </pc:picChg>
        <pc:picChg chg="add">
          <ac:chgData name="Nishma Goud Jakkula" userId="d691bd35-b18f-4a61-9e13-71152b17d585" providerId="ADAL" clId="{ED5AC560-EC1E-4DB4-8CAD-14A4066E96B6}" dt="2024-08-15T07:59:35.135" v="282"/>
          <ac:picMkLst>
            <pc:docMk/>
            <pc:sldMk cId="3818739255" sldId="1207"/>
            <ac:picMk id="5128" creationId="{A8D63FB8-1467-3607-6E5B-27E0FC9D0B06}"/>
          </ac:picMkLst>
        </pc:picChg>
        <pc:picChg chg="add">
          <ac:chgData name="Nishma Goud Jakkula" userId="d691bd35-b18f-4a61-9e13-71152b17d585" providerId="ADAL" clId="{ED5AC560-EC1E-4DB4-8CAD-14A4066E96B6}" dt="2024-08-15T08:00:20.332" v="283"/>
          <ac:picMkLst>
            <pc:docMk/>
            <pc:sldMk cId="3818739255" sldId="1207"/>
            <ac:picMk id="5130" creationId="{1CC13C44-EFBA-5688-D81A-3FA92A96CAC0}"/>
          </ac:picMkLst>
        </pc:picChg>
        <pc:picChg chg="add">
          <ac:chgData name="Nishma Goud Jakkula" userId="d691bd35-b18f-4a61-9e13-71152b17d585" providerId="ADAL" clId="{ED5AC560-EC1E-4DB4-8CAD-14A4066E96B6}" dt="2024-08-15T08:00:37.182" v="284"/>
          <ac:picMkLst>
            <pc:docMk/>
            <pc:sldMk cId="3818739255" sldId="1207"/>
            <ac:picMk id="5132" creationId="{CF3C1CC9-5D1C-0195-2A6E-5A8A53B91D47}"/>
          </ac:picMkLst>
        </pc:picChg>
        <pc:picChg chg="add">
          <ac:chgData name="Nishma Goud Jakkula" userId="d691bd35-b18f-4a61-9e13-71152b17d585" providerId="ADAL" clId="{ED5AC560-EC1E-4DB4-8CAD-14A4066E96B6}" dt="2024-08-15T08:03:26.853" v="285"/>
          <ac:picMkLst>
            <pc:docMk/>
            <pc:sldMk cId="3818739255" sldId="1207"/>
            <ac:picMk id="5134" creationId="{986CEDA4-C695-3E07-5CF4-60DAF2F4E2AA}"/>
          </ac:picMkLst>
        </pc:picChg>
        <pc:picChg chg="add mod">
          <ac:chgData name="Nishma Goud Jakkula" userId="d691bd35-b18f-4a61-9e13-71152b17d585" providerId="ADAL" clId="{ED5AC560-EC1E-4DB4-8CAD-14A4066E96B6}" dt="2024-08-15T08:04:24.812" v="290" actId="1076"/>
          <ac:picMkLst>
            <pc:docMk/>
            <pc:sldMk cId="3818739255" sldId="1207"/>
            <ac:picMk id="5136" creationId="{B0D02E12-2BCA-517D-810C-DB1FA2E6B03D}"/>
          </ac:picMkLst>
        </pc:picChg>
        <pc:picChg chg="add mod">
          <ac:chgData name="Nishma Goud Jakkula" userId="d691bd35-b18f-4a61-9e13-71152b17d585" providerId="ADAL" clId="{ED5AC560-EC1E-4DB4-8CAD-14A4066E96B6}" dt="2024-08-15T08:48:29.675" v="471" actId="1076"/>
          <ac:picMkLst>
            <pc:docMk/>
            <pc:sldMk cId="3818739255" sldId="1207"/>
            <ac:picMk id="5138" creationId="{869FD1D9-CD70-0770-BAF6-3DD9877590EC}"/>
          </ac:picMkLst>
        </pc:picChg>
        <pc:picChg chg="add">
          <ac:chgData name="Nishma Goud Jakkula" userId="d691bd35-b18f-4a61-9e13-71152b17d585" providerId="ADAL" clId="{ED5AC560-EC1E-4DB4-8CAD-14A4066E96B6}" dt="2024-08-15T08:06:06.879" v="293"/>
          <ac:picMkLst>
            <pc:docMk/>
            <pc:sldMk cId="3818739255" sldId="1207"/>
            <ac:picMk id="5140" creationId="{448D42B0-1291-290F-99B5-23AC161A8054}"/>
          </ac:picMkLst>
        </pc:picChg>
        <pc:picChg chg="add">
          <ac:chgData name="Nishma Goud Jakkula" userId="d691bd35-b18f-4a61-9e13-71152b17d585" providerId="ADAL" clId="{ED5AC560-EC1E-4DB4-8CAD-14A4066E96B6}" dt="2024-08-15T08:06:30.364" v="294"/>
          <ac:picMkLst>
            <pc:docMk/>
            <pc:sldMk cId="3818739255" sldId="1207"/>
            <ac:picMk id="5142" creationId="{1E3FD181-B246-827F-38DC-ACFB02308DF2}"/>
          </ac:picMkLst>
        </pc:picChg>
        <pc:picChg chg="add mod">
          <ac:chgData name="Nishma Goud Jakkula" userId="d691bd35-b18f-4a61-9e13-71152b17d585" providerId="ADAL" clId="{ED5AC560-EC1E-4DB4-8CAD-14A4066E96B6}" dt="2024-08-15T08:23:06.030" v="347" actId="1076"/>
          <ac:picMkLst>
            <pc:docMk/>
            <pc:sldMk cId="3818739255" sldId="1207"/>
            <ac:picMk id="5144" creationId="{612273EE-63F1-1478-C166-9C07F35AFA9C}"/>
          </ac:picMkLst>
        </pc:picChg>
        <pc:picChg chg="add mod">
          <ac:chgData name="Nishma Goud Jakkula" userId="d691bd35-b18f-4a61-9e13-71152b17d585" providerId="ADAL" clId="{ED5AC560-EC1E-4DB4-8CAD-14A4066E96B6}" dt="2024-08-15T08:23:11.375" v="348" actId="1076"/>
          <ac:picMkLst>
            <pc:docMk/>
            <pc:sldMk cId="3818739255" sldId="1207"/>
            <ac:picMk id="5146" creationId="{356810D9-54F8-8439-D446-710677B47E85}"/>
          </ac:picMkLst>
        </pc:picChg>
        <pc:picChg chg="add mod">
          <ac:chgData name="Nishma Goud Jakkula" userId="d691bd35-b18f-4a61-9e13-71152b17d585" providerId="ADAL" clId="{ED5AC560-EC1E-4DB4-8CAD-14A4066E96B6}" dt="2024-08-15T08:20:11.643" v="337" actId="1076"/>
          <ac:picMkLst>
            <pc:docMk/>
            <pc:sldMk cId="3818739255" sldId="1207"/>
            <ac:picMk id="5148" creationId="{1D5FA377-AC08-599F-CBE8-66C91137358E}"/>
          </ac:picMkLst>
        </pc:picChg>
      </pc:sldChg>
      <pc:sldChg chg="addSp delSp modSp new mod ord modNotes modNotesTx">
        <pc:chgData name="Nishma Goud Jakkula" userId="d691bd35-b18f-4a61-9e13-71152b17d585" providerId="ADAL" clId="{ED5AC560-EC1E-4DB4-8CAD-14A4066E96B6}" dt="2024-08-15T09:11:03.792" v="543" actId="20577"/>
        <pc:sldMkLst>
          <pc:docMk/>
          <pc:sldMk cId="1782214849" sldId="1208"/>
        </pc:sldMkLst>
        <pc:spChg chg="add mod">
          <ac:chgData name="Nishma Goud Jakkula" userId="d691bd35-b18f-4a61-9e13-71152b17d585" providerId="ADAL" clId="{ED5AC560-EC1E-4DB4-8CAD-14A4066E96B6}" dt="2024-08-15T08:40:19.314" v="430" actId="207"/>
          <ac:spMkLst>
            <pc:docMk/>
            <pc:sldMk cId="1782214849" sldId="1208"/>
            <ac:spMk id="2" creationId="{F6B7F9CF-3E64-24C2-4A02-F4CB9818F056}"/>
          </ac:spMkLst>
        </pc:spChg>
        <pc:spChg chg="add mod">
          <ac:chgData name="Nishma Goud Jakkula" userId="d691bd35-b18f-4a61-9e13-71152b17d585" providerId="ADAL" clId="{ED5AC560-EC1E-4DB4-8CAD-14A4066E96B6}" dt="2024-08-15T08:39:19.900" v="422" actId="207"/>
          <ac:spMkLst>
            <pc:docMk/>
            <pc:sldMk cId="1782214849" sldId="1208"/>
            <ac:spMk id="4" creationId="{6B224EE3-7BE1-690D-AF9F-83963D8EAB81}"/>
          </ac:spMkLst>
        </pc:spChg>
        <pc:spChg chg="add del mod">
          <ac:chgData name="Nishma Goud Jakkula" userId="d691bd35-b18f-4a61-9e13-71152b17d585" providerId="ADAL" clId="{ED5AC560-EC1E-4DB4-8CAD-14A4066E96B6}" dt="2024-08-15T07:32:26.814" v="152" actId="478"/>
          <ac:spMkLst>
            <pc:docMk/>
            <pc:sldMk cId="1782214849" sldId="1208"/>
            <ac:spMk id="6" creationId="{8C1654CD-0807-0331-C7EF-92D63A106DD2}"/>
          </ac:spMkLst>
        </pc:spChg>
        <pc:spChg chg="add del mod">
          <ac:chgData name="Nishma Goud Jakkula" userId="d691bd35-b18f-4a61-9e13-71152b17d585" providerId="ADAL" clId="{ED5AC560-EC1E-4DB4-8CAD-14A4066E96B6}" dt="2024-08-15T08:35:37.122" v="401" actId="22"/>
          <ac:spMkLst>
            <pc:docMk/>
            <pc:sldMk cId="1782214849" sldId="1208"/>
            <ac:spMk id="9" creationId="{0F59AEFB-8D2E-64CD-EA9D-E887109EE98B}"/>
          </ac:spMkLst>
        </pc:spChg>
        <pc:spChg chg="add mod">
          <ac:chgData name="Nishma Goud Jakkula" userId="d691bd35-b18f-4a61-9e13-71152b17d585" providerId="ADAL" clId="{ED5AC560-EC1E-4DB4-8CAD-14A4066E96B6}" dt="2024-08-15T08:40:34.388" v="433" actId="207"/>
          <ac:spMkLst>
            <pc:docMk/>
            <pc:sldMk cId="1782214849" sldId="1208"/>
            <ac:spMk id="11" creationId="{E93467B5-97AF-5A54-BBEB-7AC81A7A7CEC}"/>
          </ac:spMkLst>
        </pc:spChg>
        <pc:picChg chg="add mod">
          <ac:chgData name="Nishma Goud Jakkula" userId="d691bd35-b18f-4a61-9e13-71152b17d585" providerId="ADAL" clId="{ED5AC560-EC1E-4DB4-8CAD-14A4066E96B6}" dt="2024-08-15T07:11:37.362" v="93"/>
          <ac:picMkLst>
            <pc:docMk/>
            <pc:sldMk cId="1782214849" sldId="1208"/>
            <ac:picMk id="7" creationId="{08F9E0BA-300F-8DEC-40C3-94CB3B6B1094}"/>
          </ac:picMkLst>
        </pc:picChg>
        <pc:picChg chg="add mod">
          <ac:chgData name="Nishma Goud Jakkula" userId="d691bd35-b18f-4a61-9e13-71152b17d585" providerId="ADAL" clId="{ED5AC560-EC1E-4DB4-8CAD-14A4066E96B6}" dt="2024-08-15T08:38:16.100" v="416" actId="1076"/>
          <ac:picMkLst>
            <pc:docMk/>
            <pc:sldMk cId="1782214849" sldId="1208"/>
            <ac:picMk id="2051" creationId="{6E67B57D-1B05-3051-9D4A-21CB5F5C4369}"/>
          </ac:picMkLst>
        </pc:picChg>
      </pc:sldChg>
      <pc:sldChg chg="addSp modSp new mod ord">
        <pc:chgData name="Nishma Goud Jakkula" userId="d691bd35-b18f-4a61-9e13-71152b17d585" providerId="ADAL" clId="{ED5AC560-EC1E-4DB4-8CAD-14A4066E96B6}" dt="2024-08-15T08:46:48.646" v="460"/>
        <pc:sldMkLst>
          <pc:docMk/>
          <pc:sldMk cId="738492889" sldId="1209"/>
        </pc:sldMkLst>
        <pc:picChg chg="add mod">
          <ac:chgData name="Nishma Goud Jakkula" userId="d691bd35-b18f-4a61-9e13-71152b17d585" providerId="ADAL" clId="{ED5AC560-EC1E-4DB4-8CAD-14A4066E96B6}" dt="2024-08-15T07:48:33.710" v="226"/>
          <ac:picMkLst>
            <pc:docMk/>
            <pc:sldMk cId="738492889" sldId="1209"/>
            <ac:picMk id="2" creationId="{9AFB8B4F-A6EA-FF59-4131-F5BF79262D00}"/>
          </ac:picMkLst>
        </pc:picChg>
        <pc:picChg chg="add mod ord">
          <ac:chgData name="Nishma Goud Jakkula" userId="d691bd35-b18f-4a61-9e13-71152b17d585" providerId="ADAL" clId="{ED5AC560-EC1E-4DB4-8CAD-14A4066E96B6}" dt="2024-08-15T07:50:47.349" v="248" actId="14100"/>
          <ac:picMkLst>
            <pc:docMk/>
            <pc:sldMk cId="738492889" sldId="1209"/>
            <ac:picMk id="3" creationId="{ACD08BD4-6FCE-EB12-1A45-CE8E7E582807}"/>
          </ac:picMkLst>
        </pc:picChg>
      </pc:sldChg>
    </pc:docChg>
  </pc:docChgLst>
  <pc:docChgLst>
    <pc:chgData name="Nishma Goud Jakkula" userId="S::nishma.jakkula@valuemomentum.com::d691bd35-b18f-4a61-9e13-71152b17d585" providerId="AD" clId="Web-{8A1FB9AB-A2F0-B54C-7303-EAF5C58A2360}"/>
    <pc:docChg chg="modSld">
      <pc:chgData name="Nishma Goud Jakkula" userId="S::nishma.jakkula@valuemomentum.com::d691bd35-b18f-4a61-9e13-71152b17d585" providerId="AD" clId="Web-{8A1FB9AB-A2F0-B54C-7303-EAF5C58A2360}" dt="2024-08-15T15:15:07.705" v="11"/>
      <pc:docMkLst>
        <pc:docMk/>
      </pc:docMkLst>
      <pc:sldChg chg="modSp">
        <pc:chgData name="Nishma Goud Jakkula" userId="S::nishma.jakkula@valuemomentum.com::d691bd35-b18f-4a61-9e13-71152b17d585" providerId="AD" clId="Web-{8A1FB9AB-A2F0-B54C-7303-EAF5C58A2360}" dt="2024-08-15T15:15:07.705" v="11"/>
        <pc:sldMkLst>
          <pc:docMk/>
          <pc:sldMk cId="2832355684" sldId="1206"/>
        </pc:sldMkLst>
        <pc:picChg chg="mod">
          <ac:chgData name="Nishma Goud Jakkula" userId="S::nishma.jakkula@valuemomentum.com::d691bd35-b18f-4a61-9e13-71152b17d585" providerId="AD" clId="Web-{8A1FB9AB-A2F0-B54C-7303-EAF5C58A2360}" dt="2024-08-15T15:15:07.705" v="11"/>
          <ac:picMkLst>
            <pc:docMk/>
            <pc:sldMk cId="2832355684" sldId="1206"/>
            <ac:picMk id="6148" creationId="{5C12D4B7-9F6B-946D-E845-52DC428865CB}"/>
          </ac:picMkLst>
        </pc:picChg>
      </pc:sldChg>
    </pc:docChg>
  </pc:docChgLst>
  <pc:docChgLst>
    <pc:chgData name="Nishma Goud Jakkula" userId="S::nishma.jakkula@valuemomentum.com::d691bd35-b18f-4a61-9e13-71152b17d585" providerId="AD" clId="Web-{F2535B40-0E50-AE26-911D-1DC61C6D9148}"/>
    <pc:docChg chg="modSld">
      <pc:chgData name="Nishma Goud Jakkula" userId="S::nishma.jakkula@valuemomentum.com::d691bd35-b18f-4a61-9e13-71152b17d585" providerId="AD" clId="Web-{F2535B40-0E50-AE26-911D-1DC61C6D9148}" dt="2024-08-15T15:21:40.994" v="9"/>
      <pc:docMkLst>
        <pc:docMk/>
      </pc:docMkLst>
      <pc:sldChg chg="modSp">
        <pc:chgData name="Nishma Goud Jakkula" userId="S::nishma.jakkula@valuemomentum.com::d691bd35-b18f-4a61-9e13-71152b17d585" providerId="AD" clId="Web-{F2535B40-0E50-AE26-911D-1DC61C6D9148}" dt="2024-08-15T15:21:40.994" v="9"/>
        <pc:sldMkLst>
          <pc:docMk/>
          <pc:sldMk cId="3818739255" sldId="1207"/>
        </pc:sldMkLst>
        <pc:picChg chg="mod">
          <ac:chgData name="Nishma Goud Jakkula" userId="S::nishma.jakkula@valuemomentum.com::d691bd35-b18f-4a61-9e13-71152b17d585" providerId="AD" clId="Web-{F2535B40-0E50-AE26-911D-1DC61C6D9148}" dt="2024-08-15T15:21:40.994" v="9"/>
          <ac:picMkLst>
            <pc:docMk/>
            <pc:sldMk cId="3818739255" sldId="1207"/>
            <ac:picMk id="5138" creationId="{869FD1D9-CD70-0770-BAF6-3DD9877590EC}"/>
          </ac:picMkLst>
        </pc:picChg>
        <pc:picChg chg="mod">
          <ac:chgData name="Nishma Goud Jakkula" userId="S::nishma.jakkula@valuemomentum.com::d691bd35-b18f-4a61-9e13-71152b17d585" providerId="AD" clId="Web-{F2535B40-0E50-AE26-911D-1DC61C6D9148}" dt="2024-08-15T15:20:52.212" v="4"/>
          <ac:picMkLst>
            <pc:docMk/>
            <pc:sldMk cId="3818739255" sldId="1207"/>
            <ac:picMk id="5144" creationId="{612273EE-63F1-1478-C166-9C07F35AFA9C}"/>
          </ac:picMkLst>
        </pc:picChg>
        <pc:picChg chg="mod">
          <ac:chgData name="Nishma Goud Jakkula" userId="S::nishma.jakkula@valuemomentum.com::d691bd35-b18f-4a61-9e13-71152b17d585" providerId="AD" clId="Web-{F2535B40-0E50-AE26-911D-1DC61C6D9148}" dt="2024-08-15T15:20:59.274" v="5"/>
          <ac:picMkLst>
            <pc:docMk/>
            <pc:sldMk cId="3818739255" sldId="1207"/>
            <ac:picMk id="5146" creationId="{356810D9-54F8-8439-D446-710677B47E85}"/>
          </ac:picMkLst>
        </pc:picChg>
        <pc:picChg chg="mod">
          <ac:chgData name="Nishma Goud Jakkula" userId="S::nishma.jakkula@valuemomentum.com::d691bd35-b18f-4a61-9e13-71152b17d585" providerId="AD" clId="Web-{F2535B40-0E50-AE26-911D-1DC61C6D9148}" dt="2024-08-15T15:20:42.821" v="3"/>
          <ac:picMkLst>
            <pc:docMk/>
            <pc:sldMk cId="3818739255" sldId="1207"/>
            <ac:picMk id="5148" creationId="{1D5FA377-AC08-599F-CBE8-66C91137358E}"/>
          </ac:picMkLst>
        </pc:picChg>
      </pc:sldChg>
    </pc:docChg>
  </pc:docChgLst>
  <pc:docChgLst>
    <pc:chgData name="Nishma Goud Jakkula" userId="S::nishma.jakkula@valuemomentum.com::d691bd35-b18f-4a61-9e13-71152b17d585" providerId="AD" clId="Web-{59600C09-0B47-4456-AE6E-EDE6EEA36791}"/>
    <pc:docChg chg="modSld modMainMaster">
      <pc:chgData name="Nishma Goud Jakkula" userId="S::nishma.jakkula@valuemomentum.com::d691bd35-b18f-4a61-9e13-71152b17d585" providerId="AD" clId="Web-{59600C09-0B47-4456-AE6E-EDE6EEA36791}" dt="2024-08-15T19:24:46.225" v="13"/>
      <pc:docMkLst>
        <pc:docMk/>
      </pc:docMkLst>
      <pc:sldChg chg="modTransition">
        <pc:chgData name="Nishma Goud Jakkula" userId="S::nishma.jakkula@valuemomentum.com::d691bd35-b18f-4a61-9e13-71152b17d585" providerId="AD" clId="Web-{59600C09-0B47-4456-AE6E-EDE6EEA36791}" dt="2024-08-15T19:24:46.225" v="13"/>
        <pc:sldMkLst>
          <pc:docMk/>
          <pc:sldMk cId="4184502898" sldId="1164"/>
        </pc:sldMkLst>
      </pc:sldChg>
      <pc:sldChg chg="modTransition">
        <pc:chgData name="Nishma Goud Jakkula" userId="S::nishma.jakkula@valuemomentum.com::d691bd35-b18f-4a61-9e13-71152b17d585" providerId="AD" clId="Web-{59600C09-0B47-4456-AE6E-EDE6EEA36791}" dt="2024-08-15T19:24:46.225" v="13"/>
        <pc:sldMkLst>
          <pc:docMk/>
          <pc:sldMk cId="3978384426" sldId="1166"/>
        </pc:sldMkLst>
      </pc:sldChg>
      <pc:sldChg chg="modTransition">
        <pc:chgData name="Nishma Goud Jakkula" userId="S::nishma.jakkula@valuemomentum.com::d691bd35-b18f-4a61-9e13-71152b17d585" providerId="AD" clId="Web-{59600C09-0B47-4456-AE6E-EDE6EEA36791}" dt="2024-08-15T19:24:46.225" v="13"/>
        <pc:sldMkLst>
          <pc:docMk/>
          <pc:sldMk cId="3004284754" sldId="1204"/>
        </pc:sldMkLst>
      </pc:sldChg>
      <pc:sldChg chg="modTransition">
        <pc:chgData name="Nishma Goud Jakkula" userId="S::nishma.jakkula@valuemomentum.com::d691bd35-b18f-4a61-9e13-71152b17d585" providerId="AD" clId="Web-{59600C09-0B47-4456-AE6E-EDE6EEA36791}" dt="2024-08-15T19:24:46.225" v="13"/>
        <pc:sldMkLst>
          <pc:docMk/>
          <pc:sldMk cId="605510806" sldId="1205"/>
        </pc:sldMkLst>
      </pc:sldChg>
      <pc:sldChg chg="modTransition">
        <pc:chgData name="Nishma Goud Jakkula" userId="S::nishma.jakkula@valuemomentum.com::d691bd35-b18f-4a61-9e13-71152b17d585" providerId="AD" clId="Web-{59600C09-0B47-4456-AE6E-EDE6EEA36791}" dt="2024-08-15T19:24:46.225" v="13"/>
        <pc:sldMkLst>
          <pc:docMk/>
          <pc:sldMk cId="2832355684" sldId="1206"/>
        </pc:sldMkLst>
      </pc:sldChg>
      <pc:sldChg chg="modTransition">
        <pc:chgData name="Nishma Goud Jakkula" userId="S::nishma.jakkula@valuemomentum.com::d691bd35-b18f-4a61-9e13-71152b17d585" providerId="AD" clId="Web-{59600C09-0B47-4456-AE6E-EDE6EEA36791}" dt="2024-08-15T19:24:46.225" v="13"/>
        <pc:sldMkLst>
          <pc:docMk/>
          <pc:sldMk cId="3818739255" sldId="1207"/>
        </pc:sldMkLst>
      </pc:sldChg>
      <pc:sldChg chg="modTransition">
        <pc:chgData name="Nishma Goud Jakkula" userId="S::nishma.jakkula@valuemomentum.com::d691bd35-b18f-4a61-9e13-71152b17d585" providerId="AD" clId="Web-{59600C09-0B47-4456-AE6E-EDE6EEA36791}" dt="2024-08-15T19:24:46.225" v="13"/>
        <pc:sldMkLst>
          <pc:docMk/>
          <pc:sldMk cId="1782214849" sldId="1208"/>
        </pc:sldMkLst>
      </pc:sldChg>
      <pc:sldChg chg="modTransition">
        <pc:chgData name="Nishma Goud Jakkula" userId="S::nishma.jakkula@valuemomentum.com::d691bd35-b18f-4a61-9e13-71152b17d585" providerId="AD" clId="Web-{59600C09-0B47-4456-AE6E-EDE6EEA36791}" dt="2024-08-15T19:24:46.225" v="13"/>
        <pc:sldMkLst>
          <pc:docMk/>
          <pc:sldMk cId="738492889" sldId="1209"/>
        </pc:sldMkLst>
      </pc:sldChg>
      <pc:sldMasterChg chg="modTransition modSldLayout">
        <pc:chgData name="Nishma Goud Jakkula" userId="S::nishma.jakkula@valuemomentum.com::d691bd35-b18f-4a61-9e13-71152b17d585" providerId="AD" clId="Web-{59600C09-0B47-4456-AE6E-EDE6EEA36791}" dt="2024-08-15T19:24:46.225" v="13"/>
        <pc:sldMasterMkLst>
          <pc:docMk/>
          <pc:sldMasterMk cId="0" sldId="2147483648"/>
        </pc:sldMasterMkLst>
        <pc:sldLayoutChg chg="modTransition">
          <pc:chgData name="Nishma Goud Jakkula" userId="S::nishma.jakkula@valuemomentum.com::d691bd35-b18f-4a61-9e13-71152b17d585" providerId="AD" clId="Web-{59600C09-0B47-4456-AE6E-EDE6EEA36791}" dt="2024-08-15T19:24:46.225" v="13"/>
          <pc:sldLayoutMkLst>
            <pc:docMk/>
            <pc:sldMasterMk cId="0" sldId="2147483648"/>
            <pc:sldLayoutMk cId="0" sldId="2147483656"/>
          </pc:sldLayoutMkLst>
        </pc:sldLayoutChg>
        <pc:sldLayoutChg chg="modTransition">
          <pc:chgData name="Nishma Goud Jakkula" userId="S::nishma.jakkula@valuemomentum.com::d691bd35-b18f-4a61-9e13-71152b17d585" providerId="AD" clId="Web-{59600C09-0B47-4456-AE6E-EDE6EEA36791}" dt="2024-08-15T19:24:46.225" v="13"/>
          <pc:sldLayoutMkLst>
            <pc:docMk/>
            <pc:sldMasterMk cId="0" sldId="2147483648"/>
            <pc:sldLayoutMk cId="0" sldId="2147483657"/>
          </pc:sldLayoutMkLst>
        </pc:sldLayoutChg>
        <pc:sldLayoutChg chg="modTransition">
          <pc:chgData name="Nishma Goud Jakkula" userId="S::nishma.jakkula@valuemomentum.com::d691bd35-b18f-4a61-9e13-71152b17d585" providerId="AD" clId="Web-{59600C09-0B47-4456-AE6E-EDE6EEA36791}" dt="2024-08-15T19:24:46.225" v="13"/>
          <pc:sldLayoutMkLst>
            <pc:docMk/>
            <pc:sldMasterMk cId="0" sldId="2147483648"/>
            <pc:sldLayoutMk cId="0" sldId="2147483659"/>
          </pc:sldLayoutMkLst>
        </pc:sldLayoutChg>
        <pc:sldLayoutChg chg="modTransition">
          <pc:chgData name="Nishma Goud Jakkula" userId="S::nishma.jakkula@valuemomentum.com::d691bd35-b18f-4a61-9e13-71152b17d585" providerId="AD" clId="Web-{59600C09-0B47-4456-AE6E-EDE6EEA36791}" dt="2024-08-15T19:24:46.225" v="13"/>
          <pc:sldLayoutMkLst>
            <pc:docMk/>
            <pc:sldMasterMk cId="0" sldId="2147483648"/>
            <pc:sldLayoutMk cId="8434308" sldId="214748366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3550"/>
          </a:xfrm>
          <a:prstGeom prst="rect">
            <a:avLst/>
          </a:prstGeom>
        </p:spPr>
        <p:txBody>
          <a:bodyPr vert="horz" lIns="92298" tIns="46149" rIns="92298" bIns="46149" rtlCol="0"/>
          <a:lstStyle>
            <a:lvl1pPr algn="l">
              <a:defRPr sz="1200"/>
            </a:lvl1pPr>
          </a:lstStyle>
          <a:p>
            <a:pPr>
              <a:defRPr/>
            </a:pPr>
            <a:endParaRPr lang="en-IN"/>
          </a:p>
        </p:txBody>
      </p:sp>
      <p:sp>
        <p:nvSpPr>
          <p:cNvPr id="3" name="Date Placeholder 2"/>
          <p:cNvSpPr>
            <a:spLocks noGrp="1"/>
          </p:cNvSpPr>
          <p:nvPr>
            <p:ph type="dt" sz="quarter" idx="1"/>
          </p:nvPr>
        </p:nvSpPr>
        <p:spPr>
          <a:xfrm>
            <a:off x="3970338" y="0"/>
            <a:ext cx="3038475" cy="463550"/>
          </a:xfrm>
          <a:prstGeom prst="rect">
            <a:avLst/>
          </a:prstGeom>
        </p:spPr>
        <p:txBody>
          <a:bodyPr vert="horz" lIns="92298" tIns="46149" rIns="92298" bIns="46149" rtlCol="0"/>
          <a:lstStyle>
            <a:lvl1pPr algn="r">
              <a:defRPr sz="1200" smtClean="0"/>
            </a:lvl1pPr>
          </a:lstStyle>
          <a:p>
            <a:pPr>
              <a:defRPr/>
            </a:pPr>
            <a:fld id="{9727E618-B619-4C36-8069-B46C9E63E7BB}" type="datetimeFigureOut">
              <a:rPr lang="en-IN"/>
              <a:pPr>
                <a:defRPr/>
              </a:pPr>
              <a:t>15-08-2024</a:t>
            </a:fld>
            <a:endParaRPr lang="en-IN"/>
          </a:p>
        </p:txBody>
      </p:sp>
      <p:sp>
        <p:nvSpPr>
          <p:cNvPr id="4" name="Footer Placeholder 3"/>
          <p:cNvSpPr>
            <a:spLocks noGrp="1"/>
          </p:cNvSpPr>
          <p:nvPr>
            <p:ph type="ftr" sz="quarter" idx="2"/>
          </p:nvPr>
        </p:nvSpPr>
        <p:spPr>
          <a:xfrm>
            <a:off x="0" y="8831263"/>
            <a:ext cx="3038475" cy="463550"/>
          </a:xfrm>
          <a:prstGeom prst="rect">
            <a:avLst/>
          </a:prstGeom>
        </p:spPr>
        <p:txBody>
          <a:bodyPr vert="horz" lIns="92298" tIns="46149" rIns="92298" bIns="46149" rtlCol="0" anchor="b"/>
          <a:lstStyle>
            <a:lvl1pPr algn="l">
              <a:defRPr sz="1200"/>
            </a:lvl1pPr>
          </a:lstStyle>
          <a:p>
            <a:pPr>
              <a:defRPr/>
            </a:pPr>
            <a:endParaRPr lang="en-IN"/>
          </a:p>
        </p:txBody>
      </p:sp>
      <p:sp>
        <p:nvSpPr>
          <p:cNvPr id="5" name="Slide Number Placeholder 4"/>
          <p:cNvSpPr>
            <a:spLocks noGrp="1"/>
          </p:cNvSpPr>
          <p:nvPr>
            <p:ph type="sldNum" sz="quarter" idx="3"/>
          </p:nvPr>
        </p:nvSpPr>
        <p:spPr>
          <a:xfrm>
            <a:off x="3970338" y="8831263"/>
            <a:ext cx="3038475" cy="463550"/>
          </a:xfrm>
          <a:prstGeom prst="rect">
            <a:avLst/>
          </a:prstGeom>
        </p:spPr>
        <p:txBody>
          <a:bodyPr vert="horz" lIns="92298" tIns="46149" rIns="92298" bIns="46149" rtlCol="0" anchor="b"/>
          <a:lstStyle>
            <a:lvl1pPr algn="r">
              <a:defRPr sz="1200" smtClean="0"/>
            </a:lvl1pPr>
          </a:lstStyle>
          <a:p>
            <a:pPr>
              <a:defRPr/>
            </a:pPr>
            <a:fld id="{9C442BCF-093E-4EAA-8717-F0E65CF5F693}" type="slidenum">
              <a:rPr lang="en-IN"/>
              <a:pPr>
                <a:defRPr/>
              </a:pPr>
              <a:t>‹#›</a:t>
            </a:fld>
            <a:endParaRPr lang="en-IN"/>
          </a:p>
        </p:txBody>
      </p:sp>
    </p:spTree>
    <p:extLst>
      <p:ext uri="{BB962C8B-B14F-4D97-AF65-F5344CB8AC3E}">
        <p14:creationId xmlns:p14="http://schemas.microsoft.com/office/powerpoint/2010/main" val="9390854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3550"/>
          </a:xfrm>
          <a:prstGeom prst="rect">
            <a:avLst/>
          </a:prstGeom>
        </p:spPr>
        <p:txBody>
          <a:bodyPr vert="horz" lIns="93175" tIns="46587" rIns="93175" bIns="46587"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0338" y="0"/>
            <a:ext cx="3038475" cy="463550"/>
          </a:xfrm>
          <a:prstGeom prst="rect">
            <a:avLst/>
          </a:prstGeom>
        </p:spPr>
        <p:txBody>
          <a:bodyPr vert="horz" lIns="93175" tIns="46587" rIns="93175" bIns="46587" rtlCol="0"/>
          <a:lstStyle>
            <a:lvl1pPr algn="r" fontAlgn="auto">
              <a:spcBef>
                <a:spcPts val="0"/>
              </a:spcBef>
              <a:spcAft>
                <a:spcPts val="0"/>
              </a:spcAft>
              <a:defRPr sz="1200">
                <a:latin typeface="+mn-lt"/>
                <a:cs typeface="+mn-cs"/>
              </a:defRPr>
            </a:lvl1pPr>
          </a:lstStyle>
          <a:p>
            <a:pPr>
              <a:defRPr/>
            </a:pPr>
            <a:fld id="{9CF4A2D4-943A-4B1C-9013-9F22B5005060}" type="datetimeFigureOut">
              <a:rPr lang="en-US"/>
              <a:pPr>
                <a:defRPr/>
              </a:pPr>
              <a:t>8/15/2024</a:t>
            </a:fld>
            <a:endParaRPr lang="en-US"/>
          </a:p>
        </p:txBody>
      </p:sp>
      <p:sp>
        <p:nvSpPr>
          <p:cNvPr id="4" name="Slide Image Placeholder 3"/>
          <p:cNvSpPr>
            <a:spLocks noGrp="1" noRot="1" noChangeAspect="1"/>
          </p:cNvSpPr>
          <p:nvPr>
            <p:ph type="sldImg" idx="2"/>
          </p:nvPr>
        </p:nvSpPr>
        <p:spPr>
          <a:xfrm>
            <a:off x="409575" y="696913"/>
            <a:ext cx="6191250" cy="3486150"/>
          </a:xfrm>
          <a:prstGeom prst="rect">
            <a:avLst/>
          </a:prstGeom>
          <a:noFill/>
          <a:ln w="12700">
            <a:solidFill>
              <a:prstClr val="black"/>
            </a:solidFill>
          </a:ln>
        </p:spPr>
        <p:txBody>
          <a:bodyPr vert="horz" lIns="93175" tIns="46587" rIns="93175" bIns="46587" rtlCol="0" anchor="ctr"/>
          <a:lstStyle/>
          <a:p>
            <a:pPr lvl="0"/>
            <a:endParaRPr lang="en-US" noProof="0"/>
          </a:p>
        </p:txBody>
      </p:sp>
      <p:sp>
        <p:nvSpPr>
          <p:cNvPr id="5" name="Notes Placeholder 4"/>
          <p:cNvSpPr>
            <a:spLocks noGrp="1"/>
          </p:cNvSpPr>
          <p:nvPr>
            <p:ph type="body" sz="quarter" idx="3"/>
          </p:nvPr>
        </p:nvSpPr>
        <p:spPr>
          <a:xfrm>
            <a:off x="701675" y="4416425"/>
            <a:ext cx="5607050" cy="4181475"/>
          </a:xfrm>
          <a:prstGeom prst="rect">
            <a:avLst/>
          </a:prstGeom>
        </p:spPr>
        <p:txBody>
          <a:bodyPr vert="horz" lIns="93175" tIns="46587" rIns="93175" bIns="46587"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31263"/>
            <a:ext cx="3038475" cy="463550"/>
          </a:xfrm>
          <a:prstGeom prst="rect">
            <a:avLst/>
          </a:prstGeom>
        </p:spPr>
        <p:txBody>
          <a:bodyPr vert="horz" lIns="93175" tIns="46587" rIns="93175" bIns="46587"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0338" y="8831263"/>
            <a:ext cx="3038475" cy="463550"/>
          </a:xfrm>
          <a:prstGeom prst="rect">
            <a:avLst/>
          </a:prstGeom>
        </p:spPr>
        <p:txBody>
          <a:bodyPr vert="horz" lIns="93175" tIns="46587" rIns="93175" bIns="46587" rtlCol="0" anchor="b"/>
          <a:lstStyle>
            <a:lvl1pPr algn="r" fontAlgn="auto">
              <a:spcBef>
                <a:spcPts val="0"/>
              </a:spcBef>
              <a:spcAft>
                <a:spcPts val="0"/>
              </a:spcAft>
              <a:defRPr sz="1200">
                <a:latin typeface="+mn-lt"/>
                <a:cs typeface="+mn-cs"/>
              </a:defRPr>
            </a:lvl1pPr>
          </a:lstStyle>
          <a:p>
            <a:pPr>
              <a:defRPr/>
            </a:pPr>
            <a:fld id="{DA158527-55D2-4491-A481-82DAFC91458B}" type="slidenum">
              <a:rPr lang="en-US"/>
              <a:pPr>
                <a:defRPr/>
              </a:pPr>
              <a:t>‹#›</a:t>
            </a:fld>
            <a:endParaRPr lang="en-US"/>
          </a:p>
        </p:txBody>
      </p:sp>
    </p:spTree>
    <p:extLst>
      <p:ext uri="{BB962C8B-B14F-4D97-AF65-F5344CB8AC3E}">
        <p14:creationId xmlns:p14="http://schemas.microsoft.com/office/powerpoint/2010/main" val="31200358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mn-lt"/>
        <a:ea typeface="+mn-ea"/>
        <a:cs typeface="+mn-cs"/>
      </a:defRPr>
    </a:lvl1pPr>
    <a:lvl2pPr marL="551246" algn="l" rtl="0" eaLnBrk="0" fontAlgn="base" hangingPunct="0">
      <a:spcBef>
        <a:spcPct val="30000"/>
      </a:spcBef>
      <a:spcAft>
        <a:spcPct val="0"/>
      </a:spcAft>
      <a:defRPr sz="1400" kern="1200">
        <a:solidFill>
          <a:schemeClr val="tx1"/>
        </a:solidFill>
        <a:latin typeface="+mn-lt"/>
        <a:ea typeface="+mn-ea"/>
        <a:cs typeface="+mn-cs"/>
      </a:defRPr>
    </a:lvl2pPr>
    <a:lvl3pPr marL="1102492" algn="l" rtl="0" eaLnBrk="0" fontAlgn="base" hangingPunct="0">
      <a:spcBef>
        <a:spcPct val="30000"/>
      </a:spcBef>
      <a:spcAft>
        <a:spcPct val="0"/>
      </a:spcAft>
      <a:defRPr sz="1400" kern="1200">
        <a:solidFill>
          <a:schemeClr val="tx1"/>
        </a:solidFill>
        <a:latin typeface="+mn-lt"/>
        <a:ea typeface="+mn-ea"/>
        <a:cs typeface="+mn-cs"/>
      </a:defRPr>
    </a:lvl3pPr>
    <a:lvl4pPr marL="1653738" algn="l" rtl="0" eaLnBrk="0" fontAlgn="base" hangingPunct="0">
      <a:spcBef>
        <a:spcPct val="30000"/>
      </a:spcBef>
      <a:spcAft>
        <a:spcPct val="0"/>
      </a:spcAft>
      <a:defRPr sz="1400" kern="1200">
        <a:solidFill>
          <a:schemeClr val="tx1"/>
        </a:solidFill>
        <a:latin typeface="+mn-lt"/>
        <a:ea typeface="+mn-ea"/>
        <a:cs typeface="+mn-cs"/>
      </a:defRPr>
    </a:lvl4pPr>
    <a:lvl5pPr marL="2204984" algn="l" rtl="0" eaLnBrk="0" fontAlgn="base" hangingPunct="0">
      <a:spcBef>
        <a:spcPct val="30000"/>
      </a:spcBef>
      <a:spcAft>
        <a:spcPct val="0"/>
      </a:spcAft>
      <a:defRPr sz="1400" kern="1200">
        <a:solidFill>
          <a:schemeClr val="tx1"/>
        </a:solidFill>
        <a:latin typeface="+mn-lt"/>
        <a:ea typeface="+mn-ea"/>
        <a:cs typeface="+mn-cs"/>
      </a:defRPr>
    </a:lvl5pPr>
    <a:lvl6pPr marL="2756230" algn="l" defTabSz="1102492" rtl="0" eaLnBrk="1" latinLnBrk="0" hangingPunct="1">
      <a:defRPr sz="1400" kern="1200">
        <a:solidFill>
          <a:schemeClr val="tx1"/>
        </a:solidFill>
        <a:latin typeface="+mn-lt"/>
        <a:ea typeface="+mn-ea"/>
        <a:cs typeface="+mn-cs"/>
      </a:defRPr>
    </a:lvl6pPr>
    <a:lvl7pPr marL="3307476" algn="l" defTabSz="1102492" rtl="0" eaLnBrk="1" latinLnBrk="0" hangingPunct="1">
      <a:defRPr sz="1400" kern="1200">
        <a:solidFill>
          <a:schemeClr val="tx1"/>
        </a:solidFill>
        <a:latin typeface="+mn-lt"/>
        <a:ea typeface="+mn-ea"/>
        <a:cs typeface="+mn-cs"/>
      </a:defRPr>
    </a:lvl7pPr>
    <a:lvl8pPr marL="3858722" algn="l" defTabSz="1102492" rtl="0" eaLnBrk="1" latinLnBrk="0" hangingPunct="1">
      <a:defRPr sz="1400" kern="1200">
        <a:solidFill>
          <a:schemeClr val="tx1"/>
        </a:solidFill>
        <a:latin typeface="+mn-lt"/>
        <a:ea typeface="+mn-ea"/>
        <a:cs typeface="+mn-cs"/>
      </a:defRPr>
    </a:lvl8pPr>
    <a:lvl9pPr marL="4409968" algn="l" defTabSz="1102492"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EPLI is critical for businesses of all sizes due to the rising number of employee lawsuits. For example, in 2022, a small tech company with just 50 employees faced a costly lawsuit over wrongful termination. This case demonstrates that no business is too small to require EPLI coverage.</a:t>
            </a:r>
            <a:endParaRPr lang="en-IN"/>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2</a:t>
            </a:fld>
            <a:endParaRPr lang="en-US"/>
          </a:p>
        </p:txBody>
      </p:sp>
    </p:spTree>
    <p:extLst>
      <p:ext uri="{BB962C8B-B14F-4D97-AF65-F5344CB8AC3E}">
        <p14:creationId xmlns:p14="http://schemas.microsoft.com/office/powerpoint/2010/main" val="3766253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b="1" u="sng"/>
              <a:t>Standalone EPLI Policy:</a:t>
            </a:r>
            <a:r>
              <a:rPr lang="en-US" sz="1400" b="1" u="sng"/>
              <a:t> </a:t>
            </a:r>
            <a:r>
              <a:rPr lang="en-US" sz="1200"/>
              <a:t>A standalone EPLI policy is a dedicated insurance product that exclusively covers employment practices liability risks. This type of policy is typically more comprehensive, offering higher limits of coverage, and it may include broader terms and conditions tailored to the specific risks associated with employment practices.</a:t>
            </a:r>
          </a:p>
          <a:p>
            <a:pPr>
              <a:buFont typeface="Arial" panose="020B0604020202020204" pitchFamily="34" charset="0"/>
              <a:buNone/>
            </a:pPr>
            <a:r>
              <a:rPr lang="en-US" b="1"/>
              <a:t>Example:</a:t>
            </a:r>
            <a:r>
              <a:rPr lang="en-US"/>
              <a:t> </a:t>
            </a:r>
            <a:r>
              <a:rPr lang="en-US" sz="1200"/>
              <a:t>A large corporation with thousands of employees might opt for a standalone EPLI policy to ensure extensive protection against a wide range of employment-related claims, such as wrongful termination, harassment, and discrimination. Due to the size and complexity of the business, a standalone policy provides the flexibility and depth of coverage needed to address the various legal risks associated with managing a large workforce.</a:t>
            </a:r>
          </a:p>
          <a:p>
            <a:pPr>
              <a:buFont typeface="Arial" panose="020B0604020202020204" pitchFamily="34" charset="0"/>
              <a:buNone/>
            </a:pPr>
            <a:endParaRPr lang="en-US" sz="1200"/>
          </a:p>
          <a:p>
            <a:r>
              <a:rPr lang="en-US" b="1" u="sng"/>
              <a:t>Endorsement to a BOP:</a:t>
            </a:r>
            <a:r>
              <a:rPr lang="en-US" b="1"/>
              <a:t> </a:t>
            </a:r>
            <a:r>
              <a:rPr lang="en-US"/>
              <a:t>An EPLI endorsement is an add-on to an existing Businessowners Policy (BOP), which is a bundled policy that typically covers general liability, property, and business interruption insurance. Adding EPLI as an endorsement to a BOP is usually more cost-effective, especially for small to mid-sized businesses, but it may offer more limited coverage compared to a standalone policy. The endorsement modifies the BOP to include employment practices liability coverage, but the limits and terms may be less extensive than those in a standalone policy.</a:t>
            </a:r>
          </a:p>
          <a:p>
            <a:pPr>
              <a:buFont typeface="Arial" panose="020B0604020202020204" pitchFamily="34" charset="0"/>
              <a:buNone/>
            </a:pPr>
            <a:r>
              <a:rPr lang="en-US" b="1"/>
              <a:t>Example:</a:t>
            </a:r>
            <a:r>
              <a:rPr lang="en-US"/>
              <a:t> A small retail chain with several locations decided to add EPLI as an endorsement to their existing BOP after facing a couple of discrimination claims. By doing so, they were able to secure the necessary protection at a lower cost than if they had purchased a standalone policy. While the endorsement provided sufficient coverage for their specific needs, it was a more budget-friendly option, considering the size and risk profile of the business.</a:t>
            </a:r>
          </a:p>
          <a:p>
            <a:pPr>
              <a:buFont typeface="Arial" panose="020B0604020202020204" pitchFamily="34" charset="0"/>
              <a:buNone/>
            </a:pPr>
            <a:endParaRPr lang="en-US"/>
          </a:p>
          <a:p>
            <a:r>
              <a:rPr lang="en-US" b="1" u="sng"/>
              <a:t>Comparison and Decision-Making:</a:t>
            </a:r>
            <a:r>
              <a:rPr lang="en-US" b="1" u="none"/>
              <a:t> </a:t>
            </a:r>
            <a:r>
              <a:rPr lang="en-US" u="none"/>
              <a:t>The decision between a standalone policy and an endorsement often depends on the size, complexity, and specific risks of the business. Larger businesses with higher exposure to employment-related claims might benefit from the comprehensive coverage of a standalone policy, while smaller businesses may find an endorsement to their BOP to be more practical and cost-effective. </a:t>
            </a:r>
          </a:p>
          <a:p>
            <a:endParaRPr lang="en-IN"/>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4</a:t>
            </a:fld>
            <a:endParaRPr lang="en-US"/>
          </a:p>
        </p:txBody>
      </p:sp>
    </p:spTree>
    <p:extLst>
      <p:ext uri="{BB962C8B-B14F-4D97-AF65-F5344CB8AC3E}">
        <p14:creationId xmlns:p14="http://schemas.microsoft.com/office/powerpoint/2010/main" val="666101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algn="l" rtl="0" fontAlgn="base"/>
            <a:r>
              <a:rPr lang="en-US" sz="1800" b="1" i="0" u="sng">
                <a:solidFill>
                  <a:srgbClr val="000000"/>
                </a:solidFill>
                <a:effectLst/>
                <a:highlight>
                  <a:srgbClr val="FFFFFF"/>
                </a:highlight>
                <a:latin typeface="Calibri" panose="020F0502020204030204" pitchFamily="34" charset="0"/>
              </a:rPr>
              <a:t>Sexual Harassment:</a:t>
            </a:r>
            <a:r>
              <a:rPr lang="en-US" sz="1800" b="0" i="0" u="sng">
                <a:solidFill>
                  <a:srgbClr val="000000"/>
                </a:solidFill>
                <a:effectLst/>
                <a:highlight>
                  <a:srgbClr val="FFFFFF"/>
                </a:highlight>
                <a:latin typeface="Calibri" panose="020F0502020204030204" pitchFamily="34" charset="0"/>
              </a:rPr>
              <a:t> </a:t>
            </a:r>
            <a:r>
              <a:rPr lang="en-US" sz="1800" b="0" i="0">
                <a:solidFill>
                  <a:srgbClr val="000000"/>
                </a:solidFill>
                <a:effectLst/>
                <a:highlight>
                  <a:srgbClr val="FFFFFF"/>
                </a:highlight>
                <a:latin typeface="Calibri" panose="020F0502020204030204" pitchFamily="34" charset="0"/>
              </a:rPr>
              <a:t>EPLI protects against claims of sexual harassment, which might include unwanted advances, inappropriate comments, or other forms of harassment. </a:t>
            </a:r>
            <a:endParaRPr lang="en-US" b="0" i="0">
              <a:solidFill>
                <a:srgbClr val="000000"/>
              </a:solidFill>
              <a:effectLst/>
              <a:highlight>
                <a:srgbClr val="FFFFFF"/>
              </a:highlight>
              <a:latin typeface="Segoe UI" panose="020B0502040204020203" pitchFamily="34" charset="0"/>
            </a:endParaRPr>
          </a:p>
          <a:p>
            <a:pPr algn="l" rtl="0" fontAlgn="base"/>
            <a:r>
              <a:rPr lang="en-US" sz="1800" b="1" i="0">
                <a:solidFill>
                  <a:srgbClr val="000000"/>
                </a:solidFill>
                <a:effectLst/>
                <a:highlight>
                  <a:srgbClr val="FFFFFF"/>
                </a:highlight>
                <a:latin typeface="Calibri" panose="020F0502020204030204" pitchFamily="34" charset="0"/>
              </a:rPr>
              <a:t>Example</a:t>
            </a:r>
            <a:r>
              <a:rPr lang="en-US" sz="1800" b="1" i="1">
                <a:solidFill>
                  <a:srgbClr val="000000"/>
                </a:solidFill>
                <a:effectLst/>
                <a:highlight>
                  <a:srgbClr val="FFFFFF"/>
                </a:highlight>
                <a:latin typeface="Calibri" panose="020F0502020204030204" pitchFamily="34" charset="0"/>
              </a:rPr>
              <a:t>:</a:t>
            </a:r>
            <a:r>
              <a:rPr lang="en-US" sz="1800" b="1" i="0">
                <a:solidFill>
                  <a:srgbClr val="000000"/>
                </a:solidFill>
                <a:effectLst/>
                <a:highlight>
                  <a:srgbClr val="FFFFFF"/>
                </a:highlight>
                <a:latin typeface="Calibri" panose="020F0502020204030204" pitchFamily="34" charset="0"/>
              </a:rPr>
              <a:t> </a:t>
            </a:r>
            <a:r>
              <a:rPr lang="en-US" sz="1800" b="0" i="0">
                <a:solidFill>
                  <a:srgbClr val="000000"/>
                </a:solidFill>
                <a:effectLst/>
                <a:highlight>
                  <a:srgbClr val="FFFFFF"/>
                </a:highlight>
                <a:latin typeface="Calibri" panose="020F0502020204030204" pitchFamily="34" charset="0"/>
              </a:rPr>
              <a:t>A high-profile tech company faced a lawsuit from an employee who claimed persistent sexual harassment by a manager. The company's EPLI policy covered legal defense costs and the settlement, which totaled over $1 million. </a:t>
            </a:r>
          </a:p>
          <a:p>
            <a:pPr algn="l" rtl="0" fontAlgn="base"/>
            <a:endParaRPr lang="en-US" b="0" i="0">
              <a:solidFill>
                <a:srgbClr val="000000"/>
              </a:solidFill>
              <a:effectLst/>
              <a:highlight>
                <a:srgbClr val="FFFFFF"/>
              </a:highlight>
              <a:latin typeface="Segoe UI" panose="020B0502040204020203" pitchFamily="34" charset="0"/>
            </a:endParaRPr>
          </a:p>
          <a:p>
            <a:pPr algn="l" rtl="0" fontAlgn="base"/>
            <a:r>
              <a:rPr lang="en-US" sz="1800" b="1" i="0" u="sng">
                <a:solidFill>
                  <a:srgbClr val="000000"/>
                </a:solidFill>
                <a:effectLst/>
                <a:highlight>
                  <a:srgbClr val="FFFFFF"/>
                </a:highlight>
                <a:latin typeface="Calibri" panose="020F0502020204030204" pitchFamily="34" charset="0"/>
              </a:rPr>
              <a:t>Discrimination:</a:t>
            </a:r>
            <a:r>
              <a:rPr lang="en-US" sz="1800" b="0" i="0">
                <a:solidFill>
                  <a:srgbClr val="000000"/>
                </a:solidFill>
                <a:effectLst/>
                <a:highlight>
                  <a:srgbClr val="FFFFFF"/>
                </a:highlight>
                <a:latin typeface="Calibri" panose="020F0502020204030204" pitchFamily="34" charset="0"/>
              </a:rPr>
              <a:t> This coverage addresses allegations of discrimination based on race, gender, age, religion, disability, or other protected characteristics.  </a:t>
            </a:r>
            <a:endParaRPr lang="en-US" b="0" i="0">
              <a:solidFill>
                <a:srgbClr val="000000"/>
              </a:solidFill>
              <a:effectLst/>
              <a:highlight>
                <a:srgbClr val="FFFFFF"/>
              </a:highlight>
              <a:latin typeface="Segoe UI" panose="020B0502040204020203" pitchFamily="34" charset="0"/>
            </a:endParaRPr>
          </a:p>
          <a:p>
            <a:pPr algn="l" rtl="0" fontAlgn="base"/>
            <a:r>
              <a:rPr lang="en-US" sz="1800" b="1" i="0">
                <a:solidFill>
                  <a:srgbClr val="000000"/>
                </a:solidFill>
                <a:effectLst/>
                <a:highlight>
                  <a:srgbClr val="FFFFFF"/>
                </a:highlight>
                <a:latin typeface="Calibri" panose="020F0502020204030204" pitchFamily="34" charset="0"/>
              </a:rPr>
              <a:t>Example: </a:t>
            </a:r>
            <a:r>
              <a:rPr lang="en-US" sz="1800" b="0" i="0">
                <a:solidFill>
                  <a:srgbClr val="000000"/>
                </a:solidFill>
                <a:effectLst/>
                <a:highlight>
                  <a:srgbClr val="FFFFFF"/>
                </a:highlight>
                <a:latin typeface="Calibri" panose="020F0502020204030204" pitchFamily="34" charset="0"/>
              </a:rPr>
              <a:t>A retail store chain was sued by an employee who alleged that they were passed over for promotion due to their age. The EPLI policy covered the lawsuit costs and a $300,000 settlement. </a:t>
            </a:r>
          </a:p>
          <a:p>
            <a:pPr algn="l" rtl="0" fontAlgn="base"/>
            <a:endParaRPr lang="en-US" b="0" i="0">
              <a:solidFill>
                <a:srgbClr val="000000"/>
              </a:solidFill>
              <a:effectLst/>
              <a:highlight>
                <a:srgbClr val="FFFFFF"/>
              </a:highlight>
              <a:latin typeface="Segoe UI" panose="020B0502040204020203" pitchFamily="34" charset="0"/>
            </a:endParaRPr>
          </a:p>
          <a:p>
            <a:pPr algn="l" rtl="0" fontAlgn="base"/>
            <a:r>
              <a:rPr lang="en-US" sz="1800" b="1" i="0" u="sng">
                <a:solidFill>
                  <a:srgbClr val="000000"/>
                </a:solidFill>
                <a:effectLst/>
                <a:highlight>
                  <a:srgbClr val="FFFFFF"/>
                </a:highlight>
                <a:latin typeface="Calibri" panose="020F0502020204030204" pitchFamily="34" charset="0"/>
              </a:rPr>
              <a:t>Wrongful Termination:</a:t>
            </a:r>
            <a:r>
              <a:rPr lang="en-US" sz="1800" b="0" i="0" u="sng">
                <a:solidFill>
                  <a:srgbClr val="000000"/>
                </a:solidFill>
                <a:effectLst/>
                <a:highlight>
                  <a:srgbClr val="FFFFFF"/>
                </a:highlight>
                <a:latin typeface="Calibri" panose="020F0502020204030204" pitchFamily="34" charset="0"/>
              </a:rPr>
              <a:t> </a:t>
            </a:r>
            <a:r>
              <a:rPr lang="en-US" sz="1800" b="0" i="0">
                <a:solidFill>
                  <a:srgbClr val="000000"/>
                </a:solidFill>
                <a:effectLst/>
                <a:highlight>
                  <a:srgbClr val="FFFFFF"/>
                </a:highlight>
                <a:latin typeface="Calibri" panose="020F0502020204030204" pitchFamily="34" charset="0"/>
              </a:rPr>
              <a:t>EPLI offers protection against claims that an employee was unjustly or unlawfully terminated from their position.  </a:t>
            </a:r>
            <a:endParaRPr lang="en-US" b="0" i="0">
              <a:solidFill>
                <a:srgbClr val="000000"/>
              </a:solidFill>
              <a:effectLst/>
              <a:highlight>
                <a:srgbClr val="FFFFFF"/>
              </a:highlight>
              <a:latin typeface="Segoe UI" panose="020B0502040204020203" pitchFamily="34" charset="0"/>
            </a:endParaRPr>
          </a:p>
          <a:p>
            <a:pPr algn="l" rtl="0" fontAlgn="base"/>
            <a:r>
              <a:rPr lang="en-US" sz="1800" b="1" i="0">
                <a:solidFill>
                  <a:srgbClr val="000000"/>
                </a:solidFill>
                <a:effectLst/>
                <a:highlight>
                  <a:srgbClr val="FFFFFF"/>
                </a:highlight>
                <a:latin typeface="Calibri" panose="020F0502020204030204" pitchFamily="34" charset="0"/>
              </a:rPr>
              <a:t>Example:</a:t>
            </a:r>
            <a:r>
              <a:rPr lang="en-US" sz="1800" b="0" i="0">
                <a:solidFill>
                  <a:srgbClr val="000000"/>
                </a:solidFill>
                <a:effectLst/>
                <a:highlight>
                  <a:srgbClr val="FFFFFF"/>
                </a:highlight>
                <a:latin typeface="Calibri" panose="020F0502020204030204" pitchFamily="34" charset="0"/>
              </a:rPr>
              <a:t> A restaurant chain was sued for wrongful termination by an employee who claimed they were fired without proper cause. The EPLI policy covered the legal fees and an eventual settlement of $250,000. </a:t>
            </a:r>
          </a:p>
          <a:p>
            <a:pPr algn="l" rtl="0" fontAlgn="base"/>
            <a:endParaRPr lang="en-US" b="0" i="0">
              <a:solidFill>
                <a:srgbClr val="000000"/>
              </a:solidFill>
              <a:effectLst/>
              <a:highlight>
                <a:srgbClr val="FFFFFF"/>
              </a:highlight>
              <a:latin typeface="Segoe UI" panose="020B0502040204020203" pitchFamily="34" charset="0"/>
            </a:endParaRPr>
          </a:p>
          <a:p>
            <a:pPr algn="l" rtl="0" fontAlgn="base"/>
            <a:r>
              <a:rPr lang="en-US" sz="1800" b="1" i="0" u="sng">
                <a:solidFill>
                  <a:srgbClr val="000000"/>
                </a:solidFill>
                <a:effectLst/>
                <a:highlight>
                  <a:srgbClr val="FFFFFF"/>
                </a:highlight>
                <a:latin typeface="Calibri" panose="020F0502020204030204" pitchFamily="34" charset="0"/>
              </a:rPr>
              <a:t>Breach of Employment Contract:</a:t>
            </a:r>
            <a:r>
              <a:rPr lang="en-US" sz="1800" b="0" i="0">
                <a:solidFill>
                  <a:srgbClr val="000000"/>
                </a:solidFill>
                <a:effectLst/>
                <a:highlight>
                  <a:srgbClr val="FFFFFF"/>
                </a:highlight>
                <a:latin typeface="Calibri" panose="020F0502020204030204" pitchFamily="34" charset="0"/>
              </a:rPr>
              <a:t> This covers claims that an employer failed to fulfill the terms of an employment agreement or contract. </a:t>
            </a:r>
            <a:endParaRPr lang="en-US" b="0" i="0">
              <a:solidFill>
                <a:srgbClr val="000000"/>
              </a:solidFill>
              <a:effectLst/>
              <a:highlight>
                <a:srgbClr val="FFFFFF"/>
              </a:highlight>
              <a:latin typeface="Segoe UI" panose="020B0502040204020203" pitchFamily="34" charset="0"/>
            </a:endParaRPr>
          </a:p>
          <a:p>
            <a:pPr algn="l" rtl="0" fontAlgn="base"/>
            <a:r>
              <a:rPr lang="en-US" sz="1800" b="1" i="0">
                <a:solidFill>
                  <a:srgbClr val="000000"/>
                </a:solidFill>
                <a:effectLst/>
                <a:highlight>
                  <a:srgbClr val="FFFFFF"/>
                </a:highlight>
                <a:latin typeface="Calibri" panose="020F0502020204030204" pitchFamily="34" charset="0"/>
              </a:rPr>
              <a:t>Example: </a:t>
            </a:r>
            <a:r>
              <a:rPr lang="en-US" sz="1800" b="0" i="0">
                <a:solidFill>
                  <a:srgbClr val="000000"/>
                </a:solidFill>
                <a:effectLst/>
                <a:highlight>
                  <a:srgbClr val="FFFFFF"/>
                </a:highlight>
                <a:latin typeface="Calibri" panose="020F0502020204030204" pitchFamily="34" charset="0"/>
              </a:rPr>
              <a:t>A marketing firm was taken to court by a former executive who alleged that the company violated the terms of his contract when they terminated him without severance. The EPLI policy covered the legal defense costs. </a:t>
            </a:r>
          </a:p>
          <a:p>
            <a:pPr algn="l" rtl="0" fontAlgn="base"/>
            <a:endParaRPr lang="en-US" b="0" i="0">
              <a:solidFill>
                <a:srgbClr val="000000"/>
              </a:solidFill>
              <a:effectLst/>
              <a:highlight>
                <a:srgbClr val="FFFFFF"/>
              </a:highlight>
              <a:latin typeface="Segoe UI" panose="020B0502040204020203" pitchFamily="34" charset="0"/>
            </a:endParaRPr>
          </a:p>
          <a:p>
            <a:pPr algn="l" rtl="0" fontAlgn="base"/>
            <a:r>
              <a:rPr lang="en-US" sz="1800" b="1" i="0" u="sng">
                <a:solidFill>
                  <a:srgbClr val="000000"/>
                </a:solidFill>
                <a:effectLst/>
                <a:highlight>
                  <a:srgbClr val="FFFFFF"/>
                </a:highlight>
                <a:latin typeface="Calibri" panose="020F0502020204030204" pitchFamily="34" charset="0"/>
              </a:rPr>
              <a:t>Negligent Evaluation:</a:t>
            </a:r>
            <a:r>
              <a:rPr lang="en-US" sz="1800" b="0" i="0">
                <a:solidFill>
                  <a:srgbClr val="000000"/>
                </a:solidFill>
                <a:effectLst/>
                <a:highlight>
                  <a:srgbClr val="FFFFFF"/>
                </a:highlight>
                <a:latin typeface="Calibri" panose="020F0502020204030204" pitchFamily="34" charset="0"/>
              </a:rPr>
              <a:t> Protection against claims related to unfair, biased, or inaccurate performance evaluations.</a:t>
            </a:r>
            <a:r>
              <a:rPr lang="en-US" sz="1800" b="1" i="0">
                <a:solidFill>
                  <a:srgbClr val="000000"/>
                </a:solidFill>
                <a:effectLst/>
                <a:highlight>
                  <a:srgbClr val="FFFFFF"/>
                </a:highlight>
                <a:latin typeface="Calibri" panose="020F0502020204030204" pitchFamily="34" charset="0"/>
              </a:rPr>
              <a:t> </a:t>
            </a:r>
            <a:r>
              <a:rPr lang="en-US" sz="1800" b="0" i="0">
                <a:solidFill>
                  <a:srgbClr val="000000"/>
                </a:solidFill>
                <a:effectLst/>
                <a:highlight>
                  <a:srgbClr val="FFFFFF"/>
                </a:highlight>
                <a:latin typeface="Calibri" panose="020F0502020204030204" pitchFamily="34" charset="0"/>
              </a:rPr>
              <a:t> </a:t>
            </a:r>
            <a:endParaRPr lang="en-US" b="0" i="0">
              <a:solidFill>
                <a:srgbClr val="000000"/>
              </a:solidFill>
              <a:effectLst/>
              <a:highlight>
                <a:srgbClr val="FFFFFF"/>
              </a:highlight>
              <a:latin typeface="Segoe UI" panose="020B0502040204020203" pitchFamily="34" charset="0"/>
            </a:endParaRPr>
          </a:p>
          <a:p>
            <a:pPr algn="l" rtl="0" fontAlgn="base"/>
            <a:r>
              <a:rPr lang="en-US" sz="1800" b="1" i="0">
                <a:solidFill>
                  <a:srgbClr val="000000"/>
                </a:solidFill>
                <a:effectLst/>
                <a:highlight>
                  <a:srgbClr val="FFFFFF"/>
                </a:highlight>
                <a:latin typeface="Calibri" panose="020F0502020204030204" pitchFamily="34" charset="0"/>
              </a:rPr>
              <a:t>Example:</a:t>
            </a:r>
            <a:r>
              <a:rPr lang="en-US" sz="1800" b="0" i="0">
                <a:solidFill>
                  <a:srgbClr val="000000"/>
                </a:solidFill>
                <a:effectLst/>
                <a:highlight>
                  <a:srgbClr val="FFFFFF"/>
                </a:highlight>
                <a:latin typeface="Calibri" panose="020F0502020204030204" pitchFamily="34" charset="0"/>
              </a:rPr>
              <a:t> An employee sued their company after receiving a negative performance review, claiming it was biased and led to a missed promotion. The EPLI policy provided coverage for the defense and a small settlement.</a:t>
            </a:r>
          </a:p>
          <a:p>
            <a:pPr algn="l" rtl="0" fontAlgn="base"/>
            <a:r>
              <a:rPr lang="en-US" sz="1800" b="0" i="0">
                <a:solidFill>
                  <a:srgbClr val="000000"/>
                </a:solidFill>
                <a:effectLst/>
                <a:highlight>
                  <a:srgbClr val="FFFFFF"/>
                </a:highlight>
                <a:latin typeface="Calibri" panose="020F0502020204030204" pitchFamily="34" charset="0"/>
              </a:rPr>
              <a:t> </a:t>
            </a:r>
            <a:endParaRPr lang="en-US" b="0" i="0">
              <a:solidFill>
                <a:srgbClr val="000000"/>
              </a:solidFill>
              <a:effectLst/>
              <a:highlight>
                <a:srgbClr val="FFFFFF"/>
              </a:highlight>
              <a:latin typeface="Segoe UI" panose="020B0502040204020203" pitchFamily="34" charset="0"/>
            </a:endParaRPr>
          </a:p>
          <a:p>
            <a:pPr algn="l" rtl="0" fontAlgn="base"/>
            <a:r>
              <a:rPr lang="en-US" sz="1800" b="1" i="0" u="sng">
                <a:solidFill>
                  <a:srgbClr val="000000"/>
                </a:solidFill>
                <a:effectLst/>
                <a:highlight>
                  <a:srgbClr val="FFFFFF"/>
                </a:highlight>
                <a:latin typeface="Calibri" panose="020F0502020204030204" pitchFamily="34" charset="0"/>
              </a:rPr>
              <a:t>Failure to Employ or Promote</a:t>
            </a:r>
            <a:r>
              <a:rPr lang="en-US" sz="1800" b="1" i="0">
                <a:solidFill>
                  <a:srgbClr val="000000"/>
                </a:solidFill>
                <a:effectLst/>
                <a:highlight>
                  <a:srgbClr val="FFFFFF"/>
                </a:highlight>
                <a:latin typeface="Calibri" panose="020F0502020204030204" pitchFamily="34" charset="0"/>
              </a:rPr>
              <a:t>:</a:t>
            </a:r>
            <a:r>
              <a:rPr lang="en-US" sz="1800" b="0" i="0">
                <a:solidFill>
                  <a:srgbClr val="000000"/>
                </a:solidFill>
                <a:effectLst/>
                <a:highlight>
                  <a:srgbClr val="FFFFFF"/>
                </a:highlight>
                <a:latin typeface="Calibri" panose="020F0502020204030204" pitchFamily="34" charset="0"/>
              </a:rPr>
              <a:t> Covers claims of unfair hiring practices or failure to promote employees based on merit.  </a:t>
            </a:r>
            <a:endParaRPr lang="en-US" b="0" i="0">
              <a:solidFill>
                <a:srgbClr val="000000"/>
              </a:solidFill>
              <a:effectLst/>
              <a:highlight>
                <a:srgbClr val="FFFFFF"/>
              </a:highlight>
              <a:latin typeface="Segoe UI" panose="020B0502040204020203" pitchFamily="34" charset="0"/>
            </a:endParaRPr>
          </a:p>
          <a:p>
            <a:pPr algn="l" rtl="0" fontAlgn="base"/>
            <a:r>
              <a:rPr lang="en-US" sz="1800" b="1" i="0">
                <a:solidFill>
                  <a:srgbClr val="000000"/>
                </a:solidFill>
                <a:effectLst/>
                <a:highlight>
                  <a:srgbClr val="FFFFFF"/>
                </a:highlight>
                <a:latin typeface="Calibri" panose="020F0502020204030204" pitchFamily="34" charset="0"/>
              </a:rPr>
              <a:t>Example:</a:t>
            </a:r>
            <a:r>
              <a:rPr lang="en-US" sz="1800" b="0" i="0">
                <a:solidFill>
                  <a:srgbClr val="000000"/>
                </a:solidFill>
                <a:effectLst/>
                <a:highlight>
                  <a:srgbClr val="FFFFFF"/>
                </a:highlight>
                <a:latin typeface="Calibri" panose="020F0502020204030204" pitchFamily="34" charset="0"/>
              </a:rPr>
              <a:t> A female employee filed a lawsuit alleging gender discrimination after being passed over for promotion in favor of a less qualified male colleague. The EPLI policy covered legal costs and a settlement. </a:t>
            </a:r>
          </a:p>
          <a:p>
            <a:pPr algn="l" rtl="0" fontAlgn="base"/>
            <a:endParaRPr lang="en-US" b="0" i="0">
              <a:solidFill>
                <a:srgbClr val="000000"/>
              </a:solidFill>
              <a:effectLst/>
              <a:highlight>
                <a:srgbClr val="FFFFFF"/>
              </a:highlight>
              <a:latin typeface="Segoe UI" panose="020B0502040204020203" pitchFamily="34" charset="0"/>
            </a:endParaRPr>
          </a:p>
          <a:p>
            <a:pPr algn="l" rtl="0" fontAlgn="base"/>
            <a:r>
              <a:rPr lang="en-US" sz="1800" b="1" i="0" u="sng">
                <a:solidFill>
                  <a:srgbClr val="000000"/>
                </a:solidFill>
                <a:effectLst/>
                <a:highlight>
                  <a:srgbClr val="FFFFFF"/>
                </a:highlight>
                <a:latin typeface="Calibri" panose="020F0502020204030204" pitchFamily="34" charset="0"/>
              </a:rPr>
              <a:t>Wrongful Discipline:</a:t>
            </a:r>
            <a:r>
              <a:rPr lang="en-US" sz="1800" b="0" i="0">
                <a:solidFill>
                  <a:srgbClr val="000000"/>
                </a:solidFill>
                <a:effectLst/>
                <a:highlight>
                  <a:srgbClr val="FFFFFF"/>
                </a:highlight>
                <a:latin typeface="Calibri" panose="020F0502020204030204" pitchFamily="34" charset="0"/>
              </a:rPr>
              <a:t> Coverage for claims that an employee was disciplined unjustly or unfairly. </a:t>
            </a:r>
            <a:endParaRPr lang="en-US" b="0" i="0">
              <a:solidFill>
                <a:srgbClr val="000000"/>
              </a:solidFill>
              <a:effectLst/>
              <a:highlight>
                <a:srgbClr val="FFFFFF"/>
              </a:highlight>
              <a:latin typeface="Segoe UI" panose="020B0502040204020203" pitchFamily="34" charset="0"/>
            </a:endParaRPr>
          </a:p>
          <a:p>
            <a:pPr algn="l" rtl="0" fontAlgn="base"/>
            <a:r>
              <a:rPr lang="en-US" sz="1800" b="1" i="0">
                <a:solidFill>
                  <a:srgbClr val="000000"/>
                </a:solidFill>
                <a:effectLst/>
                <a:highlight>
                  <a:srgbClr val="FFFFFF"/>
                </a:highlight>
                <a:latin typeface="Calibri" panose="020F0502020204030204" pitchFamily="34" charset="0"/>
              </a:rPr>
              <a:t>Example:</a:t>
            </a:r>
            <a:r>
              <a:rPr lang="en-US" sz="1800" b="0" i="0">
                <a:solidFill>
                  <a:srgbClr val="000000"/>
                </a:solidFill>
                <a:effectLst/>
                <a:highlight>
                  <a:srgbClr val="FFFFFF"/>
                </a:highlight>
                <a:latin typeface="Calibri" panose="020F0502020204030204" pitchFamily="34" charset="0"/>
              </a:rPr>
              <a:t> A company faced a lawsuit from an employee who was disciplined for insubordination, which they claimed was unjustified and discriminatory. The EPLI policy covered legal fees and damages. </a:t>
            </a:r>
          </a:p>
          <a:p>
            <a:pPr algn="l" rtl="0" fontAlgn="base"/>
            <a:endParaRPr lang="en-US" b="0" i="0">
              <a:solidFill>
                <a:srgbClr val="000000"/>
              </a:solidFill>
              <a:effectLst/>
              <a:highlight>
                <a:srgbClr val="FFFFFF"/>
              </a:highlight>
              <a:latin typeface="Segoe UI" panose="020B0502040204020203" pitchFamily="34" charset="0"/>
            </a:endParaRPr>
          </a:p>
          <a:p>
            <a:pPr algn="l" rtl="0" fontAlgn="base"/>
            <a:r>
              <a:rPr lang="en-US" sz="1800" b="1" i="0" u="sng">
                <a:solidFill>
                  <a:srgbClr val="000000"/>
                </a:solidFill>
                <a:effectLst/>
                <a:highlight>
                  <a:srgbClr val="FFFFFF"/>
                </a:highlight>
                <a:latin typeface="Calibri" panose="020F0502020204030204" pitchFamily="34" charset="0"/>
              </a:rPr>
              <a:t>Deprivation of Career Opportunity:</a:t>
            </a:r>
            <a:r>
              <a:rPr lang="en-US" sz="1800" b="0" i="0">
                <a:solidFill>
                  <a:srgbClr val="000000"/>
                </a:solidFill>
                <a:effectLst/>
                <a:highlight>
                  <a:srgbClr val="FFFFFF"/>
                </a:highlight>
                <a:latin typeface="Calibri" panose="020F0502020204030204" pitchFamily="34" charset="0"/>
              </a:rPr>
              <a:t> Protects against claims that an employer prevented an employee from advancing in their career.  </a:t>
            </a:r>
            <a:endParaRPr lang="en-US" b="0" i="0">
              <a:solidFill>
                <a:srgbClr val="000000"/>
              </a:solidFill>
              <a:effectLst/>
              <a:highlight>
                <a:srgbClr val="FFFFFF"/>
              </a:highlight>
              <a:latin typeface="Segoe UI" panose="020B0502040204020203" pitchFamily="34" charset="0"/>
            </a:endParaRPr>
          </a:p>
          <a:p>
            <a:pPr algn="l" rtl="0" fontAlgn="base"/>
            <a:r>
              <a:rPr lang="en-US" sz="1800" b="1" i="0">
                <a:solidFill>
                  <a:srgbClr val="000000"/>
                </a:solidFill>
                <a:effectLst/>
                <a:highlight>
                  <a:srgbClr val="FFFFFF"/>
                </a:highlight>
                <a:latin typeface="Calibri" panose="020F0502020204030204" pitchFamily="34" charset="0"/>
              </a:rPr>
              <a:t>Example: </a:t>
            </a:r>
            <a:r>
              <a:rPr lang="en-US" sz="1800" b="0" i="0">
                <a:solidFill>
                  <a:srgbClr val="000000"/>
                </a:solidFill>
                <a:effectLst/>
                <a:highlight>
                  <a:srgbClr val="FFFFFF"/>
                </a:highlight>
                <a:latin typeface="Calibri" panose="020F0502020204030204" pitchFamily="34" charset="0"/>
              </a:rPr>
              <a:t>An engineer sued their employer for denying them a promotion and career development opportunities, claiming favoritism and bias. The EPLI policy covered the lawsuit and a settlement agreement.</a:t>
            </a:r>
          </a:p>
          <a:p>
            <a:pPr algn="l" rtl="0" fontAlgn="base"/>
            <a:r>
              <a:rPr lang="en-US" sz="1800" b="0" i="0">
                <a:solidFill>
                  <a:srgbClr val="000000"/>
                </a:solidFill>
                <a:effectLst/>
                <a:highlight>
                  <a:srgbClr val="FFFFFF"/>
                </a:highlight>
                <a:latin typeface="Calibri" panose="020F0502020204030204" pitchFamily="34" charset="0"/>
              </a:rPr>
              <a:t> </a:t>
            </a:r>
            <a:endParaRPr lang="en-US" b="0" i="0">
              <a:solidFill>
                <a:srgbClr val="000000"/>
              </a:solidFill>
              <a:effectLst/>
              <a:highlight>
                <a:srgbClr val="FFFFFF"/>
              </a:highlight>
              <a:latin typeface="Segoe UI" panose="020B0502040204020203" pitchFamily="34" charset="0"/>
            </a:endParaRPr>
          </a:p>
          <a:p>
            <a:pPr algn="l" rtl="0" fontAlgn="base"/>
            <a:r>
              <a:rPr lang="en-US" sz="1800" b="1" i="0" u="sng">
                <a:solidFill>
                  <a:srgbClr val="000000"/>
                </a:solidFill>
                <a:effectLst/>
                <a:highlight>
                  <a:srgbClr val="FFFFFF"/>
                </a:highlight>
                <a:latin typeface="Calibri" panose="020F0502020204030204" pitchFamily="34" charset="0"/>
              </a:rPr>
              <a:t>Wrongful Infliction of Emotional Distress:</a:t>
            </a:r>
            <a:r>
              <a:rPr lang="en-US" sz="1800" b="0" i="0">
                <a:solidFill>
                  <a:srgbClr val="000000"/>
                </a:solidFill>
                <a:effectLst/>
                <a:highlight>
                  <a:srgbClr val="FFFFFF"/>
                </a:highlight>
                <a:latin typeface="Calibri" panose="020F0502020204030204" pitchFamily="34" charset="0"/>
              </a:rPr>
              <a:t> Covers claims of causing undue emotional harm through workplace actions or conditions.  </a:t>
            </a:r>
            <a:endParaRPr lang="en-US" b="0" i="0">
              <a:solidFill>
                <a:srgbClr val="000000"/>
              </a:solidFill>
              <a:effectLst/>
              <a:highlight>
                <a:srgbClr val="FFFFFF"/>
              </a:highlight>
              <a:latin typeface="Segoe UI" panose="020B0502040204020203" pitchFamily="34" charset="0"/>
            </a:endParaRPr>
          </a:p>
          <a:p>
            <a:pPr algn="l" rtl="0" fontAlgn="base"/>
            <a:r>
              <a:rPr lang="en-US" sz="1800" b="1" i="0">
                <a:solidFill>
                  <a:srgbClr val="000000"/>
                </a:solidFill>
                <a:effectLst/>
                <a:highlight>
                  <a:srgbClr val="FFFFFF"/>
                </a:highlight>
                <a:latin typeface="Calibri" panose="020F0502020204030204" pitchFamily="34" charset="0"/>
              </a:rPr>
              <a:t>Example:</a:t>
            </a:r>
            <a:r>
              <a:rPr lang="en-US" sz="1800" b="0" i="0">
                <a:solidFill>
                  <a:srgbClr val="000000"/>
                </a:solidFill>
                <a:effectLst/>
                <a:highlight>
                  <a:srgbClr val="FFFFFF"/>
                </a:highlight>
                <a:latin typeface="Calibri" panose="020F0502020204030204" pitchFamily="34" charset="0"/>
              </a:rPr>
              <a:t> An employee claimed that constant harassment by their supervisor caused them significant emotional distress, leading to a lawsuit. The EPLI policy covered the legal expenses and a settlement. </a:t>
            </a:r>
          </a:p>
          <a:p>
            <a:pPr algn="l" rtl="0" fontAlgn="base"/>
            <a:endParaRPr lang="en-US" b="0" i="0">
              <a:solidFill>
                <a:srgbClr val="000000"/>
              </a:solidFill>
              <a:effectLst/>
              <a:highlight>
                <a:srgbClr val="FFFFFF"/>
              </a:highlight>
              <a:latin typeface="Segoe UI" panose="020B0502040204020203" pitchFamily="34" charset="0"/>
            </a:endParaRPr>
          </a:p>
          <a:p>
            <a:pPr algn="l" rtl="0" fontAlgn="base"/>
            <a:r>
              <a:rPr lang="en-US" sz="1800" b="1" i="0" u="sng">
                <a:solidFill>
                  <a:srgbClr val="000000"/>
                </a:solidFill>
                <a:effectLst/>
                <a:highlight>
                  <a:srgbClr val="FFFFFF"/>
                </a:highlight>
                <a:latin typeface="Calibri" panose="020F0502020204030204" pitchFamily="34" charset="0"/>
              </a:rPr>
              <a:t>Mismanagement of Employee Benefit Plans</a:t>
            </a:r>
            <a:r>
              <a:rPr lang="en-US" sz="1800" b="1" i="0">
                <a:solidFill>
                  <a:srgbClr val="000000"/>
                </a:solidFill>
                <a:effectLst/>
                <a:highlight>
                  <a:srgbClr val="FFFFFF"/>
                </a:highlight>
                <a:latin typeface="Calibri" panose="020F0502020204030204" pitchFamily="34" charset="0"/>
              </a:rPr>
              <a:t>:</a:t>
            </a:r>
            <a:r>
              <a:rPr lang="en-US" sz="1800" b="0" i="0">
                <a:solidFill>
                  <a:srgbClr val="000000"/>
                </a:solidFill>
                <a:effectLst/>
                <a:highlight>
                  <a:srgbClr val="FFFFFF"/>
                </a:highlight>
                <a:latin typeface="Calibri" panose="020F0502020204030204" pitchFamily="34" charset="0"/>
              </a:rPr>
              <a:t> Protection against claims of improper handling or mismanagement of employee benefits, such as retirement plans or health insurance.  </a:t>
            </a:r>
            <a:endParaRPr lang="en-US" b="0" i="0">
              <a:solidFill>
                <a:srgbClr val="000000"/>
              </a:solidFill>
              <a:effectLst/>
              <a:highlight>
                <a:srgbClr val="FFFFFF"/>
              </a:highlight>
              <a:latin typeface="Segoe UI" panose="020B0502040204020203" pitchFamily="34" charset="0"/>
            </a:endParaRPr>
          </a:p>
          <a:p>
            <a:pPr algn="l" rtl="0" fontAlgn="base"/>
            <a:r>
              <a:rPr lang="en-US" sz="1800" b="1" i="0">
                <a:solidFill>
                  <a:srgbClr val="000000"/>
                </a:solidFill>
                <a:effectLst/>
                <a:highlight>
                  <a:srgbClr val="FFFFFF"/>
                </a:highlight>
                <a:latin typeface="Calibri" panose="020F0502020204030204" pitchFamily="34" charset="0"/>
              </a:rPr>
              <a:t>Example:</a:t>
            </a:r>
            <a:r>
              <a:rPr lang="en-US" sz="1800" b="0" i="0">
                <a:solidFill>
                  <a:srgbClr val="000000"/>
                </a:solidFill>
                <a:effectLst/>
                <a:highlight>
                  <a:srgbClr val="FFFFFF"/>
                </a:highlight>
                <a:latin typeface="Calibri" panose="020F0502020204030204" pitchFamily="34" charset="0"/>
              </a:rPr>
              <a:t> A lawsuit was filed by employees who alleged that their employer mismanaged the company’s 401(k) plan, leading to financial losses. The EPLI policy provided coverage for legal defense and a resolution of the claims. </a:t>
            </a:r>
            <a:endParaRPr lang="en-US" b="0" i="0">
              <a:solidFill>
                <a:srgbClr val="000000"/>
              </a:solidFill>
              <a:effectLst/>
              <a:highlight>
                <a:srgbClr val="FFFFFF"/>
              </a:highlight>
              <a:latin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IN"/>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5</a:t>
            </a:fld>
            <a:endParaRPr lang="en-US"/>
          </a:p>
        </p:txBody>
      </p:sp>
    </p:spTree>
    <p:extLst>
      <p:ext uri="{BB962C8B-B14F-4D97-AF65-F5344CB8AC3E}">
        <p14:creationId xmlns:p14="http://schemas.microsoft.com/office/powerpoint/2010/main" val="3793240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b="1" u="sng"/>
              <a:t>Criminal Acts</a:t>
            </a:r>
            <a:r>
              <a:rPr lang="en-US" b="1" u="none"/>
              <a:t>: </a:t>
            </a:r>
            <a:r>
              <a:rPr lang="en-US"/>
              <a:t>EPLI policies exclude coverage for claims involving intentional wrongdoing or criminal acts by the employer or its representatives. This is because insurance is generally intended to cover unforeseen or accidental events, not deliberate misconduct. </a:t>
            </a:r>
          </a:p>
          <a:p>
            <a:r>
              <a:rPr lang="en-US" b="1" i="0"/>
              <a:t>Example: </a:t>
            </a:r>
            <a:r>
              <a:rPr lang="en-US"/>
              <a:t>A company CEO was found guilty of embezzling funds from the business. When employees filed a lawsuit against the company, claiming damages for the loss of their pensions, the EPLI policy did not cover the claims because they were tied to intentional criminal acts.</a:t>
            </a:r>
          </a:p>
          <a:p>
            <a:endParaRPr lang="en-US"/>
          </a:p>
          <a:p>
            <a:r>
              <a:rPr lang="en-US" b="1" u="sng"/>
              <a:t>Fines and Penalties:</a:t>
            </a:r>
            <a:r>
              <a:rPr lang="en-US"/>
              <a:t> EPLI does not cover civil or criminal fines and penalties imposed on a company or its executives. These are considered punitive in nature, and insurance policies typically exclude coverage for punitive measures to prevent moral hazard. </a:t>
            </a:r>
            <a:r>
              <a:rPr lang="en-US" b="1" i="0"/>
              <a:t>Example:</a:t>
            </a:r>
            <a:r>
              <a:rPr lang="en-US"/>
              <a:t> A manufacturing company faced fines from a regulatory body for violating workplace safety laws. The company's EPLI policy did not cover these fines, as they were classified as penalties rather than damages from a lawsuit.</a:t>
            </a:r>
          </a:p>
          <a:p>
            <a:endParaRPr lang="en-US"/>
          </a:p>
          <a:p>
            <a:r>
              <a:rPr lang="en-US" b="1" u="sng"/>
              <a:t>Bodily Injury and Property Damage:</a:t>
            </a:r>
            <a:r>
              <a:rPr lang="en-US" u="sng"/>
              <a:t> </a:t>
            </a:r>
            <a:r>
              <a:rPr lang="en-US"/>
              <a:t>EPLI specifically excludes coverage for claims involving physical injuries or property damage, as these are generally covered under other types of insurance, like general liability or worker’s compensation. </a:t>
            </a:r>
          </a:p>
          <a:p>
            <a:r>
              <a:rPr lang="en-US" b="1" i="0"/>
              <a:t>Example: </a:t>
            </a:r>
            <a:r>
              <a:rPr lang="en-US"/>
              <a:t>A warehouse employee was injured on the job due to unsafe working conditions. The employee’s lawsuit was covered under the company’s general liability insurance, not the EPLI policy, which only covers employment-related claims such as discrimination or harassment.</a:t>
            </a:r>
          </a:p>
          <a:p>
            <a:endParaRPr lang="en-US"/>
          </a:p>
          <a:p>
            <a:r>
              <a:rPr lang="en-US" b="1" u="sng"/>
              <a:t>Worker’s Compensation Claims:</a:t>
            </a:r>
            <a:r>
              <a:rPr lang="en-US" u="sng"/>
              <a:t> </a:t>
            </a:r>
            <a:r>
              <a:rPr lang="en-US"/>
              <a:t>Claims that fall under worker's compensation are excluded from EPLI coverage because worker’s compensation is designed to handle work-related injuries or illnesses, while EPLI covers employment-related legal issues like wrongful termination or discrimination. </a:t>
            </a:r>
          </a:p>
          <a:p>
            <a:r>
              <a:rPr lang="en-US" b="1" i="0"/>
              <a:t>Example:</a:t>
            </a:r>
            <a:r>
              <a:rPr lang="en-US"/>
              <a:t> An employee injured while lifting heavy equipment at work filed a worker's compensation claim. This claim was covered under the company’s worker’s compensation insurance, not the EPLI policy.</a:t>
            </a:r>
          </a:p>
          <a:p>
            <a:endParaRPr lang="en-US"/>
          </a:p>
          <a:p>
            <a:r>
              <a:rPr lang="en-US" b="1" u="sng"/>
              <a:t>Prior Acts or Known Claims:</a:t>
            </a:r>
            <a:r>
              <a:rPr lang="en-US" u="sng"/>
              <a:t> </a:t>
            </a:r>
            <a:r>
              <a:rPr lang="en-US"/>
              <a:t>EPLI excludes claims related to incidents that occurred before the policy's effective date or that were known before the policy was purchased. This prevents companies from purchasing coverage after an incident has already occurred. </a:t>
            </a:r>
          </a:p>
          <a:p>
            <a:r>
              <a:rPr lang="en-US" b="1" i="0"/>
              <a:t>Example: </a:t>
            </a:r>
            <a:r>
              <a:rPr lang="en-US"/>
              <a:t>A marketing firm discovered a discrimination issue before purchasing their EPLI policy. When a lawsuit was filed after the policy was in place, the insurer denied the claim because the incident occurred before the policy’s effective date.</a:t>
            </a:r>
          </a:p>
          <a:p>
            <a:endParaRPr lang="en-IN"/>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6</a:t>
            </a:fld>
            <a:endParaRPr lang="en-US"/>
          </a:p>
        </p:txBody>
      </p:sp>
    </p:spTree>
    <p:extLst>
      <p:ext uri="{BB962C8B-B14F-4D97-AF65-F5344CB8AC3E}">
        <p14:creationId xmlns:p14="http://schemas.microsoft.com/office/powerpoint/2010/main" val="1774712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buFont typeface="+mj-lt"/>
              <a:buNone/>
            </a:pPr>
            <a:r>
              <a:rPr lang="en-US" b="1"/>
              <a:t>Business Size:</a:t>
            </a:r>
            <a:r>
              <a:rPr lang="en-US"/>
              <a:t> The size of a company often correlates with its risk exposure. Larger companies have more employees, which can increase the likelihood of employment-related claims. As a result, insurers may charge higher premiums to account for this increased risk. </a:t>
            </a:r>
          </a:p>
          <a:p>
            <a:pPr>
              <a:buFont typeface="+mj-lt"/>
              <a:buNone/>
            </a:pPr>
            <a:r>
              <a:rPr lang="en-US" b="1" i="0"/>
              <a:t>Example</a:t>
            </a:r>
            <a:r>
              <a:rPr lang="en-US" i="1"/>
              <a:t>:</a:t>
            </a:r>
            <a:r>
              <a:rPr lang="en-US"/>
              <a:t> A large retail chain with over 500 employees faced a higher EPLI premium compared to a small boutique with only 10 employees. The larger employee base posed a higher risk of potential lawsuits, leading to the increased cost.</a:t>
            </a:r>
          </a:p>
          <a:p>
            <a:pPr>
              <a:buFont typeface="+mj-lt"/>
              <a:buNone/>
            </a:pPr>
            <a:endParaRPr lang="en-US"/>
          </a:p>
          <a:p>
            <a:pPr>
              <a:buFont typeface="+mj-lt"/>
              <a:buNone/>
            </a:pPr>
            <a:r>
              <a:rPr lang="en-US" b="1" u="sng"/>
              <a:t>Industry</a:t>
            </a:r>
            <a:r>
              <a:rPr lang="en-US" b="1"/>
              <a:t>:</a:t>
            </a:r>
            <a:r>
              <a:rPr lang="en-US"/>
              <a:t> Certain industries inherently carry higher risks for employment-related claims due to the nature of their work environments or the demographics of their workforce. For example, industries like hospitality and healthcare may experience more claims related to discrimination or wrongful termination. </a:t>
            </a:r>
          </a:p>
          <a:p>
            <a:pPr>
              <a:buFont typeface="+mj-lt"/>
              <a:buNone/>
            </a:pPr>
            <a:r>
              <a:rPr lang="en-US" b="1" i="0"/>
              <a:t>Example: </a:t>
            </a:r>
            <a:r>
              <a:rPr lang="en-US"/>
              <a:t>A healthcare provider experienced a higher EPLI premium than a technology firm due to the higher incidence of employment disputes in the healthcare sector, such as claims of patient mistreatment or harassment among staff.</a:t>
            </a:r>
          </a:p>
          <a:p>
            <a:pPr>
              <a:buFont typeface="+mj-lt"/>
              <a:buNone/>
            </a:pPr>
            <a:endParaRPr lang="en-US"/>
          </a:p>
          <a:p>
            <a:pPr>
              <a:buFont typeface="+mj-lt"/>
              <a:buNone/>
            </a:pPr>
            <a:r>
              <a:rPr lang="en-US" b="1" u="sng"/>
              <a:t>Claims History</a:t>
            </a:r>
            <a:r>
              <a:rPr lang="en-US" b="1" u="none"/>
              <a:t>: </a:t>
            </a:r>
            <a:r>
              <a:rPr lang="en-US"/>
              <a:t>A company's history of employment-related claims is a significant factor in determining EPLI premiums. A history of frequent or severe claims can indicate a higher risk, leading insurers to increase premiums to cover the potential for future claims. </a:t>
            </a:r>
          </a:p>
          <a:p>
            <a:pPr>
              <a:buFont typeface="+mj-lt"/>
              <a:buNone/>
            </a:pPr>
            <a:r>
              <a:rPr lang="en-US" b="1" i="0"/>
              <a:t>Example: </a:t>
            </a:r>
            <a:r>
              <a:rPr lang="en-US"/>
              <a:t>A manufacturing company that had previously settled several discrimination lawsuits saw its EPLI premiums rise substantially during renewal, as the insurer factored in the increased likelihood of future claims.</a:t>
            </a:r>
          </a:p>
          <a:p>
            <a:pPr>
              <a:buFont typeface="+mj-lt"/>
              <a:buNone/>
            </a:pPr>
            <a:endParaRPr lang="en-US"/>
          </a:p>
          <a:p>
            <a:pPr>
              <a:buFont typeface="+mj-lt"/>
              <a:buNone/>
            </a:pPr>
            <a:r>
              <a:rPr lang="en-US" b="1" u="sng"/>
              <a:t>Employee Turnover</a:t>
            </a:r>
            <a:r>
              <a:rPr lang="en-US" b="1" u="none"/>
              <a:t>:</a:t>
            </a:r>
            <a:r>
              <a:rPr lang="en-US" u="none"/>
              <a:t> </a:t>
            </a:r>
            <a:r>
              <a:rPr lang="en-US"/>
              <a:t>High employee turnover can be a red flag for insurers, as it may indicate potential issues with workplace culture, management practices, or employee satisfaction. High turnover increases the chances of claims related to wrongful termination, discrimination, or other employment practices. </a:t>
            </a:r>
          </a:p>
          <a:p>
            <a:pPr>
              <a:buFont typeface="+mj-lt"/>
              <a:buNone/>
            </a:pPr>
            <a:r>
              <a:rPr lang="en-US" b="1" i="0"/>
              <a:t>Example: </a:t>
            </a:r>
            <a:r>
              <a:rPr lang="en-US"/>
              <a:t>A call center with a high rate of employee turnover faced higher EPLI premiums because the constant influx and outflow of employees increased the risk of employment-related disputes.</a:t>
            </a:r>
          </a:p>
          <a:p>
            <a:pPr>
              <a:buFont typeface="+mj-lt"/>
              <a:buNone/>
            </a:pPr>
            <a:endParaRPr lang="en-US" b="0"/>
          </a:p>
          <a:p>
            <a:pPr>
              <a:buFont typeface="+mj-lt"/>
              <a:buNone/>
            </a:pPr>
            <a:r>
              <a:rPr lang="en-US" b="1" u="sng"/>
              <a:t>Policy Limits and Deductibles</a:t>
            </a:r>
            <a:r>
              <a:rPr lang="en-US" b="1"/>
              <a:t>:</a:t>
            </a:r>
            <a:r>
              <a:rPr lang="en-US"/>
              <a:t> The selected policy limits and deductibles directly affect the cost of EPLI premiums. Higher coverage limits provide more protection but come with higher premiums, while lower deductibles reduce out-of-pocket costs in the event of a claim but also increase premium costs. </a:t>
            </a:r>
          </a:p>
          <a:p>
            <a:pPr>
              <a:buFont typeface="+mj-lt"/>
              <a:buNone/>
            </a:pPr>
            <a:r>
              <a:rPr lang="en-US" b="1" i="0"/>
              <a:t>Example: </a:t>
            </a:r>
            <a:r>
              <a:rPr lang="en-US"/>
              <a:t>A law firm opted for a high coverage limit on their EPLI policy to ensure they were well-protected in case of a lawsuit. This decision resulted in a higher premium compared to another firm that chose a lower coverage limit and a higher deductible to keep costs down.</a:t>
            </a:r>
          </a:p>
          <a:p>
            <a:endParaRPr lang="en-IN"/>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7</a:t>
            </a:fld>
            <a:endParaRPr lang="en-US"/>
          </a:p>
        </p:txBody>
      </p:sp>
    </p:spTree>
    <p:extLst>
      <p:ext uri="{BB962C8B-B14F-4D97-AF65-F5344CB8AC3E}">
        <p14:creationId xmlns:p14="http://schemas.microsoft.com/office/powerpoint/2010/main" val="30188584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Box 16"/>
          <p:cNvSpPr txBox="1"/>
          <p:nvPr userDrawn="1"/>
        </p:nvSpPr>
        <p:spPr>
          <a:xfrm>
            <a:off x="11624310" y="6540542"/>
            <a:ext cx="617220" cy="326770"/>
          </a:xfrm>
          <a:prstGeom prst="rect">
            <a:avLst/>
          </a:prstGeom>
          <a:noFill/>
        </p:spPr>
        <p:txBody>
          <a:bodyPr lIns="110249" tIns="55125" rIns="110249" bIns="55125" anchor="ctr">
            <a:spAutoFit/>
          </a:bodyPr>
          <a:lstStyle/>
          <a:p>
            <a:pPr algn="ctr">
              <a:defRPr/>
            </a:pPr>
            <a:fld id="{D2FF584B-C88C-4411-984A-6427B0C91A19}" type="slidenum">
              <a:rPr lang="en-US" sz="1400">
                <a:latin typeface="Calibri" pitchFamily="34" charset="0"/>
              </a:rPr>
              <a:pPr algn="ctr">
                <a:defRPr/>
              </a:pPr>
              <a:t>‹#›</a:t>
            </a:fld>
            <a:endParaRPr lang="en-US" sz="1400">
              <a:latin typeface="Calibri" pitchFamily="34" charset="0"/>
            </a:endParaRPr>
          </a:p>
        </p:txBody>
      </p:sp>
      <p:sp>
        <p:nvSpPr>
          <p:cNvPr id="5" name="Rectangle 4"/>
          <p:cNvSpPr/>
          <p:nvPr userDrawn="1"/>
        </p:nvSpPr>
        <p:spPr>
          <a:xfrm>
            <a:off x="2662" y="-675"/>
            <a:ext cx="12349480" cy="6961188"/>
          </a:xfrm>
          <a:prstGeom prst="rect">
            <a:avLst/>
          </a:prstGeom>
          <a:solidFill>
            <a:srgbClr val="205595"/>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9" name="TextBox 8"/>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pic>
        <p:nvPicPr>
          <p:cNvPr id="10" name="Picture 9"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userDrawn="1"/>
        </p:nvSpPr>
        <p:spPr>
          <a:xfrm>
            <a:off x="0" y="0"/>
            <a:ext cx="12344400" cy="6950075"/>
          </a:xfrm>
          <a:prstGeom prst="rect">
            <a:avLst/>
          </a:prstGeom>
          <a:solidFill>
            <a:srgbClr val="D64120"/>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latin typeface="Segoe UI" panose="020B0502040204020203" pitchFamily="34" charset="0"/>
            </a:endParaRP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9" name="Picture 8"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sp>
        <p:nvSpPr>
          <p:cNvPr id="10" name="TextBox 9"/>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spTree>
    <p:extLst>
      <p:ext uri="{BB962C8B-B14F-4D97-AF65-F5344CB8AC3E}">
        <p14:creationId xmlns:p14="http://schemas.microsoft.com/office/powerpoint/2010/main" val="84343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extBox 16"/>
          <p:cNvSpPr txBox="1"/>
          <p:nvPr userDrawn="1"/>
        </p:nvSpPr>
        <p:spPr>
          <a:xfrm>
            <a:off x="11624310" y="6540542"/>
            <a:ext cx="617220" cy="326770"/>
          </a:xfrm>
          <a:prstGeom prst="rect">
            <a:avLst/>
          </a:prstGeom>
          <a:noFill/>
        </p:spPr>
        <p:txBody>
          <a:bodyPr lIns="110249" tIns="55125" rIns="110249" bIns="55125" anchor="ctr">
            <a:spAutoFit/>
          </a:bodyPr>
          <a:lstStyle/>
          <a:p>
            <a:pPr algn="ctr">
              <a:defRPr/>
            </a:pPr>
            <a:fld id="{D2FF584B-C88C-4411-984A-6427B0C91A19}" type="slidenum">
              <a:rPr lang="en-US" sz="1400">
                <a:latin typeface="Calibri" pitchFamily="34" charset="0"/>
              </a:rPr>
              <a:pPr algn="ctr">
                <a:defRPr/>
              </a:pPr>
              <a:t>‹#›</a:t>
            </a:fld>
            <a:endParaRPr lang="en-US" sz="1400">
              <a:latin typeface="Calibri" pitchFamily="34" charset="0"/>
            </a:endParaRPr>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11" name="Picture 10"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35818" y="1570037"/>
            <a:ext cx="1723779" cy="1276350"/>
          </a:xfrm>
          <a:prstGeom prst="rect">
            <a:avLst/>
          </a:prstGeom>
        </p:spPr>
      </p:pic>
      <p:sp>
        <p:nvSpPr>
          <p:cNvPr id="12" name="TextBox 11"/>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sp>
        <p:nvSpPr>
          <p:cNvPr id="14" name="Rectangle 13"/>
          <p:cNvSpPr/>
          <p:nvPr userDrawn="1"/>
        </p:nvSpPr>
        <p:spPr>
          <a:xfrm>
            <a:off x="0" y="-11113"/>
            <a:ext cx="12344400" cy="6950075"/>
          </a:xfrm>
          <a:prstGeom prst="rect">
            <a:avLst/>
          </a:prstGeom>
          <a:solidFill>
            <a:srgbClr val="0B8D82"/>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p>
        </p:txBody>
      </p:sp>
      <p:pic>
        <p:nvPicPr>
          <p:cNvPr id="15" name="Picture 14"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10" name="TextBox 9"/>
          <p:cNvSpPr txBox="1"/>
          <p:nvPr userDrawn="1"/>
        </p:nvSpPr>
        <p:spPr>
          <a:xfrm>
            <a:off x="11666098" y="66009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tx1"/>
                </a:solidFill>
              </a:rPr>
              <a:t>‹#›</a:t>
            </a:fld>
            <a:endParaRPr lang="en-US">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8000" y="198437"/>
            <a:ext cx="1313371" cy="85431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17220" y="278325"/>
            <a:ext cx="11109960" cy="1158346"/>
          </a:xfrm>
          <a:prstGeom prst="rect">
            <a:avLst/>
          </a:prstGeom>
          <a:noFill/>
          <a:ln w="9525">
            <a:noFill/>
            <a:miter lim="800000"/>
            <a:headEnd/>
            <a:tailEnd/>
          </a:ln>
        </p:spPr>
        <p:txBody>
          <a:bodyPr vert="horz" wrap="square" lIns="110249" tIns="55125" rIns="110249" bIns="55125"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17220" y="1621685"/>
            <a:ext cx="11109960" cy="4586728"/>
          </a:xfrm>
          <a:prstGeom prst="rect">
            <a:avLst/>
          </a:prstGeom>
          <a:noFill/>
          <a:ln w="9525">
            <a:noFill/>
            <a:miter lim="800000"/>
            <a:headEnd/>
            <a:tailEnd/>
          </a:ln>
        </p:spPr>
        <p:txBody>
          <a:bodyPr vert="horz" wrap="square" lIns="110249" tIns="55125" rIns="110249" bIns="5512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7220" y="6441690"/>
            <a:ext cx="2880360" cy="370027"/>
          </a:xfrm>
          <a:prstGeom prst="rect">
            <a:avLst/>
          </a:prstGeom>
        </p:spPr>
        <p:txBody>
          <a:bodyPr vert="horz" lIns="110249" tIns="55125" rIns="110249" bIns="55125" rtlCol="0" anchor="ctr"/>
          <a:lstStyle>
            <a:lvl1pPr algn="l" fontAlgn="auto">
              <a:spcBef>
                <a:spcPts val="0"/>
              </a:spcBef>
              <a:spcAft>
                <a:spcPts val="0"/>
              </a:spcAft>
              <a:defRPr sz="1400">
                <a:solidFill>
                  <a:schemeClr val="tx1">
                    <a:tint val="75000"/>
                  </a:schemeClr>
                </a:solidFill>
                <a:latin typeface="+mn-lt"/>
                <a:cs typeface="+mn-cs"/>
              </a:defRPr>
            </a:lvl1pPr>
          </a:lstStyle>
          <a:p>
            <a:pPr>
              <a:defRPr/>
            </a:pPr>
            <a:fld id="{033C36AE-1F22-4034-AC38-1EF7C2E753D1}" type="datetimeFigureOut">
              <a:rPr lang="en-US"/>
              <a:pPr>
                <a:defRPr/>
              </a:pPr>
              <a:t>8/15/2024</a:t>
            </a:fld>
            <a:endParaRPr lang="en-US"/>
          </a:p>
        </p:txBody>
      </p:sp>
      <p:sp>
        <p:nvSpPr>
          <p:cNvPr id="5" name="Footer Placeholder 4"/>
          <p:cNvSpPr>
            <a:spLocks noGrp="1"/>
          </p:cNvSpPr>
          <p:nvPr>
            <p:ph type="ftr" sz="quarter" idx="3"/>
          </p:nvPr>
        </p:nvSpPr>
        <p:spPr>
          <a:xfrm>
            <a:off x="4217670" y="6441690"/>
            <a:ext cx="3909060" cy="370027"/>
          </a:xfrm>
          <a:prstGeom prst="rect">
            <a:avLst/>
          </a:prstGeom>
        </p:spPr>
        <p:txBody>
          <a:bodyPr vert="horz" lIns="110249" tIns="55125" rIns="110249" bIns="55125" rtlCol="0" anchor="ctr"/>
          <a:lstStyle>
            <a:lvl1pPr algn="ctr" fontAlgn="auto">
              <a:spcBef>
                <a:spcPts val="0"/>
              </a:spcBef>
              <a:spcAft>
                <a:spcPts val="0"/>
              </a:spcAft>
              <a:defRPr sz="14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8846820" y="6441690"/>
            <a:ext cx="2880360" cy="370027"/>
          </a:xfrm>
          <a:prstGeom prst="rect">
            <a:avLst/>
          </a:prstGeom>
        </p:spPr>
        <p:txBody>
          <a:bodyPr vert="horz" lIns="110249" tIns="55125" rIns="110249" bIns="55125" rtlCol="0" anchor="ctr"/>
          <a:lstStyle>
            <a:lvl1pPr algn="r" fontAlgn="auto">
              <a:spcBef>
                <a:spcPts val="0"/>
              </a:spcBef>
              <a:spcAft>
                <a:spcPts val="0"/>
              </a:spcAft>
              <a:defRPr sz="1400">
                <a:solidFill>
                  <a:schemeClr val="tx1">
                    <a:tint val="75000"/>
                  </a:schemeClr>
                </a:solidFill>
                <a:latin typeface="+mn-lt"/>
                <a:cs typeface="+mn-cs"/>
              </a:defRPr>
            </a:lvl1pPr>
          </a:lstStyle>
          <a:p>
            <a:pPr>
              <a:defRPr/>
            </a:pPr>
            <a:fld id="{019164D7-1688-4482-BCBF-BB84A53684B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6" r:id="rId1"/>
    <p:sldLayoutId id="2147483663" r:id="rId2"/>
    <p:sldLayoutId id="2147483657" r:id="rId3"/>
    <p:sldLayoutId id="2147483659" r:id="rId4"/>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rtl="0" eaLnBrk="1" fontAlgn="base" hangingPunct="1">
        <a:spcBef>
          <a:spcPct val="0"/>
        </a:spcBef>
        <a:spcAft>
          <a:spcPct val="0"/>
        </a:spcAft>
        <a:defRPr sz="5300" kern="1200">
          <a:solidFill>
            <a:schemeClr val="tx1"/>
          </a:solidFill>
          <a:latin typeface="+mj-lt"/>
          <a:ea typeface="+mj-ea"/>
          <a:cs typeface="+mj-cs"/>
        </a:defRPr>
      </a:lvl1pPr>
      <a:lvl2pPr algn="ctr" rtl="0" eaLnBrk="1" fontAlgn="base" hangingPunct="1">
        <a:spcBef>
          <a:spcPct val="0"/>
        </a:spcBef>
        <a:spcAft>
          <a:spcPct val="0"/>
        </a:spcAft>
        <a:defRPr sz="5300">
          <a:solidFill>
            <a:schemeClr val="tx1"/>
          </a:solidFill>
          <a:latin typeface="Calibri" pitchFamily="34" charset="0"/>
        </a:defRPr>
      </a:lvl2pPr>
      <a:lvl3pPr algn="ctr" rtl="0" eaLnBrk="1" fontAlgn="base" hangingPunct="1">
        <a:spcBef>
          <a:spcPct val="0"/>
        </a:spcBef>
        <a:spcAft>
          <a:spcPct val="0"/>
        </a:spcAft>
        <a:defRPr sz="5300">
          <a:solidFill>
            <a:schemeClr val="tx1"/>
          </a:solidFill>
          <a:latin typeface="Calibri" pitchFamily="34" charset="0"/>
        </a:defRPr>
      </a:lvl3pPr>
      <a:lvl4pPr algn="ctr" rtl="0" eaLnBrk="1" fontAlgn="base" hangingPunct="1">
        <a:spcBef>
          <a:spcPct val="0"/>
        </a:spcBef>
        <a:spcAft>
          <a:spcPct val="0"/>
        </a:spcAft>
        <a:defRPr sz="5300">
          <a:solidFill>
            <a:schemeClr val="tx1"/>
          </a:solidFill>
          <a:latin typeface="Calibri" pitchFamily="34" charset="0"/>
        </a:defRPr>
      </a:lvl4pPr>
      <a:lvl5pPr algn="ctr" rtl="0" eaLnBrk="1" fontAlgn="base" hangingPunct="1">
        <a:spcBef>
          <a:spcPct val="0"/>
        </a:spcBef>
        <a:spcAft>
          <a:spcPct val="0"/>
        </a:spcAft>
        <a:defRPr sz="5300">
          <a:solidFill>
            <a:schemeClr val="tx1"/>
          </a:solidFill>
          <a:latin typeface="Calibri" pitchFamily="34" charset="0"/>
        </a:defRPr>
      </a:lvl5pPr>
      <a:lvl6pPr marL="551246" algn="ctr" rtl="0" eaLnBrk="1" fontAlgn="base" hangingPunct="1">
        <a:spcBef>
          <a:spcPct val="0"/>
        </a:spcBef>
        <a:spcAft>
          <a:spcPct val="0"/>
        </a:spcAft>
        <a:defRPr sz="5300">
          <a:solidFill>
            <a:schemeClr val="tx1"/>
          </a:solidFill>
          <a:latin typeface="Calibri" pitchFamily="34" charset="0"/>
        </a:defRPr>
      </a:lvl6pPr>
      <a:lvl7pPr marL="1102492" algn="ctr" rtl="0" eaLnBrk="1" fontAlgn="base" hangingPunct="1">
        <a:spcBef>
          <a:spcPct val="0"/>
        </a:spcBef>
        <a:spcAft>
          <a:spcPct val="0"/>
        </a:spcAft>
        <a:defRPr sz="5300">
          <a:solidFill>
            <a:schemeClr val="tx1"/>
          </a:solidFill>
          <a:latin typeface="Calibri" pitchFamily="34" charset="0"/>
        </a:defRPr>
      </a:lvl7pPr>
      <a:lvl8pPr marL="1653738" algn="ctr" rtl="0" eaLnBrk="1" fontAlgn="base" hangingPunct="1">
        <a:spcBef>
          <a:spcPct val="0"/>
        </a:spcBef>
        <a:spcAft>
          <a:spcPct val="0"/>
        </a:spcAft>
        <a:defRPr sz="5300">
          <a:solidFill>
            <a:schemeClr val="tx1"/>
          </a:solidFill>
          <a:latin typeface="Calibri" pitchFamily="34" charset="0"/>
        </a:defRPr>
      </a:lvl8pPr>
      <a:lvl9pPr marL="2204984" algn="ctr" rtl="0" eaLnBrk="1" fontAlgn="base" hangingPunct="1">
        <a:spcBef>
          <a:spcPct val="0"/>
        </a:spcBef>
        <a:spcAft>
          <a:spcPct val="0"/>
        </a:spcAft>
        <a:defRPr sz="5300">
          <a:solidFill>
            <a:schemeClr val="tx1"/>
          </a:solidFill>
          <a:latin typeface="Calibri" pitchFamily="34" charset="0"/>
        </a:defRPr>
      </a:lvl9pPr>
    </p:titleStyle>
    <p:bodyStyle>
      <a:lvl1pPr marL="413435" indent="-413435" algn="l" rtl="0" eaLnBrk="1" fontAlgn="base" hangingPunct="1">
        <a:spcBef>
          <a:spcPct val="20000"/>
        </a:spcBef>
        <a:spcAft>
          <a:spcPct val="0"/>
        </a:spcAft>
        <a:buFont typeface="Arial" charset="0"/>
        <a:buChar char="•"/>
        <a:defRPr sz="3900" kern="1200">
          <a:solidFill>
            <a:schemeClr val="tx1"/>
          </a:solidFill>
          <a:latin typeface="+mn-lt"/>
          <a:ea typeface="+mn-ea"/>
          <a:cs typeface="+mn-cs"/>
        </a:defRPr>
      </a:lvl1pPr>
      <a:lvl2pPr marL="895775" indent="-344529" algn="l" rtl="0" eaLnBrk="1" fontAlgn="base" hangingPunct="1">
        <a:spcBef>
          <a:spcPct val="20000"/>
        </a:spcBef>
        <a:spcAft>
          <a:spcPct val="0"/>
        </a:spcAft>
        <a:buFont typeface="Arial" charset="0"/>
        <a:buChar char="–"/>
        <a:defRPr sz="3400" kern="1200">
          <a:solidFill>
            <a:schemeClr val="tx1"/>
          </a:solidFill>
          <a:latin typeface="+mn-lt"/>
          <a:ea typeface="+mn-ea"/>
          <a:cs typeface="+mn-cs"/>
        </a:defRPr>
      </a:lvl2pPr>
      <a:lvl3pPr marL="1378115" indent="-275623" algn="l" rtl="0" eaLnBrk="1" fontAlgn="base" hangingPunct="1">
        <a:spcBef>
          <a:spcPct val="20000"/>
        </a:spcBef>
        <a:spcAft>
          <a:spcPct val="0"/>
        </a:spcAft>
        <a:buFont typeface="Arial" charset="0"/>
        <a:buChar char="•"/>
        <a:defRPr sz="2900" kern="1200">
          <a:solidFill>
            <a:schemeClr val="tx1"/>
          </a:solidFill>
          <a:latin typeface="+mn-lt"/>
          <a:ea typeface="+mn-ea"/>
          <a:cs typeface="+mn-cs"/>
        </a:defRPr>
      </a:lvl3pPr>
      <a:lvl4pPr marL="1929361" indent="-275623"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4pPr>
      <a:lvl5pPr marL="2480607" indent="-275623"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5pPr>
      <a:lvl6pPr marL="3031853"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83099"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34345"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85591"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102492" rtl="0" eaLnBrk="1" latinLnBrk="0" hangingPunct="1">
        <a:defRPr sz="2200" kern="1200">
          <a:solidFill>
            <a:schemeClr val="tx1"/>
          </a:solidFill>
          <a:latin typeface="+mn-lt"/>
          <a:ea typeface="+mn-ea"/>
          <a:cs typeface="+mn-cs"/>
        </a:defRPr>
      </a:lvl1pPr>
      <a:lvl2pPr marL="551246" algn="l" defTabSz="1102492" rtl="0" eaLnBrk="1" latinLnBrk="0" hangingPunct="1">
        <a:defRPr sz="2200" kern="1200">
          <a:solidFill>
            <a:schemeClr val="tx1"/>
          </a:solidFill>
          <a:latin typeface="+mn-lt"/>
          <a:ea typeface="+mn-ea"/>
          <a:cs typeface="+mn-cs"/>
        </a:defRPr>
      </a:lvl2pPr>
      <a:lvl3pPr marL="1102492" algn="l" defTabSz="1102492" rtl="0" eaLnBrk="1" latinLnBrk="0" hangingPunct="1">
        <a:defRPr sz="2200" kern="1200">
          <a:solidFill>
            <a:schemeClr val="tx1"/>
          </a:solidFill>
          <a:latin typeface="+mn-lt"/>
          <a:ea typeface="+mn-ea"/>
          <a:cs typeface="+mn-cs"/>
        </a:defRPr>
      </a:lvl3pPr>
      <a:lvl4pPr marL="1653738" algn="l" defTabSz="1102492" rtl="0" eaLnBrk="1" latinLnBrk="0" hangingPunct="1">
        <a:defRPr sz="2200" kern="1200">
          <a:solidFill>
            <a:schemeClr val="tx1"/>
          </a:solidFill>
          <a:latin typeface="+mn-lt"/>
          <a:ea typeface="+mn-ea"/>
          <a:cs typeface="+mn-cs"/>
        </a:defRPr>
      </a:lvl4pPr>
      <a:lvl5pPr marL="2204984" algn="l" defTabSz="1102492" rtl="0" eaLnBrk="1" latinLnBrk="0" hangingPunct="1">
        <a:defRPr sz="2200" kern="1200">
          <a:solidFill>
            <a:schemeClr val="tx1"/>
          </a:solidFill>
          <a:latin typeface="+mn-lt"/>
          <a:ea typeface="+mn-ea"/>
          <a:cs typeface="+mn-cs"/>
        </a:defRPr>
      </a:lvl5pPr>
      <a:lvl6pPr marL="2756230" algn="l" defTabSz="1102492" rtl="0" eaLnBrk="1" latinLnBrk="0" hangingPunct="1">
        <a:defRPr sz="2200" kern="1200">
          <a:solidFill>
            <a:schemeClr val="tx1"/>
          </a:solidFill>
          <a:latin typeface="+mn-lt"/>
          <a:ea typeface="+mn-ea"/>
          <a:cs typeface="+mn-cs"/>
        </a:defRPr>
      </a:lvl6pPr>
      <a:lvl7pPr marL="3307476" algn="l" defTabSz="1102492" rtl="0" eaLnBrk="1" latinLnBrk="0" hangingPunct="1">
        <a:defRPr sz="2200" kern="1200">
          <a:solidFill>
            <a:schemeClr val="tx1"/>
          </a:solidFill>
          <a:latin typeface="+mn-lt"/>
          <a:ea typeface="+mn-ea"/>
          <a:cs typeface="+mn-cs"/>
        </a:defRPr>
      </a:lvl7pPr>
      <a:lvl8pPr marL="3858722" algn="l" defTabSz="1102492" rtl="0" eaLnBrk="1" latinLnBrk="0" hangingPunct="1">
        <a:defRPr sz="2200" kern="1200">
          <a:solidFill>
            <a:schemeClr val="tx1"/>
          </a:solidFill>
          <a:latin typeface="+mn-lt"/>
          <a:ea typeface="+mn-ea"/>
          <a:cs typeface="+mn-cs"/>
        </a:defRPr>
      </a:lvl8pPr>
      <a:lvl9pPr marL="4409968" algn="l" defTabSz="1102492"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4.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hyperlink" Target="https://youtu.be/2JcSo37Nc8k?si=9-fE8eG_LedrILXp" TargetMode="External"/><Relationship Id="rId2" Type="http://schemas.openxmlformats.org/officeDocument/2006/relationships/hyperlink" Target="https://youtu.be/_M3yLjxNqjc?si=y9o5SIA60GZbCU24" TargetMode="Externa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hyperlink" Target="https://youtu.be/UrtBiPgI__A?si=8BEci3IVGTPIanW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2762" b="12526"/>
          <a:stretch/>
        </p:blipFill>
        <p:spPr>
          <a:xfrm>
            <a:off x="-69057" y="-30164"/>
            <a:ext cx="12413457" cy="7010401"/>
          </a:xfrm>
          <a:prstGeom prst="rect">
            <a:avLst/>
          </a:prstGeom>
        </p:spPr>
      </p:pic>
      <p:pic>
        <p:nvPicPr>
          <p:cNvPr id="11" name="Picture 10"/>
          <p:cNvPicPr>
            <a:picLocks noChangeAspect="1"/>
          </p:cNvPicPr>
          <p:nvPr/>
        </p:nvPicPr>
        <p:blipFill>
          <a:blip r:embed="rId3"/>
          <a:stretch>
            <a:fillRect/>
          </a:stretch>
        </p:blipFill>
        <p:spPr>
          <a:xfrm>
            <a:off x="771779" y="6294437"/>
            <a:ext cx="3225800" cy="127000"/>
          </a:xfrm>
          <a:prstGeom prst="rect">
            <a:avLst/>
          </a:prstGeom>
        </p:spPr>
      </p:pic>
      <p:pic>
        <p:nvPicPr>
          <p:cNvPr id="12" name="Picture 11"/>
          <p:cNvPicPr>
            <a:picLocks noChangeAspect="1"/>
          </p:cNvPicPr>
          <p:nvPr/>
        </p:nvPicPr>
        <p:blipFill>
          <a:blip r:embed="rId3">
            <a:alphaModFix amt="43000"/>
          </a:blip>
          <a:stretch>
            <a:fillRect/>
          </a:stretch>
        </p:blipFill>
        <p:spPr>
          <a:xfrm>
            <a:off x="2544427" y="6446837"/>
            <a:ext cx="3225800" cy="127000"/>
          </a:xfrm>
          <a:prstGeom prst="rect">
            <a:avLst/>
          </a:prstGeom>
        </p:spPr>
      </p:pic>
      <p:sp>
        <p:nvSpPr>
          <p:cNvPr id="13" name="Parallelogram 12"/>
          <p:cNvSpPr/>
          <p:nvPr/>
        </p:nvSpPr>
        <p:spPr>
          <a:xfrm>
            <a:off x="4785320" y="-42862"/>
            <a:ext cx="7564523" cy="7049860"/>
          </a:xfrm>
          <a:custGeom>
            <a:avLst/>
            <a:gdLst>
              <a:gd name="connsiteX0" fmla="*/ 0 w 6383423"/>
              <a:gd name="connsiteY0" fmla="*/ 6950074 h 6950074"/>
              <a:gd name="connsiteX1" fmla="*/ 1595856 w 6383423"/>
              <a:gd name="connsiteY1" fmla="*/ 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75474 h 6975474"/>
              <a:gd name="connsiteX1" fmla="*/ 3665956 w 6383423"/>
              <a:gd name="connsiteY1" fmla="*/ 0 h 6975474"/>
              <a:gd name="connsiteX2" fmla="*/ 6383423 w 6383423"/>
              <a:gd name="connsiteY2" fmla="*/ 25400 h 6975474"/>
              <a:gd name="connsiteX3" fmla="*/ 4787567 w 6383423"/>
              <a:gd name="connsiteY3" fmla="*/ 6975474 h 6975474"/>
              <a:gd name="connsiteX4" fmla="*/ 0 w 6383423"/>
              <a:gd name="connsiteY4" fmla="*/ 6975474 h 6975474"/>
              <a:gd name="connsiteX0" fmla="*/ 0 w 6383423"/>
              <a:gd name="connsiteY0" fmla="*/ 6950074 h 6950074"/>
              <a:gd name="connsiteX1" fmla="*/ 4351756 w 6383423"/>
              <a:gd name="connsiteY1" fmla="*/ 1270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50074 h 6962774"/>
              <a:gd name="connsiteX1" fmla="*/ 4351756 w 6383423"/>
              <a:gd name="connsiteY1" fmla="*/ 12700 h 6962774"/>
              <a:gd name="connsiteX2" fmla="*/ 6383423 w 6383423"/>
              <a:gd name="connsiteY2" fmla="*/ 0 h 6962774"/>
              <a:gd name="connsiteX3" fmla="*/ 5587667 w 6383423"/>
              <a:gd name="connsiteY3" fmla="*/ 6962774 h 6962774"/>
              <a:gd name="connsiteX4" fmla="*/ 0 w 6383423"/>
              <a:gd name="connsiteY4" fmla="*/ 6950074 h 6962774"/>
              <a:gd name="connsiteX0" fmla="*/ 0 w 6383423"/>
              <a:gd name="connsiteY0" fmla="*/ 6950074 h 6962774"/>
              <a:gd name="connsiteX1" fmla="*/ 4351756 w 6383423"/>
              <a:gd name="connsiteY1" fmla="*/ 12700 h 6962774"/>
              <a:gd name="connsiteX2" fmla="*/ 6383423 w 6383423"/>
              <a:gd name="connsiteY2" fmla="*/ 0 h 6962774"/>
              <a:gd name="connsiteX3" fmla="*/ 5799223 w 6383423"/>
              <a:gd name="connsiteY3" fmla="*/ 4902201 h 6962774"/>
              <a:gd name="connsiteX4" fmla="*/ 5587667 w 6383423"/>
              <a:gd name="connsiteY4" fmla="*/ 6962774 h 6962774"/>
              <a:gd name="connsiteX5" fmla="*/ 0 w 6383423"/>
              <a:gd name="connsiteY5" fmla="*/ 6950074 h 6962774"/>
              <a:gd name="connsiteX0" fmla="*/ 0 w 7564523"/>
              <a:gd name="connsiteY0" fmla="*/ 6950074 h 6962774"/>
              <a:gd name="connsiteX1" fmla="*/ 4351756 w 7564523"/>
              <a:gd name="connsiteY1" fmla="*/ 12700 h 6962774"/>
              <a:gd name="connsiteX2" fmla="*/ 6383423 w 7564523"/>
              <a:gd name="connsiteY2" fmla="*/ 0 h 6962774"/>
              <a:gd name="connsiteX3" fmla="*/ 7564523 w 7564523"/>
              <a:gd name="connsiteY3" fmla="*/ 4660901 h 6962774"/>
              <a:gd name="connsiteX4" fmla="*/ 5587667 w 7564523"/>
              <a:gd name="connsiteY4" fmla="*/ 6962774 h 6962774"/>
              <a:gd name="connsiteX5" fmla="*/ 0 w 7564523"/>
              <a:gd name="connsiteY5" fmla="*/ 6950074 h 6962774"/>
              <a:gd name="connsiteX0" fmla="*/ 0 w 7602623"/>
              <a:gd name="connsiteY0" fmla="*/ 6962774 h 6975474"/>
              <a:gd name="connsiteX1" fmla="*/ 4351756 w 7602623"/>
              <a:gd name="connsiteY1" fmla="*/ 25400 h 6975474"/>
              <a:gd name="connsiteX2" fmla="*/ 7602623 w 7602623"/>
              <a:gd name="connsiteY2" fmla="*/ 0 h 6975474"/>
              <a:gd name="connsiteX3" fmla="*/ 7564523 w 7602623"/>
              <a:gd name="connsiteY3" fmla="*/ 4673601 h 6975474"/>
              <a:gd name="connsiteX4" fmla="*/ 5587667 w 7602623"/>
              <a:gd name="connsiteY4" fmla="*/ 6975474 h 6975474"/>
              <a:gd name="connsiteX5" fmla="*/ 0 w 7602623"/>
              <a:gd name="connsiteY5" fmla="*/ 6962774 h 6975474"/>
              <a:gd name="connsiteX0" fmla="*/ 0 w 7602623"/>
              <a:gd name="connsiteY0" fmla="*/ 7026274 h 7038974"/>
              <a:gd name="connsiteX1" fmla="*/ 4415256 w 7602623"/>
              <a:gd name="connsiteY1" fmla="*/ 0 h 7038974"/>
              <a:gd name="connsiteX2" fmla="*/ 7602623 w 7602623"/>
              <a:gd name="connsiteY2" fmla="*/ 63500 h 7038974"/>
              <a:gd name="connsiteX3" fmla="*/ 7564523 w 7602623"/>
              <a:gd name="connsiteY3" fmla="*/ 4737101 h 7038974"/>
              <a:gd name="connsiteX4" fmla="*/ 5587667 w 7602623"/>
              <a:gd name="connsiteY4" fmla="*/ 7038974 h 7038974"/>
              <a:gd name="connsiteX5" fmla="*/ 0 w 7602623"/>
              <a:gd name="connsiteY5" fmla="*/ 7026274 h 7038974"/>
              <a:gd name="connsiteX0" fmla="*/ 0 w 7716923"/>
              <a:gd name="connsiteY0" fmla="*/ 7178674 h 7178674"/>
              <a:gd name="connsiteX1" fmla="*/ 4529556 w 7716923"/>
              <a:gd name="connsiteY1" fmla="*/ 0 h 7178674"/>
              <a:gd name="connsiteX2" fmla="*/ 7716923 w 7716923"/>
              <a:gd name="connsiteY2" fmla="*/ 63500 h 7178674"/>
              <a:gd name="connsiteX3" fmla="*/ 7678823 w 7716923"/>
              <a:gd name="connsiteY3" fmla="*/ 4737101 h 7178674"/>
              <a:gd name="connsiteX4" fmla="*/ 5701967 w 7716923"/>
              <a:gd name="connsiteY4" fmla="*/ 7038974 h 7178674"/>
              <a:gd name="connsiteX5" fmla="*/ 0 w 7716923"/>
              <a:gd name="connsiteY5" fmla="*/ 7178674 h 7178674"/>
              <a:gd name="connsiteX0" fmla="*/ 0 w 7716923"/>
              <a:gd name="connsiteY0" fmla="*/ 7178674 h 7292974"/>
              <a:gd name="connsiteX1" fmla="*/ 4529556 w 7716923"/>
              <a:gd name="connsiteY1" fmla="*/ 0 h 7292974"/>
              <a:gd name="connsiteX2" fmla="*/ 7716923 w 7716923"/>
              <a:gd name="connsiteY2" fmla="*/ 63500 h 7292974"/>
              <a:gd name="connsiteX3" fmla="*/ 7678823 w 7716923"/>
              <a:gd name="connsiteY3" fmla="*/ 4737101 h 7292974"/>
              <a:gd name="connsiteX4" fmla="*/ 5473367 w 7716923"/>
              <a:gd name="connsiteY4" fmla="*/ 7292974 h 7292974"/>
              <a:gd name="connsiteX5" fmla="*/ 0 w 7716923"/>
              <a:gd name="connsiteY5" fmla="*/ 7178674 h 7292974"/>
              <a:gd name="connsiteX0" fmla="*/ 0 w 7716923"/>
              <a:gd name="connsiteY0" fmla="*/ 7115174 h 7229474"/>
              <a:gd name="connsiteX1" fmla="*/ 6377406 w 7716923"/>
              <a:gd name="connsiteY1" fmla="*/ 107950 h 7229474"/>
              <a:gd name="connsiteX2" fmla="*/ 7716923 w 7716923"/>
              <a:gd name="connsiteY2" fmla="*/ 0 h 7229474"/>
              <a:gd name="connsiteX3" fmla="*/ 7678823 w 7716923"/>
              <a:gd name="connsiteY3" fmla="*/ 4673601 h 7229474"/>
              <a:gd name="connsiteX4" fmla="*/ 5473367 w 7716923"/>
              <a:gd name="connsiteY4" fmla="*/ 7229474 h 7229474"/>
              <a:gd name="connsiteX5" fmla="*/ 0 w 7716923"/>
              <a:gd name="connsiteY5" fmla="*/ 7115174 h 7229474"/>
              <a:gd name="connsiteX0" fmla="*/ 0 w 7659773"/>
              <a:gd name="connsiteY0" fmla="*/ 7191374 h 7229474"/>
              <a:gd name="connsiteX1" fmla="*/ 6320256 w 7659773"/>
              <a:gd name="connsiteY1" fmla="*/ 107950 h 7229474"/>
              <a:gd name="connsiteX2" fmla="*/ 7659773 w 7659773"/>
              <a:gd name="connsiteY2" fmla="*/ 0 h 7229474"/>
              <a:gd name="connsiteX3" fmla="*/ 7621673 w 7659773"/>
              <a:gd name="connsiteY3" fmla="*/ 4673601 h 7229474"/>
              <a:gd name="connsiteX4" fmla="*/ 5416217 w 7659773"/>
              <a:gd name="connsiteY4" fmla="*/ 7229474 h 7229474"/>
              <a:gd name="connsiteX5" fmla="*/ 0 w 7659773"/>
              <a:gd name="connsiteY5" fmla="*/ 7191374 h 7229474"/>
              <a:gd name="connsiteX0" fmla="*/ 0 w 7659773"/>
              <a:gd name="connsiteY0" fmla="*/ 7191374 h 7400924"/>
              <a:gd name="connsiteX1" fmla="*/ 6320256 w 7659773"/>
              <a:gd name="connsiteY1" fmla="*/ 107950 h 7400924"/>
              <a:gd name="connsiteX2" fmla="*/ 7659773 w 7659773"/>
              <a:gd name="connsiteY2" fmla="*/ 0 h 7400924"/>
              <a:gd name="connsiteX3" fmla="*/ 7621673 w 7659773"/>
              <a:gd name="connsiteY3" fmla="*/ 4673601 h 7400924"/>
              <a:gd name="connsiteX4" fmla="*/ 5378117 w 7659773"/>
              <a:gd name="connsiteY4" fmla="*/ 7400924 h 7400924"/>
              <a:gd name="connsiteX5" fmla="*/ 0 w 7659773"/>
              <a:gd name="connsiteY5" fmla="*/ 7191374 h 7400924"/>
              <a:gd name="connsiteX0" fmla="*/ 0 w 7659773"/>
              <a:gd name="connsiteY0" fmla="*/ 7191374 h 7419974"/>
              <a:gd name="connsiteX1" fmla="*/ 6320256 w 7659773"/>
              <a:gd name="connsiteY1" fmla="*/ 107950 h 7419974"/>
              <a:gd name="connsiteX2" fmla="*/ 7659773 w 7659773"/>
              <a:gd name="connsiteY2" fmla="*/ 0 h 7419974"/>
              <a:gd name="connsiteX3" fmla="*/ 7621673 w 7659773"/>
              <a:gd name="connsiteY3" fmla="*/ 4673601 h 7419974"/>
              <a:gd name="connsiteX4" fmla="*/ 5263817 w 7659773"/>
              <a:gd name="connsiteY4" fmla="*/ 7419974 h 7419974"/>
              <a:gd name="connsiteX5" fmla="*/ 0 w 7659773"/>
              <a:gd name="connsiteY5" fmla="*/ 7191374 h 7419974"/>
              <a:gd name="connsiteX0" fmla="*/ 0 w 7983623"/>
              <a:gd name="connsiteY0" fmla="*/ 7534274 h 7534274"/>
              <a:gd name="connsiteX1" fmla="*/ 6644106 w 7983623"/>
              <a:gd name="connsiteY1" fmla="*/ 107950 h 7534274"/>
              <a:gd name="connsiteX2" fmla="*/ 7983623 w 7983623"/>
              <a:gd name="connsiteY2" fmla="*/ 0 h 7534274"/>
              <a:gd name="connsiteX3" fmla="*/ 7945523 w 7983623"/>
              <a:gd name="connsiteY3" fmla="*/ 4673601 h 7534274"/>
              <a:gd name="connsiteX4" fmla="*/ 5587667 w 7983623"/>
              <a:gd name="connsiteY4" fmla="*/ 7419974 h 7534274"/>
              <a:gd name="connsiteX5" fmla="*/ 0 w 7983623"/>
              <a:gd name="connsiteY5" fmla="*/ 7534274 h 7534274"/>
              <a:gd name="connsiteX0" fmla="*/ 0 w 7983623"/>
              <a:gd name="connsiteY0" fmla="*/ 7534274 h 7534274"/>
              <a:gd name="connsiteX1" fmla="*/ 6644106 w 7983623"/>
              <a:gd name="connsiteY1" fmla="*/ 107950 h 7534274"/>
              <a:gd name="connsiteX2" fmla="*/ 7983623 w 7983623"/>
              <a:gd name="connsiteY2" fmla="*/ 0 h 7534274"/>
              <a:gd name="connsiteX3" fmla="*/ 7831223 w 7983623"/>
              <a:gd name="connsiteY3" fmla="*/ 4864101 h 7534274"/>
              <a:gd name="connsiteX4" fmla="*/ 5587667 w 7983623"/>
              <a:gd name="connsiteY4" fmla="*/ 7419974 h 7534274"/>
              <a:gd name="connsiteX5" fmla="*/ 0 w 7983623"/>
              <a:gd name="connsiteY5" fmla="*/ 7534274 h 7534274"/>
              <a:gd name="connsiteX0" fmla="*/ 0 w 7831223"/>
              <a:gd name="connsiteY0" fmla="*/ 7426324 h 7426324"/>
              <a:gd name="connsiteX1" fmla="*/ 6644106 w 7831223"/>
              <a:gd name="connsiteY1" fmla="*/ 0 h 7426324"/>
              <a:gd name="connsiteX2" fmla="*/ 7793123 w 7831223"/>
              <a:gd name="connsiteY2" fmla="*/ 82550 h 7426324"/>
              <a:gd name="connsiteX3" fmla="*/ 7831223 w 7831223"/>
              <a:gd name="connsiteY3" fmla="*/ 4756151 h 7426324"/>
              <a:gd name="connsiteX4" fmla="*/ 5587667 w 7831223"/>
              <a:gd name="connsiteY4" fmla="*/ 7312024 h 7426324"/>
              <a:gd name="connsiteX5" fmla="*/ 0 w 7831223"/>
              <a:gd name="connsiteY5" fmla="*/ 7426324 h 7426324"/>
              <a:gd name="connsiteX0" fmla="*/ 0 w 7831223"/>
              <a:gd name="connsiteY0" fmla="*/ 7343774 h 7343774"/>
              <a:gd name="connsiteX1" fmla="*/ 6548856 w 7831223"/>
              <a:gd name="connsiteY1" fmla="*/ 1270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778167 w 7831223"/>
              <a:gd name="connsiteY4" fmla="*/ 6962774 h 7343774"/>
              <a:gd name="connsiteX5" fmla="*/ 0 w 7831223"/>
              <a:gd name="connsiteY5" fmla="*/ 7343774 h 7343774"/>
              <a:gd name="connsiteX0" fmla="*/ 0 w 7501023"/>
              <a:gd name="connsiteY0" fmla="*/ 6988174 h 6988174"/>
              <a:gd name="connsiteX1" fmla="*/ 6244056 w 7501023"/>
              <a:gd name="connsiteY1" fmla="*/ 0 h 6988174"/>
              <a:gd name="connsiteX2" fmla="*/ 7462923 w 7501023"/>
              <a:gd name="connsiteY2" fmla="*/ 0 h 6988174"/>
              <a:gd name="connsiteX3" fmla="*/ 7501023 w 7501023"/>
              <a:gd name="connsiteY3" fmla="*/ 4673601 h 6988174"/>
              <a:gd name="connsiteX4" fmla="*/ 5447967 w 7501023"/>
              <a:gd name="connsiteY4" fmla="*/ 6962774 h 6988174"/>
              <a:gd name="connsiteX5" fmla="*/ 0 w 7501023"/>
              <a:gd name="connsiteY5" fmla="*/ 6988174 h 6988174"/>
              <a:gd name="connsiteX0" fmla="*/ 0 w 7506466"/>
              <a:gd name="connsiteY0" fmla="*/ 6988174 h 6988174"/>
              <a:gd name="connsiteX1" fmla="*/ 6244056 w 7506466"/>
              <a:gd name="connsiteY1" fmla="*/ 0 h 6988174"/>
              <a:gd name="connsiteX2" fmla="*/ 7506466 w 7506466"/>
              <a:gd name="connsiteY2" fmla="*/ 0 h 6988174"/>
              <a:gd name="connsiteX3" fmla="*/ 7501023 w 7506466"/>
              <a:gd name="connsiteY3" fmla="*/ 4673601 h 6988174"/>
              <a:gd name="connsiteX4" fmla="*/ 5447967 w 7506466"/>
              <a:gd name="connsiteY4" fmla="*/ 6962774 h 6988174"/>
              <a:gd name="connsiteX5" fmla="*/ 0 w 7506466"/>
              <a:gd name="connsiteY5" fmla="*/ 6988174 h 6988174"/>
              <a:gd name="connsiteX0" fmla="*/ 0 w 7506466"/>
              <a:gd name="connsiteY0" fmla="*/ 6988174 h 7006317"/>
              <a:gd name="connsiteX1" fmla="*/ 6244056 w 7506466"/>
              <a:gd name="connsiteY1" fmla="*/ 0 h 7006317"/>
              <a:gd name="connsiteX2" fmla="*/ 7506466 w 7506466"/>
              <a:gd name="connsiteY2" fmla="*/ 0 h 7006317"/>
              <a:gd name="connsiteX3" fmla="*/ 7501023 w 7506466"/>
              <a:gd name="connsiteY3" fmla="*/ 4673601 h 7006317"/>
              <a:gd name="connsiteX4" fmla="*/ 5360881 w 7506466"/>
              <a:gd name="connsiteY4" fmla="*/ 7006317 h 7006317"/>
              <a:gd name="connsiteX5" fmla="*/ 0 w 7506466"/>
              <a:gd name="connsiteY5" fmla="*/ 6988174 h 7006317"/>
              <a:gd name="connsiteX0" fmla="*/ 0 w 7564523"/>
              <a:gd name="connsiteY0" fmla="*/ 7046231 h 7046231"/>
              <a:gd name="connsiteX1" fmla="*/ 6302113 w 7564523"/>
              <a:gd name="connsiteY1" fmla="*/ 0 h 7046231"/>
              <a:gd name="connsiteX2" fmla="*/ 7564523 w 7564523"/>
              <a:gd name="connsiteY2" fmla="*/ 0 h 7046231"/>
              <a:gd name="connsiteX3" fmla="*/ 7559080 w 7564523"/>
              <a:gd name="connsiteY3" fmla="*/ 4673601 h 7046231"/>
              <a:gd name="connsiteX4" fmla="*/ 5418938 w 7564523"/>
              <a:gd name="connsiteY4" fmla="*/ 7006317 h 7046231"/>
              <a:gd name="connsiteX5" fmla="*/ 0 w 7564523"/>
              <a:gd name="connsiteY5" fmla="*/ 7046231 h 7046231"/>
              <a:gd name="connsiteX0" fmla="*/ 0 w 7564523"/>
              <a:gd name="connsiteY0" fmla="*/ 7046231 h 7049860"/>
              <a:gd name="connsiteX1" fmla="*/ 6302113 w 7564523"/>
              <a:gd name="connsiteY1" fmla="*/ 0 h 7049860"/>
              <a:gd name="connsiteX2" fmla="*/ 7564523 w 7564523"/>
              <a:gd name="connsiteY2" fmla="*/ 0 h 7049860"/>
              <a:gd name="connsiteX3" fmla="*/ 7559080 w 7564523"/>
              <a:gd name="connsiteY3" fmla="*/ 4673601 h 7049860"/>
              <a:gd name="connsiteX4" fmla="*/ 5389909 w 7564523"/>
              <a:gd name="connsiteY4" fmla="*/ 7049860 h 7049860"/>
              <a:gd name="connsiteX5" fmla="*/ 0 w 7564523"/>
              <a:gd name="connsiteY5" fmla="*/ 7046231 h 70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64523" h="7049860">
                <a:moveTo>
                  <a:pt x="0" y="7046231"/>
                </a:moveTo>
                <a:lnTo>
                  <a:pt x="6302113" y="0"/>
                </a:lnTo>
                <a:lnTo>
                  <a:pt x="7564523" y="0"/>
                </a:lnTo>
                <a:cubicBezTo>
                  <a:pt x="7562709" y="1557867"/>
                  <a:pt x="7560894" y="3115734"/>
                  <a:pt x="7559080" y="4673601"/>
                </a:cubicBezTo>
                <a:lnTo>
                  <a:pt x="5389909" y="7049860"/>
                </a:lnTo>
                <a:lnTo>
                  <a:pt x="0" y="7046231"/>
                </a:lnTo>
                <a:close/>
              </a:path>
            </a:pathLst>
          </a:custGeom>
          <a:solidFill>
            <a:srgbClr val="D5581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p:cNvSpPr txBox="1">
            <a:spLocks/>
          </p:cNvSpPr>
          <p:nvPr/>
        </p:nvSpPr>
        <p:spPr>
          <a:xfrm>
            <a:off x="5943600" y="4008437"/>
            <a:ext cx="6400800" cy="1399222"/>
          </a:xfrm>
          <a:prstGeom prst="rect">
            <a:avLst/>
          </a:prstGeom>
        </p:spPr>
        <p:txBody>
          <a:bodyPr lIns="0" tIns="0" rIns="0" bIns="55125" anchor="t"/>
          <a:lstStyle>
            <a:lvl1pPr algn="ctr" rtl="0" eaLnBrk="0" fontAlgn="base" hangingPunct="0">
              <a:lnSpc>
                <a:spcPct val="90000"/>
              </a:lnSpc>
              <a:spcBef>
                <a:spcPct val="0"/>
              </a:spcBef>
              <a:spcAft>
                <a:spcPct val="0"/>
              </a:spcAft>
              <a:defRPr sz="4000" kern="1200">
                <a:solidFill>
                  <a:schemeClr val="accent4"/>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nSpc>
                <a:spcPct val="100000"/>
              </a:lnSpc>
              <a:spcBef>
                <a:spcPts val="0"/>
              </a:spcBef>
              <a:spcAft>
                <a:spcPts val="0"/>
              </a:spcAft>
              <a:defRPr/>
            </a:pPr>
            <a:r>
              <a:rPr lang="en-IN">
                <a:solidFill>
                  <a:schemeClr val="bg1"/>
                </a:solidFill>
              </a:rPr>
              <a:t>Employment Practices Liability Insurance (EPLI)</a:t>
            </a:r>
            <a:r>
              <a:rPr lang="en-US" sz="7200" b="1">
                <a:ln w="1905"/>
                <a:solidFill>
                  <a:schemeClr val="bg1"/>
                </a:solidFill>
                <a:latin typeface="Arial"/>
                <a:ea typeface="Segoe UI" panose="020B0502040204020203" pitchFamily="34" charset="0"/>
                <a:cs typeface="Arial"/>
              </a:rPr>
              <a:t> </a:t>
            </a:r>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20200" y="1874837"/>
            <a:ext cx="2692400" cy="1751346"/>
          </a:xfrm>
          <a:prstGeom prst="rect">
            <a:avLst/>
          </a:prstGeom>
        </p:spPr>
      </p:pic>
    </p:spTree>
    <p:extLst>
      <p:ext uri="{BB962C8B-B14F-4D97-AF65-F5344CB8AC3E}">
        <p14:creationId xmlns:p14="http://schemas.microsoft.com/office/powerpoint/2010/main" val="41845028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4" name="TextBox 3"/>
          <p:cNvSpPr txBox="1"/>
          <p:nvPr/>
        </p:nvSpPr>
        <p:spPr>
          <a:xfrm>
            <a:off x="31124" y="668997"/>
            <a:ext cx="4114800" cy="140731"/>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IN">
                <a:solidFill>
                  <a:srgbClr val="C00000"/>
                </a:solidFill>
              </a:rPr>
              <a:t>Introduction to EPLI</a:t>
            </a:r>
            <a:endParaRPr lang="en-US" altLang="en-US" sz="3600">
              <a:solidFill>
                <a:srgbClr val="C00000"/>
              </a:solidFill>
              <a:latin typeface="Segoe UI Semibold" panose="020B0702040204020203" pitchFamily="34" charset="0"/>
              <a:cs typeface="BrowalliaUPC" panose="020B0604020202020204" pitchFamily="34" charset="-34"/>
            </a:endParaRPr>
          </a:p>
        </p:txBody>
      </p:sp>
      <p:sp>
        <p:nvSpPr>
          <p:cNvPr id="5" name="TextBox 4">
            <a:extLst>
              <a:ext uri="{FF2B5EF4-FFF2-40B4-BE49-F238E27FC236}">
                <a16:creationId xmlns:a16="http://schemas.microsoft.com/office/drawing/2014/main" id="{C565F887-6C91-2565-EE6D-0A28071FD02A}"/>
              </a:ext>
            </a:extLst>
          </p:cNvPr>
          <p:cNvSpPr txBox="1"/>
          <p:nvPr/>
        </p:nvSpPr>
        <p:spPr>
          <a:xfrm>
            <a:off x="31124" y="1341437"/>
            <a:ext cx="6141077" cy="3774816"/>
          </a:xfrm>
          <a:prstGeom prst="rect">
            <a:avLst/>
          </a:prstGeom>
          <a:noFill/>
        </p:spPr>
        <p:txBody>
          <a:bodyPr wrap="square">
            <a:spAutoFit/>
          </a:bodyPr>
          <a:lstStyle/>
          <a:p>
            <a:pPr>
              <a:lnSpc>
                <a:spcPct val="150000"/>
              </a:lnSpc>
            </a:pPr>
            <a:r>
              <a:rPr lang="en-US" sz="2400" b="1"/>
              <a:t>What is EPLI?</a:t>
            </a:r>
          </a:p>
          <a:p>
            <a:pPr>
              <a:lnSpc>
                <a:spcPct val="150000"/>
              </a:lnSpc>
            </a:pPr>
            <a:endParaRPr lang="en-US"/>
          </a:p>
          <a:p>
            <a:pPr marL="800100" lvl="1" indent="-342900">
              <a:lnSpc>
                <a:spcPct val="150000"/>
              </a:lnSpc>
              <a:buFont typeface="Wingdings" panose="05000000000000000000" pitchFamily="2" charset="2"/>
              <a:buChar char="Ø"/>
            </a:pPr>
            <a:r>
              <a:rPr lang="en-US" sz="2000"/>
              <a:t>A specialized type of insurance that protects employers against claims made by employees alleging violations of their legal rights as workers.</a:t>
            </a:r>
          </a:p>
          <a:p>
            <a:pPr marL="800100" lvl="1" indent="-342900">
              <a:lnSpc>
                <a:spcPct val="150000"/>
              </a:lnSpc>
              <a:buFont typeface="Wingdings" panose="05000000000000000000" pitchFamily="2" charset="2"/>
              <a:buChar char="Ø"/>
            </a:pPr>
            <a:r>
              <a:rPr lang="en-US" sz="2000"/>
              <a:t>Covers legal costs, settlements, and judgments related to employment practices.</a:t>
            </a:r>
          </a:p>
        </p:txBody>
      </p:sp>
      <p:pic>
        <p:nvPicPr>
          <p:cNvPr id="1026" name="Picture 2" descr="Employment Practices Liability Insurance Market to Eyewitness Massive  Growth by 2027">
            <a:extLst>
              <a:ext uri="{FF2B5EF4-FFF2-40B4-BE49-F238E27FC236}">
                <a16:creationId xmlns:a16="http://schemas.microsoft.com/office/drawing/2014/main" id="{647F39A4-3B9C-C83C-581C-E3AE871838A5}"/>
              </a:ext>
            </a:extLst>
          </p:cNvPr>
          <p:cNvPicPr>
            <a:picLocks noChangeAspect="1" noChangeArrowheads="1"/>
          </p:cNvPicPr>
          <p:nvPr/>
        </p:nvPicPr>
        <p:blipFill rotWithShape="1">
          <a:blip r:embed="rId4">
            <a:alphaModFix/>
            <a:extLst>
              <a:ext uri="{28A0092B-C50C-407E-A947-70E740481C1C}">
                <a14:useLocalDpi xmlns:a14="http://schemas.microsoft.com/office/drawing/2010/main" val="0"/>
              </a:ext>
            </a:extLst>
          </a:blip>
          <a:srcRect l="10870" r="6522"/>
          <a:stretch/>
        </p:blipFill>
        <p:spPr bwMode="auto">
          <a:xfrm>
            <a:off x="6324600" y="1780124"/>
            <a:ext cx="5509904" cy="333494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2852E90-5222-48D4-F996-4D468D958D3F}"/>
              </a:ext>
            </a:extLst>
          </p:cNvPr>
          <p:cNvSpPr txBox="1"/>
          <p:nvPr/>
        </p:nvSpPr>
        <p:spPr>
          <a:xfrm>
            <a:off x="609600" y="5913437"/>
            <a:ext cx="11224904" cy="369332"/>
          </a:xfrm>
          <a:prstGeom prst="rect">
            <a:avLst/>
          </a:prstGeom>
          <a:noFill/>
        </p:spPr>
        <p:txBody>
          <a:bodyPr wrap="square">
            <a:spAutoFit/>
          </a:bodyPr>
          <a:lstStyle/>
          <a:p>
            <a:r>
              <a:rPr lang="en-US" b="1" u="sng">
                <a:solidFill>
                  <a:schemeClr val="accent2">
                    <a:lumMod val="75000"/>
                  </a:schemeClr>
                </a:solidFill>
              </a:rPr>
              <a:t>What EPLI Covers:</a:t>
            </a:r>
            <a:r>
              <a:rPr lang="en-US" u="sng">
                <a:solidFill>
                  <a:schemeClr val="accent2">
                    <a:lumMod val="75000"/>
                  </a:schemeClr>
                </a:solidFill>
              </a:rPr>
              <a:t> </a:t>
            </a:r>
            <a:r>
              <a:rPr lang="en-US" u="sng"/>
              <a:t>Legal costs, settlements, and judgments, whether the company wins or loses the case.</a:t>
            </a:r>
            <a:endParaRPr lang="en-IN" u="sng"/>
          </a:p>
        </p:txBody>
      </p:sp>
    </p:spTree>
    <p:extLst>
      <p:ext uri="{BB962C8B-B14F-4D97-AF65-F5344CB8AC3E}">
        <p14:creationId xmlns:p14="http://schemas.microsoft.com/office/powerpoint/2010/main" val="30042847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FB8B4F-A6EA-FF59-4131-F5BF79262D0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3" name="Picture 2" descr="A diagram of a hexagon with text">
            <a:extLst>
              <a:ext uri="{FF2B5EF4-FFF2-40B4-BE49-F238E27FC236}">
                <a16:creationId xmlns:a16="http://schemas.microsoft.com/office/drawing/2014/main" id="{ACD08BD4-6FCE-EB12-1A45-CE8E7E582807}"/>
              </a:ext>
            </a:extLst>
          </p:cNvPr>
          <p:cNvPicPr>
            <a:picLocks noChangeAspect="1"/>
          </p:cNvPicPr>
          <p:nvPr/>
        </p:nvPicPr>
        <p:blipFill>
          <a:blip r:embed="rId3">
            <a:extLst>
              <a:ext uri="{BEBA8EAE-BF5A-486C-A8C5-ECC9F3942E4B}">
                <a14:imgProps xmlns:a14="http://schemas.microsoft.com/office/drawing/2010/main">
                  <a14:imgLayer r:embed="rId4">
                    <a14:imgEffect>
                      <a14:artisticFilmGrain/>
                    </a14:imgEffect>
                  </a14:imgLayer>
                </a14:imgProps>
              </a:ext>
              <a:ext uri="{28A0092B-C50C-407E-A947-70E740481C1C}">
                <a14:useLocalDpi xmlns:a14="http://schemas.microsoft.com/office/drawing/2010/main" val="0"/>
              </a:ext>
            </a:extLst>
          </a:blip>
          <a:stretch>
            <a:fillRect/>
          </a:stretch>
        </p:blipFill>
        <p:spPr>
          <a:xfrm>
            <a:off x="0" y="0"/>
            <a:ext cx="12344400" cy="695859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384928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descr="EPLI Coverage">
            <a:extLst>
              <a:ext uri="{FF2B5EF4-FFF2-40B4-BE49-F238E27FC236}">
                <a16:creationId xmlns:a16="http://schemas.microsoft.com/office/drawing/2014/main" id="{7F997F59-21FD-D3B4-FBCC-B11A198F8E5F}"/>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5878530" y="2043066"/>
            <a:ext cx="6285332" cy="3142667"/>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13884D2-4390-0D54-F2E8-90AB7AD5910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6" name="TextBox 5">
            <a:extLst>
              <a:ext uri="{FF2B5EF4-FFF2-40B4-BE49-F238E27FC236}">
                <a16:creationId xmlns:a16="http://schemas.microsoft.com/office/drawing/2014/main" id="{85689D86-6899-45BC-D604-151B9BA14FCB}"/>
              </a:ext>
            </a:extLst>
          </p:cNvPr>
          <p:cNvSpPr txBox="1"/>
          <p:nvPr/>
        </p:nvSpPr>
        <p:spPr>
          <a:xfrm>
            <a:off x="180538" y="1189037"/>
            <a:ext cx="6753662" cy="3872855"/>
          </a:xfrm>
          <a:prstGeom prst="rect">
            <a:avLst/>
          </a:prstGeom>
          <a:noFill/>
        </p:spPr>
        <p:txBody>
          <a:bodyPr wrap="square">
            <a:spAutoFit/>
          </a:bodyPr>
          <a:lstStyle/>
          <a:p>
            <a:pPr>
              <a:lnSpc>
                <a:spcPct val="150000"/>
              </a:lnSpc>
            </a:pPr>
            <a:r>
              <a:rPr lang="en-US" sz="2000" b="1">
                <a:solidFill>
                  <a:schemeClr val="accent1">
                    <a:lumMod val="75000"/>
                  </a:schemeClr>
                </a:solidFill>
              </a:rPr>
              <a:t>Standalone Policy vs. Endorsement:</a:t>
            </a:r>
          </a:p>
          <a:p>
            <a:pPr>
              <a:lnSpc>
                <a:spcPct val="150000"/>
              </a:lnSpc>
            </a:pPr>
            <a:endParaRPr lang="en-US" sz="2000" b="1">
              <a:solidFill>
                <a:schemeClr val="accent1">
                  <a:lumMod val="75000"/>
                </a:schemeClr>
              </a:solidFill>
            </a:endParaRPr>
          </a:p>
          <a:p>
            <a:pPr>
              <a:lnSpc>
                <a:spcPct val="150000"/>
              </a:lnSpc>
            </a:pPr>
            <a:endParaRPr lang="en-US" b="1"/>
          </a:p>
          <a:p>
            <a:pPr marL="285750" indent="-285750" algn="just">
              <a:lnSpc>
                <a:spcPct val="150000"/>
              </a:lnSpc>
              <a:buFont typeface="Wingdings" panose="05000000000000000000" pitchFamily="2" charset="2"/>
              <a:buChar char="q"/>
            </a:pPr>
            <a:r>
              <a:rPr lang="en-US" b="1"/>
              <a:t>Standalone:</a:t>
            </a:r>
            <a:r>
              <a:rPr lang="en-US"/>
              <a:t> A separate insurance policy specifically dedicated to covering employment practices liability.</a:t>
            </a:r>
          </a:p>
          <a:p>
            <a:pPr marL="285750" indent="-285750" algn="just">
              <a:lnSpc>
                <a:spcPct val="150000"/>
              </a:lnSpc>
              <a:buFont typeface="Wingdings" panose="05000000000000000000" pitchFamily="2" charset="2"/>
              <a:buChar char="q"/>
            </a:pPr>
            <a:endParaRPr lang="en-US"/>
          </a:p>
          <a:p>
            <a:pPr marL="285750" indent="-285750" algn="just">
              <a:lnSpc>
                <a:spcPct val="150000"/>
              </a:lnSpc>
              <a:buFont typeface="Wingdings" panose="05000000000000000000" pitchFamily="2" charset="2"/>
              <a:buChar char="q"/>
            </a:pPr>
            <a:r>
              <a:rPr lang="en-US" b="1"/>
              <a:t>Endorsement:</a:t>
            </a:r>
            <a:r>
              <a:rPr lang="en-US"/>
              <a:t> An add-on to an existing Businessowners Policy (BOP) that extends coverage to include employment practices liability.</a:t>
            </a:r>
          </a:p>
        </p:txBody>
      </p:sp>
      <p:sp>
        <p:nvSpPr>
          <p:cNvPr id="8" name="TextBox 7">
            <a:extLst>
              <a:ext uri="{FF2B5EF4-FFF2-40B4-BE49-F238E27FC236}">
                <a16:creationId xmlns:a16="http://schemas.microsoft.com/office/drawing/2014/main" id="{F47F2BF8-F359-5AF2-9748-E61E4B240B32}"/>
              </a:ext>
            </a:extLst>
          </p:cNvPr>
          <p:cNvSpPr txBox="1"/>
          <p:nvPr/>
        </p:nvSpPr>
        <p:spPr>
          <a:xfrm>
            <a:off x="0" y="455903"/>
            <a:ext cx="9262152" cy="523220"/>
          </a:xfrm>
          <a:prstGeom prst="rect">
            <a:avLst/>
          </a:prstGeom>
          <a:noFill/>
        </p:spPr>
        <p:txBody>
          <a:bodyPr wrap="square">
            <a:spAutoFit/>
          </a:bodyPr>
          <a:lstStyle/>
          <a:p>
            <a:r>
              <a:rPr lang="en-IN" sz="2800" b="1">
                <a:solidFill>
                  <a:srgbClr val="C00000"/>
                </a:solidFill>
              </a:rPr>
              <a:t>EPLI Coverage Options</a:t>
            </a:r>
          </a:p>
        </p:txBody>
      </p:sp>
      <p:sp>
        <p:nvSpPr>
          <p:cNvPr id="9" name="AutoShape 2" descr="Employment Practices Liability Insurance - FasterCapital">
            <a:extLst>
              <a:ext uri="{FF2B5EF4-FFF2-40B4-BE49-F238E27FC236}">
                <a16:creationId xmlns:a16="http://schemas.microsoft.com/office/drawing/2014/main" id="{3A6E802C-ACCF-BB11-8545-8A09E1E276DB}"/>
              </a:ext>
            </a:extLst>
          </p:cNvPr>
          <p:cNvSpPr>
            <a:spLocks noChangeAspect="1" noChangeArrowheads="1"/>
          </p:cNvSpPr>
          <p:nvPr/>
        </p:nvSpPr>
        <p:spPr bwMode="auto">
          <a:xfrm>
            <a:off x="4267200" y="1570038"/>
            <a:ext cx="2057400" cy="2057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Employment Practices Liability Insurance - FasterCapital">
            <a:extLst>
              <a:ext uri="{FF2B5EF4-FFF2-40B4-BE49-F238E27FC236}">
                <a16:creationId xmlns:a16="http://schemas.microsoft.com/office/drawing/2014/main" id="{87534D00-377F-5373-C0FE-93337B5C292B}"/>
              </a:ext>
            </a:extLst>
          </p:cNvPr>
          <p:cNvSpPr>
            <a:spLocks noChangeAspect="1" noChangeArrowheads="1"/>
          </p:cNvSpPr>
          <p:nvPr/>
        </p:nvSpPr>
        <p:spPr bwMode="auto">
          <a:xfrm>
            <a:off x="6019800" y="33226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AutoShape 6" descr="Employment Practices Liability Insurance - FasterCapital">
            <a:extLst>
              <a:ext uri="{FF2B5EF4-FFF2-40B4-BE49-F238E27FC236}">
                <a16:creationId xmlns:a16="http://schemas.microsoft.com/office/drawing/2014/main" id="{8DF0B2F3-6DED-80CC-E235-B7AF50C37C95}"/>
              </a:ext>
            </a:extLst>
          </p:cNvPr>
          <p:cNvSpPr>
            <a:spLocks noChangeAspect="1" noChangeArrowheads="1"/>
          </p:cNvSpPr>
          <p:nvPr/>
        </p:nvSpPr>
        <p:spPr bwMode="auto">
          <a:xfrm>
            <a:off x="5914490" y="34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6055108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a:extLst>
              <a:ext uri="{FF2B5EF4-FFF2-40B4-BE49-F238E27FC236}">
                <a16:creationId xmlns:a16="http://schemas.microsoft.com/office/drawing/2014/main" id="{6E67B57D-1B05-3051-9D4A-21CB5F5C43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0447" y="1570037"/>
            <a:ext cx="4204010" cy="342488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6B7F9CF-3E64-24C2-4A02-F4CB9818F056}"/>
              </a:ext>
            </a:extLst>
          </p:cNvPr>
          <p:cNvSpPr>
            <a:spLocks noChangeArrowheads="1"/>
          </p:cNvSpPr>
          <p:nvPr/>
        </p:nvSpPr>
        <p:spPr bwMode="auto">
          <a:xfrm>
            <a:off x="0" y="852408"/>
            <a:ext cx="7696200" cy="4473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a:ln>
                  <a:noFill/>
                </a:ln>
                <a:solidFill>
                  <a:schemeClr val="accent1">
                    <a:lumMod val="75000"/>
                  </a:schemeClr>
                </a:solidFill>
                <a:effectLst/>
                <a:latin typeface="Arial" panose="020B0604020202020204" pitchFamily="34" charset="0"/>
              </a:rPr>
              <a:t>Sexual Harassment:</a:t>
            </a:r>
            <a:r>
              <a:rPr kumimoji="0" lang="en-US" altLang="en-US" sz="1800" b="0" i="0" u="none" strike="noStrike" cap="none" normalizeH="0" baseline="0">
                <a:ln>
                  <a:noFill/>
                </a:ln>
                <a:solidFill>
                  <a:schemeClr val="accent1">
                    <a:lumMod val="75000"/>
                  </a:schemeClr>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Protection against claims of inappropriate behavior or harassment</a:t>
            </a:r>
            <a:r>
              <a:rPr kumimoji="0" lang="en-US" altLang="en-US" sz="1800" b="0" i="0" u="none" strike="noStrike" cap="none" normalizeH="0" baseline="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a:ln>
                  <a:noFill/>
                </a:ln>
                <a:solidFill>
                  <a:schemeClr val="accent1">
                    <a:lumMod val="75000"/>
                  </a:schemeClr>
                </a:solidFill>
                <a:effectLst/>
                <a:latin typeface="Arial" panose="020B0604020202020204" pitchFamily="34" charset="0"/>
              </a:rPr>
              <a:t>Discrimination:</a:t>
            </a:r>
            <a:r>
              <a:rPr kumimoji="0" lang="en-US" altLang="en-US" sz="1800" b="0" i="0" u="none" strike="noStrike" cap="none" normalizeH="0" baseline="0">
                <a:ln>
                  <a:noFill/>
                </a:ln>
                <a:solidFill>
                  <a:schemeClr val="accent1">
                    <a:lumMod val="75000"/>
                  </a:schemeClr>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Covers allegations of bias based on race, gender, age, etc.</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a:ln>
                  <a:noFill/>
                </a:ln>
                <a:solidFill>
                  <a:schemeClr val="accent1">
                    <a:lumMod val="75000"/>
                  </a:schemeClr>
                </a:solidFill>
                <a:effectLst/>
                <a:latin typeface="Arial" panose="020B0604020202020204" pitchFamily="34" charset="0"/>
              </a:rPr>
              <a:t>Wrongful Termination:</a:t>
            </a:r>
            <a:r>
              <a:rPr kumimoji="0" lang="en-US" altLang="en-US" sz="1800" b="0" i="0" u="none" strike="noStrike" cap="none" normalizeH="0" baseline="0">
                <a:ln>
                  <a:noFill/>
                </a:ln>
                <a:solidFill>
                  <a:schemeClr val="accent1">
                    <a:lumMod val="75000"/>
                  </a:schemeClr>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Protection against claims of unjust firing.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a:ln>
                  <a:noFill/>
                </a:ln>
                <a:solidFill>
                  <a:schemeClr val="accent1">
                    <a:lumMod val="75000"/>
                  </a:schemeClr>
                </a:solidFill>
                <a:effectLst/>
                <a:latin typeface="Arial" panose="020B0604020202020204" pitchFamily="34" charset="0"/>
              </a:rPr>
              <a:t>Breach of Employment Contract:</a:t>
            </a:r>
            <a:r>
              <a:rPr kumimoji="0" lang="en-US" altLang="en-US" sz="1800" b="0" i="0" u="none" strike="noStrike" cap="none" normalizeH="0" baseline="0">
                <a:ln>
                  <a:noFill/>
                </a:ln>
                <a:solidFill>
                  <a:schemeClr val="accent1">
                    <a:lumMod val="75000"/>
                  </a:schemeClr>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Coverage for claims that employment agreements were violated.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a:ln>
                  <a:noFill/>
                </a:ln>
                <a:solidFill>
                  <a:schemeClr val="accent1">
                    <a:lumMod val="75000"/>
                  </a:schemeClr>
                </a:solidFill>
                <a:effectLst/>
                <a:latin typeface="Arial" panose="020B0604020202020204" pitchFamily="34" charset="0"/>
              </a:rPr>
              <a:t>Negligent Evaluation:</a:t>
            </a:r>
            <a:r>
              <a:rPr kumimoji="0" lang="en-US" altLang="en-US" sz="1800" b="0" i="0" u="none" strike="noStrike" cap="none" normalizeH="0" baseline="0">
                <a:ln>
                  <a:noFill/>
                </a:ln>
                <a:solidFill>
                  <a:schemeClr val="accent1">
                    <a:lumMod val="75000"/>
                  </a:schemeClr>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Claims related to unfair or biased employee evaluations.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a:ln>
                  <a:noFill/>
                </a:ln>
                <a:solidFill>
                  <a:schemeClr val="accent1">
                    <a:lumMod val="75000"/>
                  </a:schemeClr>
                </a:solidFill>
                <a:effectLst/>
                <a:latin typeface="Arial" panose="020B0604020202020204" pitchFamily="34" charset="0"/>
              </a:rPr>
              <a:t>Failure to Employ or Promote:</a:t>
            </a:r>
            <a:r>
              <a:rPr kumimoji="0" lang="en-US" altLang="en-US" sz="1800" b="0" i="0" u="none" strike="noStrike" cap="none" normalizeH="0" baseline="0">
                <a:ln>
                  <a:noFill/>
                </a:ln>
                <a:solidFill>
                  <a:schemeClr val="accent1">
                    <a:lumMod val="75000"/>
                  </a:schemeClr>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Protection against claims of unfair hiring or promotion practices.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a:ln>
                  <a:noFill/>
                </a:ln>
                <a:solidFill>
                  <a:schemeClr val="accent1">
                    <a:lumMod val="75000"/>
                  </a:schemeClr>
                </a:solidFill>
                <a:effectLst/>
                <a:latin typeface="Arial" panose="020B0604020202020204" pitchFamily="34" charset="0"/>
              </a:rPr>
              <a:t>Wrongful Discipline:</a:t>
            </a:r>
            <a:r>
              <a:rPr kumimoji="0" lang="en-US" altLang="en-US" sz="1800" b="0" i="0" u="none" strike="noStrike" cap="none" normalizeH="0" baseline="0">
                <a:ln>
                  <a:noFill/>
                </a:ln>
                <a:solidFill>
                  <a:schemeClr val="accent1">
                    <a:lumMod val="75000"/>
                  </a:schemeClr>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Coverage for claims of unjust disciplinary actions.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6B224EE3-7BE1-690D-AF9F-83963D8EAB81}"/>
              </a:ext>
            </a:extLst>
          </p:cNvPr>
          <p:cNvSpPr txBox="1"/>
          <p:nvPr/>
        </p:nvSpPr>
        <p:spPr>
          <a:xfrm>
            <a:off x="76200" y="438704"/>
            <a:ext cx="9354192" cy="523220"/>
          </a:xfrm>
          <a:prstGeom prst="rect">
            <a:avLst/>
          </a:prstGeom>
          <a:noFill/>
        </p:spPr>
        <p:txBody>
          <a:bodyPr wrap="square">
            <a:spAutoFit/>
          </a:bodyPr>
          <a:lstStyle/>
          <a:p>
            <a:r>
              <a:rPr lang="en-IN" sz="2800" b="1">
                <a:solidFill>
                  <a:srgbClr val="C00000"/>
                </a:solidFill>
              </a:rPr>
              <a:t>EPLI Coverages</a:t>
            </a:r>
          </a:p>
        </p:txBody>
      </p:sp>
      <p:pic>
        <p:nvPicPr>
          <p:cNvPr id="7" name="Picture 6">
            <a:extLst>
              <a:ext uri="{FF2B5EF4-FFF2-40B4-BE49-F238E27FC236}">
                <a16:creationId xmlns:a16="http://schemas.microsoft.com/office/drawing/2014/main" id="{08F9E0BA-300F-8DEC-40C3-94CB3B6B109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11" name="TextBox 10">
            <a:extLst>
              <a:ext uri="{FF2B5EF4-FFF2-40B4-BE49-F238E27FC236}">
                <a16:creationId xmlns:a16="http://schemas.microsoft.com/office/drawing/2014/main" id="{E93467B5-97AF-5A54-BBEB-7AC81A7A7CEC}"/>
              </a:ext>
            </a:extLst>
          </p:cNvPr>
          <p:cNvSpPr txBox="1"/>
          <p:nvPr/>
        </p:nvSpPr>
        <p:spPr>
          <a:xfrm>
            <a:off x="0" y="5227637"/>
            <a:ext cx="12115800" cy="1287532"/>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1" i="0" u="none" strike="noStrike" cap="none" normalizeH="0" baseline="0">
                <a:ln>
                  <a:noFill/>
                </a:ln>
                <a:solidFill>
                  <a:schemeClr val="accent1">
                    <a:lumMod val="75000"/>
                  </a:schemeClr>
                </a:solidFill>
                <a:effectLst/>
                <a:latin typeface="Arial" panose="020B0604020202020204" pitchFamily="34" charset="0"/>
              </a:rPr>
              <a:t>Deprivation of Career Opportunity:</a:t>
            </a:r>
            <a:r>
              <a:rPr kumimoji="0" lang="en-US" altLang="en-US" b="0" i="0" u="none" strike="noStrike" cap="none" normalizeH="0" baseline="0">
                <a:ln>
                  <a:noFill/>
                </a:ln>
                <a:solidFill>
                  <a:schemeClr val="accent1">
                    <a:lumMod val="75000"/>
                  </a:schemeClr>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Claims related to denying career advancement opportunities.</a:t>
            </a:r>
            <a:endParaRPr kumimoji="0" lang="en-US" altLang="en-US"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1" i="0" u="none" strike="noStrike" cap="none" normalizeH="0" baseline="0">
                <a:ln>
                  <a:noFill/>
                </a:ln>
                <a:solidFill>
                  <a:schemeClr val="accent1">
                    <a:lumMod val="75000"/>
                  </a:schemeClr>
                </a:solidFill>
                <a:effectLst/>
                <a:latin typeface="Arial" panose="020B0604020202020204" pitchFamily="34" charset="0"/>
              </a:rPr>
              <a:t>Wrongful Infliction of Emotional Distress:</a:t>
            </a:r>
            <a:r>
              <a:rPr kumimoji="0" lang="en-US" altLang="en-US" b="0" i="0" u="none" strike="noStrike" cap="none" normalizeH="0" baseline="0">
                <a:ln>
                  <a:noFill/>
                </a:ln>
                <a:solidFill>
                  <a:schemeClr val="accent1">
                    <a:lumMod val="75000"/>
                  </a:schemeClr>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Protection against claims of causing undue emotional harm.</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1" i="0" u="none" strike="noStrike" cap="none" normalizeH="0" baseline="0">
                <a:ln>
                  <a:noFill/>
                </a:ln>
                <a:solidFill>
                  <a:schemeClr val="accent1">
                    <a:lumMod val="75000"/>
                  </a:schemeClr>
                </a:solidFill>
                <a:effectLst/>
                <a:latin typeface="Arial" panose="020B0604020202020204" pitchFamily="34" charset="0"/>
              </a:rPr>
              <a:t>Mismanagement of Employee Benefit Plans:</a:t>
            </a:r>
            <a:r>
              <a:rPr kumimoji="0" lang="en-US" altLang="en-US" b="0" i="0" u="none" strike="noStrike" cap="none" normalizeH="0" baseline="0">
                <a:ln>
                  <a:noFill/>
                </a:ln>
                <a:solidFill>
                  <a:schemeClr val="accent1">
                    <a:lumMod val="75000"/>
                  </a:schemeClr>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panose="020B0604020202020204" pitchFamily="34" charset="0"/>
              </a:rPr>
              <a:t>Coverage for claims of improper handling of employee benefits. </a:t>
            </a:r>
            <a:endParaRPr kumimoji="0" lang="en-US" altLang="en-U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22148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38" name="Picture 18" descr="Penalties - Free business and finance icons">
            <a:extLst>
              <a:ext uri="{FF2B5EF4-FFF2-40B4-BE49-F238E27FC236}">
                <a16:creationId xmlns:a16="http://schemas.microsoft.com/office/drawing/2014/main" id="{869FD1D9-CD70-0770-BAF6-3DD9877590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194438"/>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DC44EB0-6A38-1ABA-DB67-6F4D0FC63C8F}"/>
              </a:ext>
            </a:extLst>
          </p:cNvPr>
          <p:cNvSpPr txBox="1"/>
          <p:nvPr/>
        </p:nvSpPr>
        <p:spPr>
          <a:xfrm>
            <a:off x="1524000" y="1530165"/>
            <a:ext cx="8915400" cy="4584988"/>
          </a:xfrm>
          <a:prstGeom prst="rect">
            <a:avLst/>
          </a:prstGeom>
          <a:noFill/>
        </p:spPr>
        <p:txBody>
          <a:bodyPr wrap="square">
            <a:spAutoFit/>
          </a:bodyPr>
          <a:lstStyle/>
          <a:p>
            <a:pPr marL="742950" lvl="1" indent="-285750">
              <a:lnSpc>
                <a:spcPct val="150000"/>
              </a:lnSpc>
              <a:buFont typeface="Courier New" panose="02070309020205020404" pitchFamily="49" charset="0"/>
              <a:buChar char="o"/>
            </a:pPr>
            <a:r>
              <a:rPr lang="en-US" b="1">
                <a:solidFill>
                  <a:schemeClr val="accent1">
                    <a:lumMod val="75000"/>
                  </a:schemeClr>
                </a:solidFill>
              </a:rPr>
              <a:t>Criminal Acts:</a:t>
            </a:r>
            <a:r>
              <a:rPr lang="en-US">
                <a:solidFill>
                  <a:schemeClr val="accent1">
                    <a:lumMod val="75000"/>
                  </a:schemeClr>
                </a:solidFill>
              </a:rPr>
              <a:t> </a:t>
            </a:r>
            <a:r>
              <a:rPr lang="en-US"/>
              <a:t>No coverage for claims involving intentional or criminal acts by the employer.</a:t>
            </a:r>
          </a:p>
          <a:p>
            <a:pPr marL="742950" lvl="1" indent="-285750">
              <a:lnSpc>
                <a:spcPct val="150000"/>
              </a:lnSpc>
              <a:buFont typeface="Courier New" panose="02070309020205020404" pitchFamily="49" charset="0"/>
              <a:buChar char="o"/>
            </a:pPr>
            <a:r>
              <a:rPr lang="en-US" b="1">
                <a:solidFill>
                  <a:schemeClr val="accent1">
                    <a:lumMod val="75000"/>
                  </a:schemeClr>
                </a:solidFill>
              </a:rPr>
              <a:t>Fines and Penalties:</a:t>
            </a:r>
            <a:r>
              <a:rPr lang="en-US">
                <a:solidFill>
                  <a:schemeClr val="accent1">
                    <a:lumMod val="75000"/>
                  </a:schemeClr>
                </a:solidFill>
              </a:rPr>
              <a:t> </a:t>
            </a:r>
            <a:r>
              <a:rPr lang="en-US"/>
              <a:t>Excludes coverage for civil or criminal fines and penalties.</a:t>
            </a:r>
          </a:p>
          <a:p>
            <a:pPr marL="742950" lvl="1" indent="-285750">
              <a:lnSpc>
                <a:spcPct val="150000"/>
              </a:lnSpc>
              <a:buFont typeface="Courier New" panose="02070309020205020404" pitchFamily="49" charset="0"/>
              <a:buChar char="o"/>
            </a:pPr>
            <a:r>
              <a:rPr lang="en-US" b="1">
                <a:solidFill>
                  <a:schemeClr val="accent1">
                    <a:lumMod val="75000"/>
                  </a:schemeClr>
                </a:solidFill>
              </a:rPr>
              <a:t>Bodily Injury and Property Damage:</a:t>
            </a:r>
            <a:r>
              <a:rPr lang="en-US">
                <a:solidFill>
                  <a:schemeClr val="accent1">
                    <a:lumMod val="75000"/>
                  </a:schemeClr>
                </a:solidFill>
              </a:rPr>
              <a:t> </a:t>
            </a:r>
            <a:r>
              <a:rPr lang="en-US"/>
              <a:t>EPLI does not cover physical injuries or property damage (usually covered by general liability insurance).</a:t>
            </a:r>
          </a:p>
          <a:p>
            <a:pPr marL="742950" lvl="1" indent="-285750">
              <a:lnSpc>
                <a:spcPct val="150000"/>
              </a:lnSpc>
              <a:buFont typeface="Courier New" panose="02070309020205020404" pitchFamily="49" charset="0"/>
              <a:buChar char="o"/>
            </a:pPr>
            <a:r>
              <a:rPr lang="en-US" b="1">
                <a:solidFill>
                  <a:schemeClr val="accent1">
                    <a:lumMod val="75000"/>
                  </a:schemeClr>
                </a:solidFill>
              </a:rPr>
              <a:t>Worker’s Compensation Claims:</a:t>
            </a:r>
            <a:r>
              <a:rPr lang="en-US">
                <a:solidFill>
                  <a:schemeClr val="accent1">
                    <a:lumMod val="75000"/>
                  </a:schemeClr>
                </a:solidFill>
              </a:rPr>
              <a:t> </a:t>
            </a:r>
            <a:r>
              <a:rPr lang="en-US"/>
              <a:t>Excludes claims covered under worker's compensation policies.</a:t>
            </a:r>
          </a:p>
          <a:p>
            <a:pPr marL="742950" lvl="1" indent="-285750">
              <a:lnSpc>
                <a:spcPct val="150000"/>
              </a:lnSpc>
              <a:buFont typeface="Courier New" panose="02070309020205020404" pitchFamily="49" charset="0"/>
              <a:buChar char="o"/>
            </a:pPr>
            <a:r>
              <a:rPr lang="en-US" b="1">
                <a:solidFill>
                  <a:schemeClr val="accent1">
                    <a:lumMod val="75000"/>
                  </a:schemeClr>
                </a:solidFill>
              </a:rPr>
              <a:t>Prior Acts or Known Claims:</a:t>
            </a:r>
            <a:r>
              <a:rPr lang="en-US">
                <a:solidFill>
                  <a:schemeClr val="accent1">
                    <a:lumMod val="75000"/>
                  </a:schemeClr>
                </a:solidFill>
              </a:rPr>
              <a:t> </a:t>
            </a:r>
            <a:r>
              <a:rPr lang="en-US"/>
              <a:t>Claims arising from incidents that occurred before the policy’s effective date or were known before coverage was obtained.</a:t>
            </a:r>
          </a:p>
        </p:txBody>
      </p:sp>
      <p:pic>
        <p:nvPicPr>
          <p:cNvPr id="4" name="Picture 3">
            <a:extLst>
              <a:ext uri="{FF2B5EF4-FFF2-40B4-BE49-F238E27FC236}">
                <a16:creationId xmlns:a16="http://schemas.microsoft.com/office/drawing/2014/main" id="{760DE202-086C-EE29-8604-9E56E6D03C6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5144" name="Picture 24" descr="Crime PNG, Vector, PSD, and Clipart With Transparent Background for Free  Download | Pngtree">
            <a:extLst>
              <a:ext uri="{FF2B5EF4-FFF2-40B4-BE49-F238E27FC236}">
                <a16:creationId xmlns:a16="http://schemas.microsoft.com/office/drawing/2014/main" id="{612273EE-63F1-1478-C166-9C07F35AFA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36395" y="5084680"/>
            <a:ext cx="2798093" cy="1865395"/>
          </a:xfrm>
          <a:prstGeom prst="rect">
            <a:avLst/>
          </a:prstGeom>
          <a:noFill/>
          <a:effectLst>
            <a:outerShdw blurRad="50800" dist="38100" dir="2700000">
              <a:srgbClr val="000000">
                <a:alpha val="40000"/>
              </a:srgbClr>
            </a:outerShdw>
          </a:effectLst>
          <a:extLst>
            <a:ext uri="{909E8E84-426E-40DD-AFC4-6F175D3DCCD1}">
              <a14:hiddenFill xmlns:a14="http://schemas.microsoft.com/office/drawing/2010/main">
                <a:solidFill>
                  <a:srgbClr val="FFFFFF"/>
                </a:solidFill>
              </a14:hiddenFill>
            </a:ext>
          </a:extLst>
        </p:spPr>
      </p:pic>
      <p:pic>
        <p:nvPicPr>
          <p:cNvPr id="5146" name="Picture 26" descr="Injured Man PNG, Vector, PSD, and Clipart With Transparent ...">
            <a:extLst>
              <a:ext uri="{FF2B5EF4-FFF2-40B4-BE49-F238E27FC236}">
                <a16:creationId xmlns:a16="http://schemas.microsoft.com/office/drawing/2014/main" id="{356810D9-54F8-8439-D446-710677B47E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3647418"/>
            <a:ext cx="3429000" cy="3429000"/>
          </a:xfrm>
          <a:prstGeom prst="rect">
            <a:avLst/>
          </a:prstGeom>
          <a:noFill/>
          <a:effectLst>
            <a:outerShdw blurRad="50800" dist="38100" dir="2700000">
              <a:srgbClr val="000000">
                <a:alpha val="40000"/>
              </a:srgbClr>
            </a:outerShdw>
          </a:effectLst>
          <a:extLst>
            <a:ext uri="{909E8E84-426E-40DD-AFC4-6F175D3DCCD1}">
              <a14:hiddenFill xmlns:a14="http://schemas.microsoft.com/office/drawing/2010/main">
                <a:solidFill>
                  <a:srgbClr val="FFFFFF"/>
                </a:solidFill>
              </a14:hiddenFill>
            </a:ext>
          </a:extLst>
        </p:spPr>
      </p:pic>
      <p:pic>
        <p:nvPicPr>
          <p:cNvPr id="5148" name="Picture 28" descr="Worker Compensation Rgb Color Icon Logotype Injury Icon Vector, Logotype,  Injury, Icon PNG and Vector with Transparent Background for Free Download">
            <a:extLst>
              <a:ext uri="{FF2B5EF4-FFF2-40B4-BE49-F238E27FC236}">
                <a16:creationId xmlns:a16="http://schemas.microsoft.com/office/drawing/2014/main" id="{1D5FA377-AC08-599F-CBE8-66C9113735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36395" y="546099"/>
            <a:ext cx="3429000" cy="3429000"/>
          </a:xfrm>
          <a:prstGeom prst="rect">
            <a:avLst/>
          </a:prstGeom>
          <a:noFill/>
          <a:effectLst>
            <a:outerShdw blurRad="114300" dist="38100" dir="270000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AA334C3-CE06-3997-9FE7-C196C550222A}"/>
              </a:ext>
            </a:extLst>
          </p:cNvPr>
          <p:cNvSpPr txBox="1"/>
          <p:nvPr/>
        </p:nvSpPr>
        <p:spPr>
          <a:xfrm>
            <a:off x="152400" y="354115"/>
            <a:ext cx="9548973" cy="658835"/>
          </a:xfrm>
          <a:prstGeom prst="rect">
            <a:avLst/>
          </a:prstGeom>
          <a:noFill/>
        </p:spPr>
        <p:txBody>
          <a:bodyPr wrap="square">
            <a:spAutoFit/>
          </a:bodyPr>
          <a:lstStyle/>
          <a:p>
            <a:pPr>
              <a:lnSpc>
                <a:spcPct val="150000"/>
              </a:lnSpc>
            </a:pPr>
            <a:r>
              <a:rPr lang="en-US" sz="2800" b="1">
                <a:solidFill>
                  <a:srgbClr val="C00000"/>
                </a:solidFill>
              </a:rPr>
              <a:t>Common EPLI Exclusions</a:t>
            </a:r>
          </a:p>
        </p:txBody>
      </p:sp>
    </p:spTree>
    <p:extLst>
      <p:ext uri="{BB962C8B-B14F-4D97-AF65-F5344CB8AC3E}">
        <p14:creationId xmlns:p14="http://schemas.microsoft.com/office/powerpoint/2010/main" val="38187392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C303D2-77F9-6DB7-E1D0-2731EDBB89CC}"/>
              </a:ext>
            </a:extLst>
          </p:cNvPr>
          <p:cNvSpPr txBox="1"/>
          <p:nvPr/>
        </p:nvSpPr>
        <p:spPr>
          <a:xfrm>
            <a:off x="-152400" y="1646237"/>
            <a:ext cx="7086600" cy="3970831"/>
          </a:xfrm>
          <a:prstGeom prst="rect">
            <a:avLst/>
          </a:prstGeom>
          <a:noFill/>
        </p:spPr>
        <p:txBody>
          <a:bodyPr wrap="square">
            <a:spAutoFit/>
          </a:bodyPr>
          <a:lstStyle/>
          <a:p>
            <a:pPr marL="742950" lvl="1" indent="-285750">
              <a:lnSpc>
                <a:spcPct val="150000"/>
              </a:lnSpc>
              <a:buFont typeface="Wingdings" panose="05000000000000000000" pitchFamily="2" charset="2"/>
              <a:buChar char="q"/>
            </a:pPr>
            <a:r>
              <a:rPr lang="en-US" b="1">
                <a:solidFill>
                  <a:schemeClr val="accent1">
                    <a:lumMod val="75000"/>
                  </a:schemeClr>
                </a:solidFill>
              </a:rPr>
              <a:t>Business Size:</a:t>
            </a:r>
            <a:r>
              <a:rPr lang="en-US">
                <a:solidFill>
                  <a:schemeClr val="accent1">
                    <a:lumMod val="75000"/>
                  </a:schemeClr>
                </a:solidFill>
              </a:rPr>
              <a:t> </a:t>
            </a:r>
            <a:r>
              <a:rPr lang="en-US" sz="1600"/>
              <a:t>Larger companies may face higher premiums due to increased risk.</a:t>
            </a:r>
          </a:p>
          <a:p>
            <a:pPr marL="742950" lvl="1" indent="-285750">
              <a:lnSpc>
                <a:spcPct val="150000"/>
              </a:lnSpc>
              <a:buFont typeface="Wingdings" panose="05000000000000000000" pitchFamily="2" charset="2"/>
              <a:buChar char="q"/>
            </a:pPr>
            <a:r>
              <a:rPr lang="en-US" b="1">
                <a:solidFill>
                  <a:schemeClr val="accent1">
                    <a:lumMod val="75000"/>
                  </a:schemeClr>
                </a:solidFill>
              </a:rPr>
              <a:t>Industry:</a:t>
            </a:r>
            <a:r>
              <a:rPr lang="en-US">
                <a:solidFill>
                  <a:schemeClr val="accent1">
                    <a:lumMod val="75000"/>
                  </a:schemeClr>
                </a:solidFill>
              </a:rPr>
              <a:t> </a:t>
            </a:r>
            <a:r>
              <a:rPr lang="en-US" sz="1600"/>
              <a:t>Certain industries, like hospitality or healthcare, may carry higher risks and costs.</a:t>
            </a:r>
          </a:p>
          <a:p>
            <a:pPr marL="742950" lvl="1" indent="-285750">
              <a:lnSpc>
                <a:spcPct val="150000"/>
              </a:lnSpc>
              <a:buFont typeface="Wingdings" panose="05000000000000000000" pitchFamily="2" charset="2"/>
              <a:buChar char="q"/>
            </a:pPr>
            <a:r>
              <a:rPr lang="en-US" b="1">
                <a:solidFill>
                  <a:schemeClr val="accent1">
                    <a:lumMod val="75000"/>
                  </a:schemeClr>
                </a:solidFill>
              </a:rPr>
              <a:t>Claims History:</a:t>
            </a:r>
            <a:r>
              <a:rPr lang="en-US">
                <a:solidFill>
                  <a:schemeClr val="accent1">
                    <a:lumMod val="75000"/>
                  </a:schemeClr>
                </a:solidFill>
              </a:rPr>
              <a:t> </a:t>
            </a:r>
            <a:r>
              <a:rPr lang="en-US" sz="1600"/>
              <a:t>A history of employment-related claims can result in higher premiums.</a:t>
            </a:r>
          </a:p>
          <a:p>
            <a:pPr marL="742950" lvl="1" indent="-285750">
              <a:lnSpc>
                <a:spcPct val="150000"/>
              </a:lnSpc>
              <a:buFont typeface="Wingdings" panose="05000000000000000000" pitchFamily="2" charset="2"/>
              <a:buChar char="q"/>
            </a:pPr>
            <a:r>
              <a:rPr lang="en-US" b="1">
                <a:solidFill>
                  <a:schemeClr val="accent1">
                    <a:lumMod val="75000"/>
                  </a:schemeClr>
                </a:solidFill>
              </a:rPr>
              <a:t>Employee Turnover</a:t>
            </a:r>
            <a:r>
              <a:rPr lang="en-US" sz="1600" b="1">
                <a:solidFill>
                  <a:schemeClr val="accent1">
                    <a:lumMod val="75000"/>
                  </a:schemeClr>
                </a:solidFill>
              </a:rPr>
              <a:t>:</a:t>
            </a:r>
            <a:r>
              <a:rPr lang="en-US" sz="1600">
                <a:solidFill>
                  <a:schemeClr val="accent1">
                    <a:lumMod val="75000"/>
                  </a:schemeClr>
                </a:solidFill>
              </a:rPr>
              <a:t> </a:t>
            </a:r>
            <a:r>
              <a:rPr lang="en-US" sz="1600"/>
              <a:t>High employee turnover can increase the likelihood of claims, affecting premiums.</a:t>
            </a:r>
          </a:p>
          <a:p>
            <a:pPr marL="742950" lvl="1" indent="-285750">
              <a:lnSpc>
                <a:spcPct val="150000"/>
              </a:lnSpc>
              <a:buFont typeface="Wingdings" panose="05000000000000000000" pitchFamily="2" charset="2"/>
              <a:buChar char="q"/>
            </a:pPr>
            <a:r>
              <a:rPr lang="en-US" b="1">
                <a:solidFill>
                  <a:schemeClr val="accent1">
                    <a:lumMod val="75000"/>
                  </a:schemeClr>
                </a:solidFill>
              </a:rPr>
              <a:t>Policy Limits and Deductibles:</a:t>
            </a:r>
            <a:r>
              <a:rPr lang="en-US">
                <a:solidFill>
                  <a:schemeClr val="accent1">
                    <a:lumMod val="75000"/>
                  </a:schemeClr>
                </a:solidFill>
              </a:rPr>
              <a:t> </a:t>
            </a:r>
            <a:r>
              <a:rPr lang="en-US" sz="1600"/>
              <a:t>Higher coverage limits and lower deductibles generally lead to higher premiums.</a:t>
            </a:r>
            <a:endParaRPr lang="en-US"/>
          </a:p>
        </p:txBody>
      </p:sp>
      <p:pic>
        <p:nvPicPr>
          <p:cNvPr id="4" name="Picture 3">
            <a:extLst>
              <a:ext uri="{FF2B5EF4-FFF2-40B4-BE49-F238E27FC236}">
                <a16:creationId xmlns:a16="http://schemas.microsoft.com/office/drawing/2014/main" id="{10B9B69D-18C5-A409-7CBB-5357F546741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6148" name="Picture 4" descr="Investigation Business Document Research Concept, Business, Document,  Concept PNG and Vector with Transparent Background for Free Download">
            <a:extLst>
              <a:ext uri="{FF2B5EF4-FFF2-40B4-BE49-F238E27FC236}">
                <a16:creationId xmlns:a16="http://schemas.microsoft.com/office/drawing/2014/main" id="{5C12D4B7-9F6B-946D-E845-52DC428865CB}"/>
              </a:ext>
            </a:extLst>
          </p:cNvPr>
          <p:cNvPicPr>
            <a:picLocks noChangeAspect="1" noChangeArrowheads="1"/>
          </p:cNvPicPr>
          <p:nvPr/>
        </p:nvPicPr>
        <p:blipFill>
          <a:blip r:embed="rId4">
            <a:alphaModFix/>
            <a:extLst>
              <a:ext uri="{BEBA8EAE-BF5A-486C-A8C5-ECC9F3942E4B}">
                <a14:imgProps xmlns:a14="http://schemas.microsoft.com/office/drawing/2010/main">
                  <a14:imgLayer r:embed="rId5">
                    <a14:imgEffect>
                      <a14:saturation sat="219000"/>
                    </a14:imgEffect>
                    <a14:imgEffect>
                      <a14:brightnessContrast/>
                    </a14:imgEffect>
                  </a14:imgLayer>
                </a14:imgProps>
              </a:ext>
              <a:ext uri="{28A0092B-C50C-407E-A947-70E740481C1C}">
                <a14:useLocalDpi xmlns:a14="http://schemas.microsoft.com/office/drawing/2010/main" val="0"/>
              </a:ext>
            </a:extLst>
          </a:blip>
          <a:srcRect/>
          <a:stretch>
            <a:fillRect/>
          </a:stretch>
        </p:blipFill>
        <p:spPr bwMode="auto">
          <a:xfrm>
            <a:off x="6590772" y="945184"/>
            <a:ext cx="5716587" cy="5716587"/>
          </a:xfrm>
          <a:prstGeom prst="rect">
            <a:avLst/>
          </a:prstGeom>
          <a:noFill/>
          <a:effectLst>
            <a:outerShdw blurRad="330200" dist="38100" dir="270000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4DDD128-1031-214D-12AA-38AED5FD1861}"/>
              </a:ext>
            </a:extLst>
          </p:cNvPr>
          <p:cNvSpPr txBox="1"/>
          <p:nvPr/>
        </p:nvSpPr>
        <p:spPr>
          <a:xfrm>
            <a:off x="228600" y="441077"/>
            <a:ext cx="9141430" cy="523220"/>
          </a:xfrm>
          <a:prstGeom prst="rect">
            <a:avLst/>
          </a:prstGeom>
          <a:noFill/>
        </p:spPr>
        <p:txBody>
          <a:bodyPr wrap="square">
            <a:spAutoFit/>
          </a:bodyPr>
          <a:lstStyle/>
          <a:p>
            <a:r>
              <a:rPr lang="en-US" sz="2800" b="1">
                <a:solidFill>
                  <a:srgbClr val="C00000"/>
                </a:solidFill>
              </a:rPr>
              <a:t>Factors Influencing EPLI Premiums</a:t>
            </a:r>
          </a:p>
        </p:txBody>
      </p:sp>
    </p:spTree>
    <p:extLst>
      <p:ext uri="{BB962C8B-B14F-4D97-AF65-F5344CB8AC3E}">
        <p14:creationId xmlns:p14="http://schemas.microsoft.com/office/powerpoint/2010/main" val="28323556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BBAD45-B779-41CE-A42D-A314F43B606D}"/>
              </a:ext>
            </a:extLst>
          </p:cNvPr>
          <p:cNvSpPr txBox="1"/>
          <p:nvPr/>
        </p:nvSpPr>
        <p:spPr>
          <a:xfrm>
            <a:off x="3048000" y="2320773"/>
            <a:ext cx="7696200" cy="1698927"/>
          </a:xfrm>
          <a:prstGeom prst="rect">
            <a:avLst/>
          </a:prstGeom>
          <a:solidFill>
            <a:schemeClr val="accent3">
              <a:lumMod val="20000"/>
              <a:lumOff val="80000"/>
            </a:schemeClr>
          </a:solidFill>
          <a:ln>
            <a:solidFill>
              <a:srgbClr val="0000FF"/>
            </a:solidFill>
          </a:ln>
          <a:scene3d>
            <a:camera prst="orthographicFront"/>
            <a:lightRig rig="threePt" dir="t"/>
          </a:scene3d>
          <a:sp3d>
            <a:bevelT w="139700" h="139700" prst="divot"/>
          </a:sp3d>
        </p:spPr>
        <p:txBody>
          <a:bodyPr wrap="square">
            <a:spAutoFit/>
          </a:bodyPr>
          <a:lstStyle/>
          <a:p>
            <a:pPr>
              <a:spcBef>
                <a:spcPct val="20000"/>
              </a:spcBef>
              <a:buClr>
                <a:schemeClr val="tx1"/>
              </a:buClr>
              <a:defRPr/>
            </a:pPr>
            <a:endParaRPr lang="en-US" sz="1800">
              <a:solidFill>
                <a:srgbClr val="000000"/>
              </a:solidFill>
              <a:latin typeface="Segoe UI Light" panose="020B0502040204020203" pitchFamily="34" charset="0"/>
            </a:endParaRPr>
          </a:p>
          <a:p>
            <a:pPr>
              <a:spcBef>
                <a:spcPct val="20000"/>
              </a:spcBef>
              <a:buClr>
                <a:schemeClr val="tx1"/>
              </a:buClr>
              <a:defRPr/>
            </a:pPr>
            <a:r>
              <a:rPr lang="en-US">
                <a:latin typeface="Roboto" panose="02000000000000000000" pitchFamily="2" charset="0"/>
              </a:rPr>
              <a:t>What is EPLI ?</a:t>
            </a:r>
          </a:p>
          <a:p>
            <a:pPr>
              <a:spcBef>
                <a:spcPct val="20000"/>
              </a:spcBef>
              <a:buClr>
                <a:schemeClr val="tx1"/>
              </a:buClr>
              <a:defRPr/>
            </a:pPr>
            <a:r>
              <a:rPr lang="en-US">
                <a:latin typeface="Roboto" panose="02000000000000000000" pitchFamily="2" charset="0"/>
              </a:rPr>
              <a:t>1: </a:t>
            </a:r>
            <a:r>
              <a:rPr lang="en-US" sz="1800">
                <a:latin typeface="Segoe UI Light" panose="020B0502040204020203" pitchFamily="34" charset="0"/>
                <a:hlinkClick r:id="rId2"/>
              </a:rPr>
              <a:t>https://youtu.be/_M3yLjxNqjc?si=hQrxmEFF_AInZtSN</a:t>
            </a:r>
            <a:endParaRPr lang="en-US" sz="1800">
              <a:latin typeface="Segoe UI Light" panose="020B0502040204020203" pitchFamily="34" charset="0"/>
            </a:endParaRPr>
          </a:p>
          <a:p>
            <a:pPr>
              <a:spcBef>
                <a:spcPct val="20000"/>
              </a:spcBef>
              <a:buClr>
                <a:schemeClr val="tx1"/>
              </a:buClr>
              <a:defRPr/>
            </a:pPr>
            <a:r>
              <a:rPr lang="en-US">
                <a:latin typeface="Segoe UI Light" panose="020B0502040204020203" pitchFamily="34" charset="0"/>
              </a:rPr>
              <a:t>2: </a:t>
            </a:r>
            <a:r>
              <a:rPr lang="en-US">
                <a:latin typeface="Segoe UI Light" panose="020B0502040204020203" pitchFamily="34" charset="0"/>
                <a:hlinkClick r:id="rId3"/>
              </a:rPr>
              <a:t>https://youtu.be/2JcSo37Nc8k?si=9-fE8eG_LedrILXp</a:t>
            </a:r>
            <a:endParaRPr lang="en-US">
              <a:latin typeface="Segoe UI Light" panose="020B0502040204020203" pitchFamily="34" charset="0"/>
            </a:endParaRPr>
          </a:p>
          <a:p>
            <a:pPr>
              <a:spcBef>
                <a:spcPct val="20000"/>
              </a:spcBef>
              <a:buClr>
                <a:schemeClr val="tx1"/>
              </a:buClr>
              <a:defRPr/>
            </a:pPr>
            <a:r>
              <a:rPr lang="en-US" sz="1800">
                <a:latin typeface="Segoe UI Light" panose="020B0502040204020203" pitchFamily="34" charset="0"/>
              </a:rPr>
              <a:t>3: </a:t>
            </a:r>
            <a:r>
              <a:rPr lang="en-US" sz="1800">
                <a:latin typeface="Segoe UI Light" panose="020B0502040204020203" pitchFamily="34" charset="0"/>
                <a:hlinkClick r:id="rId4"/>
              </a:rPr>
              <a:t>https://youtu.be/UrtBiPgI__A?si=8BEci3IVGTPIanWg</a:t>
            </a:r>
            <a:endParaRPr lang="en-US" sz="1800">
              <a:latin typeface="Segoe UI Light" panose="020B0502040204020203" pitchFamily="34" charset="0"/>
            </a:endParaRPr>
          </a:p>
        </p:txBody>
      </p:sp>
      <p:pic>
        <p:nvPicPr>
          <p:cNvPr id="5" name="Picture 4">
            <a:extLst>
              <a:ext uri="{FF2B5EF4-FFF2-40B4-BE49-F238E27FC236}">
                <a16:creationId xmlns:a16="http://schemas.microsoft.com/office/drawing/2014/main" id="{0257BA28-B7E3-48B9-84B5-FC9EC4CC57B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6" name="Callout: Right Arrow 5">
            <a:extLst>
              <a:ext uri="{FF2B5EF4-FFF2-40B4-BE49-F238E27FC236}">
                <a16:creationId xmlns:a16="http://schemas.microsoft.com/office/drawing/2014/main" id="{971C9511-D4A5-47B9-B1D0-48AD5EA0EAA9}"/>
              </a:ext>
            </a:extLst>
          </p:cNvPr>
          <p:cNvSpPr/>
          <p:nvPr/>
        </p:nvSpPr>
        <p:spPr>
          <a:xfrm>
            <a:off x="838200" y="2027236"/>
            <a:ext cx="1790700" cy="2286000"/>
          </a:xfrm>
          <a:prstGeom prst="rightArrowCallout">
            <a:avLst/>
          </a:prstGeom>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Visit without fail</a:t>
            </a:r>
            <a:endParaRPr lang="en-IN" sz="2000"/>
          </a:p>
        </p:txBody>
      </p:sp>
      <p:sp>
        <p:nvSpPr>
          <p:cNvPr id="7" name="TextBox 6">
            <a:extLst>
              <a:ext uri="{FF2B5EF4-FFF2-40B4-BE49-F238E27FC236}">
                <a16:creationId xmlns:a16="http://schemas.microsoft.com/office/drawing/2014/main" id="{85BBE90D-C6F8-4C70-8495-C4B1EEF932B7}"/>
              </a:ext>
            </a:extLst>
          </p:cNvPr>
          <p:cNvSpPr txBox="1"/>
          <p:nvPr/>
        </p:nvSpPr>
        <p:spPr>
          <a:xfrm>
            <a:off x="-24063" y="231818"/>
            <a:ext cx="12329160" cy="844425"/>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500">
                <a:solidFill>
                  <a:schemeClr val="tx1"/>
                </a:solidFill>
                <a:latin typeface="Segoe UI Semibold" panose="020B0702040204020203" pitchFamily="34" charset="0"/>
                <a:cs typeface="BrowalliaUPC" panose="020B0604020202020204" pitchFamily="34" charset="-34"/>
              </a:rPr>
              <a:t>Do Watch…</a:t>
            </a:r>
          </a:p>
        </p:txBody>
      </p:sp>
    </p:spTree>
    <p:extLst>
      <p:ext uri="{BB962C8B-B14F-4D97-AF65-F5344CB8AC3E}">
        <p14:creationId xmlns:p14="http://schemas.microsoft.com/office/powerpoint/2010/main" val="39783844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 Template 2016" id="{90BAF895-86B6-4C60-9208-C4F858343066}" vid="{7154B3E6-577F-4162-B9F9-6A81BF94E4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epartments xmlns="09339d3a-aaa0-497d-ae73-d8a5832d420d"/>
    <Classification xmlns="09339d3a-aaa0-497d-ae73-d8a5832d420d"/>
    <Contributors xmlns="09339d3a-aaa0-497d-ae73-d8a5832d420d">
      <UserInfo>
        <DisplayName/>
        <AccountId/>
        <AccountType/>
      </UserInfo>
    </Contributors>
    <SubCategory xmlns="09339d3a-aaa0-497d-ae73-d8a5832d420d"/>
    <Tags xmlns="09339d3a-aaa0-497d-ae73-d8a5832d420d"/>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41087d73-5bfe-4c6e-a130-3d602495565a" ContentTypeId="0x010100F7548365F7A28B41B9A685ED46C1AC26" PreviousValue="false"/>
</file>

<file path=customXml/itemProps1.xml><?xml version="1.0" encoding="utf-8"?>
<ds:datastoreItem xmlns:ds="http://schemas.openxmlformats.org/officeDocument/2006/customXml" ds:itemID="{A2957D78-CC90-4976-BF68-85072F0EA19E}"/>
</file>

<file path=customXml/itemProps2.xml><?xml version="1.0" encoding="utf-8"?>
<ds:datastoreItem xmlns:ds="http://schemas.openxmlformats.org/officeDocument/2006/customXml" ds:itemID="{DA88AF0D-9D36-4C3D-8F45-6FFB44E98B9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9B5BC2E-B906-4F8F-8499-A4D09FBAAD0E}">
  <ds:schemaRefs>
    <ds:schemaRef ds:uri="http://schemas.microsoft.com/sharepoint/v3/contenttype/forms"/>
  </ds:schemaRefs>
</ds:datastoreItem>
</file>

<file path=customXml/itemProps4.xml><?xml version="1.0" encoding="utf-8"?>
<ds:datastoreItem xmlns:ds="http://schemas.openxmlformats.org/officeDocument/2006/customXml" ds:itemID="{0D8DF64B-B5E1-4914-A978-CAB1547A4782}"/>
</file>

<file path=docMetadata/LabelInfo.xml><?xml version="1.0" encoding="utf-8"?>
<clbl:labelList xmlns:clbl="http://schemas.microsoft.com/office/2020/mipLabelMetadata">
  <clbl:label id="{13085c86-4bcb-460a-a6f0-b373421c6323}" enabled="0" method="" siteId="{13085c86-4bcb-460a-a6f0-b373421c6323}" removed="1"/>
</clbl:labelList>
</file>

<file path=docProps/app.xml><?xml version="1.0" encoding="utf-8"?>
<Properties xmlns="http://schemas.openxmlformats.org/officeDocument/2006/extended-properties" xmlns:vt="http://schemas.openxmlformats.org/officeDocument/2006/docPropsVTypes">
  <Template>PowerPoint Template 2016</Template>
  <Application>Microsoft Office PowerPoint</Application>
  <PresentationFormat>Custom</PresentationFormat>
  <Slides>8</Slides>
  <Notes>5</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Anupam Baruah</dc:creator>
  <cp:revision>16</cp:revision>
  <cp:lastPrinted>2013-08-22T15:28:58Z</cp:lastPrinted>
  <dcterms:created xsi:type="dcterms:W3CDTF">2016-04-01T14:10:13Z</dcterms:created>
  <dcterms:modified xsi:type="dcterms:W3CDTF">2024-08-15T19:24:46Z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ies>
</file>