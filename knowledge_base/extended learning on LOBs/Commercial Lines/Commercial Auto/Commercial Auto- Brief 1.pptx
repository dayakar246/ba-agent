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diagrams/data26.xml" ContentType="application/vnd.openxmlformats-officedocument.drawingml.diagramData+xml"/>
  <Override PartName="/ppt/diagrams/data6.xml" ContentType="application/vnd.openxmlformats-officedocument.drawingml.diagramData+xml"/>
  <Override PartName="/ppt/diagrams/data25.xml" ContentType="application/vnd.openxmlformats-officedocument.drawingml.diagramData+xml"/>
  <Override PartName="/ppt/diagrams/data24.xml" ContentType="application/vnd.openxmlformats-officedocument.drawingml.diagramData+xml"/>
  <Override PartName="/ppt/diagrams/data23.xml" ContentType="application/vnd.openxmlformats-officedocument.drawingml.diagramData+xml"/>
  <Override PartName="/ppt/diagrams/data14.xml" ContentType="application/vnd.openxmlformats-officedocument.drawingml.diagramData+xml"/>
  <Override PartName="/ppt/diagrams/data22.xml" ContentType="application/vnd.openxmlformats-officedocument.drawingml.diagramData+xml"/>
  <Override PartName="/ppt/diagrams/data7.xml" ContentType="application/vnd.openxmlformats-officedocument.drawingml.diagramData+xml"/>
  <Override PartName="/ppt/diagrams/data21.xml" ContentType="application/vnd.openxmlformats-officedocument.drawingml.diagramData+xml"/>
  <Override PartName="/ppt/diagrams/data20.xml" ContentType="application/vnd.openxmlformats-officedocument.drawingml.diagramData+xml"/>
  <Override PartName="/ppt/diagrams/data19.xml" ContentType="application/vnd.openxmlformats-officedocument.drawingml.diagramData+xml"/>
  <Override PartName="/ppt/diagrams/data15.xml" ContentType="application/vnd.openxmlformats-officedocument.drawingml.diagramData+xml"/>
  <Override PartName="/ppt/diagrams/data8.xml" ContentType="application/vnd.openxmlformats-officedocument.drawingml.diagramData+xml"/>
  <Override PartName="/ppt/diagrams/data18.xml" ContentType="application/vnd.openxmlformats-officedocument.drawingml.diagramData+xml"/>
  <Override PartName="/ppt/diagrams/data9.xml" ContentType="application/vnd.openxmlformats-officedocument.drawingml.diagramData+xml"/>
  <Override PartName="/ppt/diagrams/data1.xml" ContentType="application/vnd.openxmlformats-officedocument.drawingml.diagramData+xml"/>
  <Override PartName="/ppt/diagrams/data17.xml" ContentType="application/vnd.openxmlformats-officedocument.drawingml.diagramData+xml"/>
  <Override PartName="/ppt/diagrams/data10.xml" ContentType="application/vnd.openxmlformats-officedocument.drawingml.diagramData+xml"/>
  <Override PartName="/ppt/diagrams/data2.xml" ContentType="application/vnd.openxmlformats-officedocument.drawingml.diagramData+xml"/>
  <Override PartName="/ppt/diagrams/data11.xml" ContentType="application/vnd.openxmlformats-officedocument.drawingml.diagramData+xml"/>
  <Override PartName="/ppt/diagrams/data3.xml" ContentType="application/vnd.openxmlformats-officedocument.drawingml.diagramData+xml"/>
  <Override PartName="/ppt/presentation.xml" ContentType="application/vnd.openxmlformats-officedocument.presentationml.presentation.main+xml"/>
  <Override PartName="/ppt/diagrams/data30.xml" ContentType="application/vnd.openxmlformats-officedocument.drawingml.diagramData+xml"/>
  <Override PartName="/ppt/diagrams/data4.xml" ContentType="application/vnd.openxmlformats-officedocument.drawingml.diagramData+xml"/>
  <Override PartName="/ppt/diagrams/data12.xml" ContentType="application/vnd.openxmlformats-officedocument.drawingml.diagramData+xml"/>
  <Override PartName="/ppt/diagrams/data29.xml" ContentType="application/vnd.openxmlformats-officedocument.drawingml.diagramData+xml"/>
  <Override PartName="/ppt/diagrams/data28.xml" ContentType="application/vnd.openxmlformats-officedocument.drawingml.diagramData+xml"/>
  <Override PartName="/ppt/diagrams/data13.xml" ContentType="application/vnd.openxmlformats-officedocument.drawingml.diagramData+xml"/>
  <Override PartName="/ppt/diagrams/data5.xml" ContentType="application/vnd.openxmlformats-officedocument.drawingml.diagramData+xml"/>
  <Override PartName="/ppt/diagrams/data27.xml" ContentType="application/vnd.openxmlformats-officedocument.drawingml.diagramData+xml"/>
  <Override PartName="/ppt/diagrams/data16.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diagrams/drawing18.xml" ContentType="application/vnd.ms-office.drawingml.diagramDrawing+xml"/>
  <Override PartName="/ppt/diagrams/drawing14.xml" ContentType="application/vnd.ms-office.drawingml.diagramDrawing+xml"/>
  <Override PartName="/ppt/theme/theme1.xml" ContentType="application/vnd.openxmlformats-officedocument.theme+xml"/>
  <Override PartName="/ppt/diagrams/layout27.xml" ContentType="application/vnd.openxmlformats-officedocument.drawingml.diagramLayout+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layout8.xml" ContentType="application/vnd.openxmlformats-officedocument.drawingml.diagramLayout+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colors14.xml" ContentType="application/vnd.openxmlformats-officedocument.drawingml.diagramColors+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quickStyle14.xml" ContentType="application/vnd.openxmlformats-officedocument.drawingml.diagramStyle+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layout14.xml" ContentType="application/vnd.openxmlformats-officedocument.drawingml.diagramLayout+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rawing13.xml" ContentType="application/vnd.ms-office.drawingml.diagramDrawing+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colors13.xml" ContentType="application/vnd.openxmlformats-officedocument.drawingml.diagramColors+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quickStyle13.xml" ContentType="application/vnd.openxmlformats-officedocument.drawingml.diagramStyle+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layout13.xml" ContentType="application/vnd.openxmlformats-officedocument.drawingml.diagramLayout+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rawing12.xml" ContentType="application/vnd.ms-office.drawingml.diagramDrawing+xml"/>
  <Override PartName="/ppt/diagrams/colors12.xml" ContentType="application/vnd.openxmlformats-officedocument.drawingml.diagramColors+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quickStyle12.xml" ContentType="application/vnd.openxmlformats-officedocument.drawingml.diagramStyle+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layout12.xml" ContentType="application/vnd.openxmlformats-officedocument.drawingml.diagramLayout+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rawing11.xml" ContentType="application/vnd.ms-office.drawingml.diagramDrawing+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colors11.xml" ContentType="application/vnd.openxmlformats-officedocument.drawingml.diagramColors+xml"/>
  <Override PartName="/ppt/diagrams/quickStyle11.xml" ContentType="application/vnd.openxmlformats-officedocument.drawingml.diagramStyle+xml"/>
  <Override PartName="/ppt/diagrams/layout11.xml" ContentType="application/vnd.openxmlformats-officedocument.drawingml.diagramLayout+xml"/>
  <Override PartName="/ppt/diagrams/drawing10.xml" ContentType="application/vnd.ms-office.drawingml.diagramDrawing+xml"/>
  <Override PartName="/ppt/diagrams/drawing15.xml" ContentType="application/vnd.ms-office.drawingml.diagramDrawing+xml"/>
  <Override PartName="/ppt/diagrams/colors10.xml" ContentType="application/vnd.openxmlformats-officedocument.drawingml.diagramColors+xml"/>
  <Override PartName="/ppt/diagrams/quickStyle10.xml" ContentType="application/vnd.openxmlformats-officedocument.drawingml.diagramStyle+xml"/>
  <Override PartName="/ppt/diagrams/layout10.xml" ContentType="application/vnd.openxmlformats-officedocument.drawingml.diagramLayout+xml"/>
  <Override PartName="/ppt/diagrams/drawing9.xml" ContentType="application/vnd.ms-office.drawingml.diagramDrawing+xml"/>
  <Override PartName="/ppt/diagrams/colors9.xml" ContentType="application/vnd.openxmlformats-officedocument.drawingml.diagramColors+xml"/>
  <Override PartName="/ppt/diagrams/quickStyle9.xml" ContentType="application/vnd.openxmlformats-officedocument.drawingml.diagramStyle+xml"/>
  <Override PartName="/ppt/diagrams/layout9.xml" ContentType="application/vnd.openxmlformats-officedocument.drawingml.diagramLayout+xml"/>
  <Override PartName="/ppt/diagrams/drawing8.xml" ContentType="application/vnd.ms-office.drawingml.diagramDrawing+xml"/>
  <Override PartName="/ppt/diagrams/colors8.xml" ContentType="application/vnd.openxmlformats-officedocument.drawingml.diagramColors+xml"/>
  <Override PartName="/ppt/diagrams/quickStyle8.xml" ContentType="application/vnd.openxmlformats-officedocument.drawingml.diagramStyle+xml"/>
  <Override PartName="/ppt/diagrams/colors15.xml" ContentType="application/vnd.openxmlformats-officedocument.drawingml.diagramColors+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quickStyle15.xml" ContentType="application/vnd.openxmlformats-officedocument.drawingml.diagramStyle+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layout15.xml" ContentType="application/vnd.openxmlformats-officedocument.drawingml.diagramLayout+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Metadata/LabelInfo.xml" ContentType="application/vnd.ms-office.classificationlabel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3" r:id="rId2"/>
    <p:sldId id="265" r:id="rId3"/>
    <p:sldId id="272" r:id="rId4"/>
    <p:sldId id="273" r:id="rId5"/>
    <p:sldId id="274" r:id="rId6"/>
    <p:sldId id="275" r:id="rId7"/>
    <p:sldId id="276" r:id="rId8"/>
    <p:sldId id="277" r:id="rId9"/>
    <p:sldId id="278" r:id="rId10"/>
    <p:sldId id="279" r:id="rId11"/>
    <p:sldId id="280" r:id="rId12"/>
    <p:sldId id="281"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93178" autoAdjust="0"/>
  </p:normalViewPr>
  <p:slideViewPr>
    <p:cSldViewPr snapToGrid="0">
      <p:cViewPr varScale="1">
        <p:scale>
          <a:sx n="59" d="100"/>
          <a:sy n="59" d="100"/>
        </p:scale>
        <p:origin x="9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96E1FE41-5FBC-4158-A594-8A274D5DDEAF}" type="presOf" srcId="{273FB2FC-BB42-42E4-809F-8792EAAA4D36}" destId="{6597B828-368A-4EAC-99FD-85AB3B3FB0C4}" srcOrd="0" destOrd="0" presId="urn:microsoft.com/office/officeart/2005/8/layout/chevron2"/>
    <dgm:cxn modelId="{43420845-DCA1-470F-92BD-73800AF7AE96}" type="presOf" srcId="{6E4FFBC2-6C99-4467-A342-4F646E8105E8}" destId="{CA3CA37D-96A6-40F5-8283-7F5E5E75CC28}" srcOrd="0" destOrd="0" presId="urn:microsoft.com/office/officeart/2005/8/layout/chevron2"/>
    <dgm:cxn modelId="{7FE0866E-602F-4143-9442-FA3096937C04}" type="presOf" srcId="{FD44662F-72BB-4119-801E-24399F494A56}" destId="{2F79F4EE-99A1-4CEC-8FEE-C636AD27477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41B9707F-A75C-401D-B725-9A89C060BCC8}" type="presOf" srcId="{68FAD2B8-B928-4799-8BC6-C42A1A6B3879}" destId="{BA57226D-E733-47AB-9C1E-7F48998AF898}" srcOrd="0" destOrd="0" presId="urn:microsoft.com/office/officeart/2005/8/layout/chevron2"/>
    <dgm:cxn modelId="{155F8288-FCEC-4C18-B3D4-9AF9090623DA}" type="presOf" srcId="{7C839073-D423-4CF0-A279-F3597BB99994}" destId="{AD927985-2E20-4855-8300-EF608B954011}" srcOrd="0" destOrd="0" presId="urn:microsoft.com/office/officeart/2005/8/layout/chevron2"/>
    <dgm:cxn modelId="{343284A3-6A74-41F6-9EFE-F71F17E763E4}" type="presOf" srcId="{AEA98A0A-5971-4387-8F87-30E2E87D1BBC}" destId="{5DF62DFD-4FA4-479D-BACA-0B5672D793AE}" srcOrd="0" destOrd="0" presId="urn:microsoft.com/office/officeart/2005/8/layout/chevron2"/>
    <dgm:cxn modelId="{36F970A4-FAE4-44C5-8889-AFF1B08C41F6}"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7E53A909-680E-43C8-BC1C-24CFBD1C328F}" type="presParOf" srcId="{BA57226D-E733-47AB-9C1E-7F48998AF898}" destId="{CC146864-BFF0-4842-89BF-1105AD66F5D5}" srcOrd="0" destOrd="0" presId="urn:microsoft.com/office/officeart/2005/8/layout/chevron2"/>
    <dgm:cxn modelId="{8897CEC6-13F4-4B50-B1F6-1BC2B65FAD25}" type="presParOf" srcId="{CC146864-BFF0-4842-89BF-1105AD66F5D5}" destId="{6597B828-368A-4EAC-99FD-85AB3B3FB0C4}" srcOrd="0" destOrd="0" presId="urn:microsoft.com/office/officeart/2005/8/layout/chevron2"/>
    <dgm:cxn modelId="{3103E712-DDC8-48BB-9EEB-B3A9A4EA5838}" type="presParOf" srcId="{CC146864-BFF0-4842-89BF-1105AD66F5D5}" destId="{5DF62DFD-4FA4-479D-BACA-0B5672D793AE}" srcOrd="1" destOrd="0" presId="urn:microsoft.com/office/officeart/2005/8/layout/chevron2"/>
    <dgm:cxn modelId="{E6AB3678-9364-473E-8190-9E3FA2D2F436}" type="presParOf" srcId="{BA57226D-E733-47AB-9C1E-7F48998AF898}" destId="{33D84CC3-27D8-4296-A650-E0BD45C89460}" srcOrd="1" destOrd="0" presId="urn:microsoft.com/office/officeart/2005/8/layout/chevron2"/>
    <dgm:cxn modelId="{32A4EC44-8DB4-4851-AA78-164BECF2FD9F}" type="presParOf" srcId="{BA57226D-E733-47AB-9C1E-7F48998AF898}" destId="{8884328B-B7DF-4FEB-88E1-5749EF4A08C1}" srcOrd="2" destOrd="0" presId="urn:microsoft.com/office/officeart/2005/8/layout/chevron2"/>
    <dgm:cxn modelId="{DB740F91-F8F8-42E2-9515-6885C418BC3F}" type="presParOf" srcId="{8884328B-B7DF-4FEB-88E1-5749EF4A08C1}" destId="{CA3CA37D-96A6-40F5-8283-7F5E5E75CC28}" srcOrd="0" destOrd="0" presId="urn:microsoft.com/office/officeart/2005/8/layout/chevron2"/>
    <dgm:cxn modelId="{773822E9-B9A5-4A9D-933A-561028D35D92}" type="presParOf" srcId="{8884328B-B7DF-4FEB-88E1-5749EF4A08C1}" destId="{2F79F4EE-99A1-4CEC-8FEE-C636AD274778}" srcOrd="1" destOrd="0" presId="urn:microsoft.com/office/officeart/2005/8/layout/chevron2"/>
    <dgm:cxn modelId="{AC2654A4-55CE-4DE1-83B9-6C4FCA33460A}" type="presParOf" srcId="{BA57226D-E733-47AB-9C1E-7F48998AF898}" destId="{A446C02B-6598-45A5-94CC-35BC3846B78B}" srcOrd="3" destOrd="0" presId="urn:microsoft.com/office/officeart/2005/8/layout/chevron2"/>
    <dgm:cxn modelId="{4E87E3E8-0906-4683-8C9D-C62B973DCE86}" type="presParOf" srcId="{BA57226D-E733-47AB-9C1E-7F48998AF898}" destId="{697118F7-20AA-4D55-BECB-464BCC2F1F89}" srcOrd="4" destOrd="0" presId="urn:microsoft.com/office/officeart/2005/8/layout/chevron2"/>
    <dgm:cxn modelId="{FE706062-209C-44F6-9338-F93D000A2AF4}" type="presParOf" srcId="{697118F7-20AA-4D55-BECB-464BCC2F1F89}" destId="{3196A1B1-B062-4292-A00B-1AF4EFB306CF}" srcOrd="0" destOrd="0" presId="urn:microsoft.com/office/officeart/2005/8/layout/chevron2"/>
    <dgm:cxn modelId="{C63A0CCC-D531-4297-AC93-BB76E705DCB8}"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634E5214-D196-4208-9BC1-6EB36880E387}"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1C061B22-45C9-448F-8AEC-B4937094B9B4}" type="presOf" srcId="{6E4FFBC2-6C99-4467-A342-4F646E8105E8}" destId="{CA3CA37D-96A6-40F5-8283-7F5E5E75CC2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DF36353D-BE7A-4A82-AF3B-0BFC30819421}" type="presOf" srcId="{68FAD2B8-B928-4799-8BC6-C42A1A6B3879}" destId="{BA57226D-E733-47AB-9C1E-7F48998AF89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C55E557D-9447-413D-8082-DD482A1F599E}" type="presOf" srcId="{FD44662F-72BB-4119-801E-24399F494A56}" destId="{2F79F4EE-99A1-4CEC-8FEE-C636AD274778}" srcOrd="0" destOrd="0" presId="urn:microsoft.com/office/officeart/2005/8/layout/chevron2"/>
    <dgm:cxn modelId="{B75AC3D1-5E6D-4F59-8C51-0FDAEEBA9259}"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9C4E25E7-8E42-43B2-B2F7-FB3B6BF17550}" type="presOf" srcId="{6BB193CD-2BCB-422D-9372-D29AD8AB2E75}" destId="{3196A1B1-B062-4292-A00B-1AF4EFB306CF}" srcOrd="0" destOrd="0" presId="urn:microsoft.com/office/officeart/2005/8/layout/chevron2"/>
    <dgm:cxn modelId="{A5E590F8-1CDE-4BFA-96AA-8FCBF0F9B6F8}" type="presOf" srcId="{AEA98A0A-5971-4387-8F87-30E2E87D1BBC}" destId="{5DF62DFD-4FA4-479D-BACA-0B5672D793AE}" srcOrd="0" destOrd="0" presId="urn:microsoft.com/office/officeart/2005/8/layout/chevron2"/>
    <dgm:cxn modelId="{16E048AA-0F12-4116-A265-9D9A69CF7547}" type="presParOf" srcId="{BA57226D-E733-47AB-9C1E-7F48998AF898}" destId="{CC146864-BFF0-4842-89BF-1105AD66F5D5}" srcOrd="0" destOrd="0" presId="urn:microsoft.com/office/officeart/2005/8/layout/chevron2"/>
    <dgm:cxn modelId="{6C9F3D62-0E6E-4401-BB85-B8CBE5297CA3}" type="presParOf" srcId="{CC146864-BFF0-4842-89BF-1105AD66F5D5}" destId="{6597B828-368A-4EAC-99FD-85AB3B3FB0C4}" srcOrd="0" destOrd="0" presId="urn:microsoft.com/office/officeart/2005/8/layout/chevron2"/>
    <dgm:cxn modelId="{2C12F0D2-18BA-4917-BE74-C7F0562127CC}" type="presParOf" srcId="{CC146864-BFF0-4842-89BF-1105AD66F5D5}" destId="{5DF62DFD-4FA4-479D-BACA-0B5672D793AE}" srcOrd="1" destOrd="0" presId="urn:microsoft.com/office/officeart/2005/8/layout/chevron2"/>
    <dgm:cxn modelId="{85C50287-2EE1-4BBB-B2D4-A6EFB9ACC781}" type="presParOf" srcId="{BA57226D-E733-47AB-9C1E-7F48998AF898}" destId="{33D84CC3-27D8-4296-A650-E0BD45C89460}" srcOrd="1" destOrd="0" presId="urn:microsoft.com/office/officeart/2005/8/layout/chevron2"/>
    <dgm:cxn modelId="{6A4EB5DE-ECBA-4EF3-A532-A8383D92CD29}" type="presParOf" srcId="{BA57226D-E733-47AB-9C1E-7F48998AF898}" destId="{8884328B-B7DF-4FEB-88E1-5749EF4A08C1}" srcOrd="2" destOrd="0" presId="urn:microsoft.com/office/officeart/2005/8/layout/chevron2"/>
    <dgm:cxn modelId="{9F2D2047-1876-44FB-9BCB-A9684711A1E8}" type="presParOf" srcId="{8884328B-B7DF-4FEB-88E1-5749EF4A08C1}" destId="{CA3CA37D-96A6-40F5-8283-7F5E5E75CC28}" srcOrd="0" destOrd="0" presId="urn:microsoft.com/office/officeart/2005/8/layout/chevron2"/>
    <dgm:cxn modelId="{F2EB5C4A-B644-4F48-9159-B690423616E5}" type="presParOf" srcId="{8884328B-B7DF-4FEB-88E1-5749EF4A08C1}" destId="{2F79F4EE-99A1-4CEC-8FEE-C636AD274778}" srcOrd="1" destOrd="0" presId="urn:microsoft.com/office/officeart/2005/8/layout/chevron2"/>
    <dgm:cxn modelId="{819F209D-8A3D-4682-A715-691D2A28E9FC}" type="presParOf" srcId="{BA57226D-E733-47AB-9C1E-7F48998AF898}" destId="{A446C02B-6598-45A5-94CC-35BC3846B78B}" srcOrd="3" destOrd="0" presId="urn:microsoft.com/office/officeart/2005/8/layout/chevron2"/>
    <dgm:cxn modelId="{B78E3B79-4B47-4CB1-A686-BE37EA3C787B}" type="presParOf" srcId="{BA57226D-E733-47AB-9C1E-7F48998AF898}" destId="{697118F7-20AA-4D55-BECB-464BCC2F1F89}" srcOrd="4" destOrd="0" presId="urn:microsoft.com/office/officeart/2005/8/layout/chevron2"/>
    <dgm:cxn modelId="{2B7D4D0F-2FD6-46D4-804E-CBD95F43B736}" type="presParOf" srcId="{697118F7-20AA-4D55-BECB-464BCC2F1F89}" destId="{3196A1B1-B062-4292-A00B-1AF4EFB306CF}" srcOrd="0" destOrd="0" presId="urn:microsoft.com/office/officeart/2005/8/layout/chevron2"/>
    <dgm:cxn modelId="{8EDD5836-44ED-4C19-BD60-F8BF2EAF54A2}"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456EAC26-8ED9-4C75-A780-F80DA244EAA9}" srcId="{68FAD2B8-B928-4799-8BC6-C42A1A6B3879}" destId="{273FB2FC-BB42-42E4-809F-8792EAAA4D36}" srcOrd="0" destOrd="0" parTransId="{17BCC805-7DE2-4E79-AB12-41972CFF1711}" sibTransId="{17F18A71-D865-418D-A85E-39A103F44ABB}"/>
    <dgm:cxn modelId="{8F07E142-F2FF-4DEB-A1DE-7ED9BEB732FD}" type="presOf" srcId="{AEA98A0A-5971-4387-8F87-30E2E87D1BBC}" destId="{5DF62DFD-4FA4-479D-BACA-0B5672D793AE}"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67E1C6B2-991B-4D0A-922D-6A21C470F5E6}" type="presOf" srcId="{68FAD2B8-B928-4799-8BC6-C42A1A6B3879}" destId="{BA57226D-E733-47AB-9C1E-7F48998AF898}" srcOrd="0" destOrd="0" presId="urn:microsoft.com/office/officeart/2005/8/layout/chevron2"/>
    <dgm:cxn modelId="{6286EEBD-928B-4C30-A41B-9AE898A28978}" type="presOf" srcId="{273FB2FC-BB42-42E4-809F-8792EAAA4D36}" destId="{6597B828-368A-4EAC-99FD-85AB3B3FB0C4}" srcOrd="0" destOrd="0" presId="urn:microsoft.com/office/officeart/2005/8/layout/chevron2"/>
    <dgm:cxn modelId="{273561CB-3B4D-4652-8BC0-9F76161AF916}" type="presParOf" srcId="{BA57226D-E733-47AB-9C1E-7F48998AF898}" destId="{CC146864-BFF0-4842-89BF-1105AD66F5D5}" srcOrd="0" destOrd="0" presId="urn:microsoft.com/office/officeart/2005/8/layout/chevron2"/>
    <dgm:cxn modelId="{EF236A06-95FF-42AC-9587-9E35BBEC4247}" type="presParOf" srcId="{CC146864-BFF0-4842-89BF-1105AD66F5D5}" destId="{6597B828-368A-4EAC-99FD-85AB3B3FB0C4}" srcOrd="0" destOrd="0" presId="urn:microsoft.com/office/officeart/2005/8/layout/chevron2"/>
    <dgm:cxn modelId="{453CAFBA-1C0F-428A-8141-32399368C599}"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6F7CA60B-7422-4EB7-8DE1-6D5B0704A322}"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9D088F5D-5712-4B21-B44B-8E4AE45D78A3}" type="presOf" srcId="{273FB2FC-BB42-42E4-809F-8792EAAA4D36}" destId="{6597B828-368A-4EAC-99FD-85AB3B3FB0C4}"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E769B874-27F9-45A2-9C78-50C69E47859D}" type="presOf" srcId="{7C839073-D423-4CF0-A279-F3597BB99994}" destId="{AD927985-2E20-4855-8300-EF608B954011}" srcOrd="0" destOrd="0" presId="urn:microsoft.com/office/officeart/2005/8/layout/chevron2"/>
    <dgm:cxn modelId="{B3EE9584-C4E1-4729-AF5D-10DCAC86BA1A}" type="presOf" srcId="{68FAD2B8-B928-4799-8BC6-C42A1A6B3879}" destId="{BA57226D-E733-47AB-9C1E-7F48998AF898}" srcOrd="0" destOrd="0" presId="urn:microsoft.com/office/officeart/2005/8/layout/chevron2"/>
    <dgm:cxn modelId="{B136EFA8-6EF0-40BE-AE2C-3E9FA345DE3D}" type="presOf" srcId="{AEA98A0A-5971-4387-8F87-30E2E87D1BBC}" destId="{5DF62DFD-4FA4-479D-BACA-0B5672D793AE}" srcOrd="0" destOrd="0" presId="urn:microsoft.com/office/officeart/2005/8/layout/chevron2"/>
    <dgm:cxn modelId="{F29E64B5-8788-49E4-BFF9-02A32152A829}"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F1629FED-2F04-4452-B423-353ED4EF8EC8}" type="presOf" srcId="{FD44662F-72BB-4119-801E-24399F494A56}" destId="{2F79F4EE-99A1-4CEC-8FEE-C636AD274778}" srcOrd="0" destOrd="0" presId="urn:microsoft.com/office/officeart/2005/8/layout/chevron2"/>
    <dgm:cxn modelId="{0FDA56FA-BF45-4359-9472-1F2AB9AFFA49}" type="presParOf" srcId="{BA57226D-E733-47AB-9C1E-7F48998AF898}" destId="{CC146864-BFF0-4842-89BF-1105AD66F5D5}" srcOrd="0" destOrd="0" presId="urn:microsoft.com/office/officeart/2005/8/layout/chevron2"/>
    <dgm:cxn modelId="{9971DB7B-11A2-4C4D-B633-3D4ED67150B2}" type="presParOf" srcId="{CC146864-BFF0-4842-89BF-1105AD66F5D5}" destId="{6597B828-368A-4EAC-99FD-85AB3B3FB0C4}" srcOrd="0" destOrd="0" presId="urn:microsoft.com/office/officeart/2005/8/layout/chevron2"/>
    <dgm:cxn modelId="{FFD30D30-3E3F-4D65-96A4-35BD62339926}" type="presParOf" srcId="{CC146864-BFF0-4842-89BF-1105AD66F5D5}" destId="{5DF62DFD-4FA4-479D-BACA-0B5672D793AE}" srcOrd="1" destOrd="0" presId="urn:microsoft.com/office/officeart/2005/8/layout/chevron2"/>
    <dgm:cxn modelId="{849E0C08-3D82-4CA5-A226-320D68FA54BE}" type="presParOf" srcId="{BA57226D-E733-47AB-9C1E-7F48998AF898}" destId="{33D84CC3-27D8-4296-A650-E0BD45C89460}" srcOrd="1" destOrd="0" presId="urn:microsoft.com/office/officeart/2005/8/layout/chevron2"/>
    <dgm:cxn modelId="{E0AB02D7-AB14-4256-BFF2-73FF9E5EC87F}" type="presParOf" srcId="{BA57226D-E733-47AB-9C1E-7F48998AF898}" destId="{8884328B-B7DF-4FEB-88E1-5749EF4A08C1}" srcOrd="2" destOrd="0" presId="urn:microsoft.com/office/officeart/2005/8/layout/chevron2"/>
    <dgm:cxn modelId="{169B96F8-5703-4B45-813E-A38870788F51}" type="presParOf" srcId="{8884328B-B7DF-4FEB-88E1-5749EF4A08C1}" destId="{CA3CA37D-96A6-40F5-8283-7F5E5E75CC28}" srcOrd="0" destOrd="0" presId="urn:microsoft.com/office/officeart/2005/8/layout/chevron2"/>
    <dgm:cxn modelId="{C18FA708-E5F5-4FD4-AF26-D2C73E92F58A}" type="presParOf" srcId="{8884328B-B7DF-4FEB-88E1-5749EF4A08C1}" destId="{2F79F4EE-99A1-4CEC-8FEE-C636AD274778}" srcOrd="1" destOrd="0" presId="urn:microsoft.com/office/officeart/2005/8/layout/chevron2"/>
    <dgm:cxn modelId="{6BE0BA00-0A62-4043-8F05-7B1EB5521EAB}" type="presParOf" srcId="{BA57226D-E733-47AB-9C1E-7F48998AF898}" destId="{A446C02B-6598-45A5-94CC-35BC3846B78B}" srcOrd="3" destOrd="0" presId="urn:microsoft.com/office/officeart/2005/8/layout/chevron2"/>
    <dgm:cxn modelId="{988FEB50-AAB0-4DED-925E-AF65A416D79E}" type="presParOf" srcId="{BA57226D-E733-47AB-9C1E-7F48998AF898}" destId="{697118F7-20AA-4D55-BECB-464BCC2F1F89}" srcOrd="4" destOrd="0" presId="urn:microsoft.com/office/officeart/2005/8/layout/chevron2"/>
    <dgm:cxn modelId="{8FA1F8A4-F83E-4BA8-81A9-A3DA07FFB7DD}" type="presParOf" srcId="{697118F7-20AA-4D55-BECB-464BCC2F1F89}" destId="{3196A1B1-B062-4292-A00B-1AF4EFB306CF}" srcOrd="0" destOrd="0" presId="urn:microsoft.com/office/officeart/2005/8/layout/chevron2"/>
    <dgm:cxn modelId="{B41A5A77-5504-46C8-9B25-A0A859772D87}"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16FE5C29-9799-4111-BF00-CE35562F0BF1}" type="presOf" srcId="{68FAD2B8-B928-4799-8BC6-C42A1A6B3879}" destId="{BA57226D-E733-47AB-9C1E-7F48998AF89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7A2E943C-3093-47E5-B814-E66F294E4F93}" type="presOf" srcId="{273FB2FC-BB42-42E4-809F-8792EAAA4D36}" destId="{6597B828-368A-4EAC-99FD-85AB3B3FB0C4}"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0FBF6758-5D7C-42CF-936F-0043D275301A}" type="presOf" srcId="{FD44662F-72BB-4119-801E-24399F494A56}" destId="{2F79F4EE-99A1-4CEC-8FEE-C636AD274778}" srcOrd="0" destOrd="0" presId="urn:microsoft.com/office/officeart/2005/8/layout/chevron2"/>
    <dgm:cxn modelId="{2E99019E-8712-4C75-B693-AF02B0D132E0}" type="presOf" srcId="{7C839073-D423-4CF0-A279-F3597BB99994}" destId="{AD927985-2E20-4855-8300-EF608B954011}" srcOrd="0" destOrd="0" presId="urn:microsoft.com/office/officeart/2005/8/layout/chevron2"/>
    <dgm:cxn modelId="{8A971FA2-AA42-4E7B-8DF7-E8F9E87F8E9B}"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833E4DE8-F4EA-49C8-8EC0-F4CF32EA8E85}" type="presOf" srcId="{6E4FFBC2-6C99-4467-A342-4F646E8105E8}" destId="{CA3CA37D-96A6-40F5-8283-7F5E5E75CC28}" srcOrd="0" destOrd="0" presId="urn:microsoft.com/office/officeart/2005/8/layout/chevron2"/>
    <dgm:cxn modelId="{30C661FC-7F8B-4B19-B121-D2F3670CB545}" type="presOf" srcId="{AEA98A0A-5971-4387-8F87-30E2E87D1BBC}" destId="{5DF62DFD-4FA4-479D-BACA-0B5672D793AE}" srcOrd="0" destOrd="0" presId="urn:microsoft.com/office/officeart/2005/8/layout/chevron2"/>
    <dgm:cxn modelId="{28828CE4-D0F2-4267-A42F-1A065D1837B9}" type="presParOf" srcId="{BA57226D-E733-47AB-9C1E-7F48998AF898}" destId="{CC146864-BFF0-4842-89BF-1105AD66F5D5}" srcOrd="0" destOrd="0" presId="urn:microsoft.com/office/officeart/2005/8/layout/chevron2"/>
    <dgm:cxn modelId="{FA7F1541-3DD4-4AD3-B5BB-BC2F4C51F202}" type="presParOf" srcId="{CC146864-BFF0-4842-89BF-1105AD66F5D5}" destId="{6597B828-368A-4EAC-99FD-85AB3B3FB0C4}" srcOrd="0" destOrd="0" presId="urn:microsoft.com/office/officeart/2005/8/layout/chevron2"/>
    <dgm:cxn modelId="{6E1B5FFF-B575-4C34-B5FF-ADA1DDEB190A}" type="presParOf" srcId="{CC146864-BFF0-4842-89BF-1105AD66F5D5}" destId="{5DF62DFD-4FA4-479D-BACA-0B5672D793AE}" srcOrd="1" destOrd="0" presId="urn:microsoft.com/office/officeart/2005/8/layout/chevron2"/>
    <dgm:cxn modelId="{368B4CD0-14C2-4271-BBC9-C205EEDB39C3}" type="presParOf" srcId="{BA57226D-E733-47AB-9C1E-7F48998AF898}" destId="{33D84CC3-27D8-4296-A650-E0BD45C89460}" srcOrd="1" destOrd="0" presId="urn:microsoft.com/office/officeart/2005/8/layout/chevron2"/>
    <dgm:cxn modelId="{9E461191-9DA0-44CD-A60C-BB922ED60005}" type="presParOf" srcId="{BA57226D-E733-47AB-9C1E-7F48998AF898}" destId="{8884328B-B7DF-4FEB-88E1-5749EF4A08C1}" srcOrd="2" destOrd="0" presId="urn:microsoft.com/office/officeart/2005/8/layout/chevron2"/>
    <dgm:cxn modelId="{141DBE90-9C8C-4E19-A791-A0297305D612}" type="presParOf" srcId="{8884328B-B7DF-4FEB-88E1-5749EF4A08C1}" destId="{CA3CA37D-96A6-40F5-8283-7F5E5E75CC28}" srcOrd="0" destOrd="0" presId="urn:microsoft.com/office/officeart/2005/8/layout/chevron2"/>
    <dgm:cxn modelId="{12320BD4-7919-411C-8AE8-108A0BF1AA1E}" type="presParOf" srcId="{8884328B-B7DF-4FEB-88E1-5749EF4A08C1}" destId="{2F79F4EE-99A1-4CEC-8FEE-C636AD274778}" srcOrd="1" destOrd="0" presId="urn:microsoft.com/office/officeart/2005/8/layout/chevron2"/>
    <dgm:cxn modelId="{C0619597-E4C5-495C-B38D-FB058556700D}" type="presParOf" srcId="{BA57226D-E733-47AB-9C1E-7F48998AF898}" destId="{A446C02B-6598-45A5-94CC-35BC3846B78B}" srcOrd="3" destOrd="0" presId="urn:microsoft.com/office/officeart/2005/8/layout/chevron2"/>
    <dgm:cxn modelId="{01BEDDD6-0EAF-4746-B392-BA97D3B05C43}" type="presParOf" srcId="{BA57226D-E733-47AB-9C1E-7F48998AF898}" destId="{697118F7-20AA-4D55-BECB-464BCC2F1F89}" srcOrd="4" destOrd="0" presId="urn:microsoft.com/office/officeart/2005/8/layout/chevron2"/>
    <dgm:cxn modelId="{9580E748-6217-4608-826D-70C9E6A21FFF}" type="presParOf" srcId="{697118F7-20AA-4D55-BECB-464BCC2F1F89}" destId="{3196A1B1-B062-4292-A00B-1AF4EFB306CF}" srcOrd="0" destOrd="0" presId="urn:microsoft.com/office/officeart/2005/8/layout/chevron2"/>
    <dgm:cxn modelId="{992B5938-6E5C-434E-9C9C-A167043B05BF}"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456EAC26-8ED9-4C75-A780-F80DA244EAA9}" srcId="{68FAD2B8-B928-4799-8BC6-C42A1A6B3879}" destId="{273FB2FC-BB42-42E4-809F-8792EAAA4D36}" srcOrd="0" destOrd="0" parTransId="{17BCC805-7DE2-4E79-AB12-41972CFF1711}" sibTransId="{17F18A71-D865-418D-A85E-39A103F44ABB}"/>
    <dgm:cxn modelId="{8FCD0549-50EF-4193-95FC-4B6EEAF0D0AF}" type="presOf" srcId="{68FAD2B8-B928-4799-8BC6-C42A1A6B3879}" destId="{BA57226D-E733-47AB-9C1E-7F48998AF898}" srcOrd="0" destOrd="0" presId="urn:microsoft.com/office/officeart/2005/8/layout/chevron2"/>
    <dgm:cxn modelId="{FD185F6C-22B2-4073-A0F3-69EBAA7B2341}" type="presOf" srcId="{273FB2FC-BB42-42E4-809F-8792EAAA4D36}" destId="{6597B828-368A-4EAC-99FD-85AB3B3FB0C4}"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518058B9-189D-4D7D-9DFB-8D2E46931B26}" type="presOf" srcId="{AEA98A0A-5971-4387-8F87-30E2E87D1BBC}" destId="{5DF62DFD-4FA4-479D-BACA-0B5672D793AE}" srcOrd="0" destOrd="0" presId="urn:microsoft.com/office/officeart/2005/8/layout/chevron2"/>
    <dgm:cxn modelId="{A73F0CB5-E293-4D46-99E2-58617468D32E}" type="presParOf" srcId="{BA57226D-E733-47AB-9C1E-7F48998AF898}" destId="{CC146864-BFF0-4842-89BF-1105AD66F5D5}" srcOrd="0" destOrd="0" presId="urn:microsoft.com/office/officeart/2005/8/layout/chevron2"/>
    <dgm:cxn modelId="{8BBE50BC-A0A7-4AD7-AFF0-DAAF6CBAC8D3}" type="presParOf" srcId="{CC146864-BFF0-4842-89BF-1105AD66F5D5}" destId="{6597B828-368A-4EAC-99FD-85AB3B3FB0C4}" srcOrd="0" destOrd="0" presId="urn:microsoft.com/office/officeart/2005/8/layout/chevron2"/>
    <dgm:cxn modelId="{FD350AFE-DB75-4688-AA22-C050E3AA3CDC}"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a:solidFill>
          <a:schemeClr val="accent2">
            <a:lumMod val="60000"/>
            <a:lumOff val="40000"/>
          </a:schemeClr>
        </a:solidFill>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51C9AE0F-42A3-493A-B714-A3AD268BC2A6}" type="presOf" srcId="{6BB193CD-2BCB-422D-9372-D29AD8AB2E75}" destId="{3196A1B1-B062-4292-A00B-1AF4EFB306CF}"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E1A94049-DF1D-4A2A-81BA-B9B9667A57F6}" type="presOf" srcId="{AEA98A0A-5971-4387-8F87-30E2E87D1BBC}" destId="{5DF62DFD-4FA4-479D-BACA-0B5672D793AE}"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F0ADAC57-5F76-4944-B8DA-F10AF18831B3}" type="presOf" srcId="{FD44662F-72BB-4119-801E-24399F494A56}" destId="{2F79F4EE-99A1-4CEC-8FEE-C636AD274778}" srcOrd="0" destOrd="0" presId="urn:microsoft.com/office/officeart/2005/8/layout/chevron2"/>
    <dgm:cxn modelId="{BADF1179-6875-4FD4-8424-7C56B50A669F}" type="presOf" srcId="{7C839073-D423-4CF0-A279-F3597BB99994}" destId="{AD927985-2E20-4855-8300-EF608B954011}" srcOrd="0" destOrd="0" presId="urn:microsoft.com/office/officeart/2005/8/layout/chevron2"/>
    <dgm:cxn modelId="{F006E88A-DB1D-42D7-B807-24E9CFB91249}" type="presOf" srcId="{273FB2FC-BB42-42E4-809F-8792EAAA4D36}" destId="{6597B828-368A-4EAC-99FD-85AB3B3FB0C4}" srcOrd="0" destOrd="0" presId="urn:microsoft.com/office/officeart/2005/8/layout/chevron2"/>
    <dgm:cxn modelId="{A6AA158F-25E8-48A2-8141-3D5BEB23FFE6}" type="presOf" srcId="{68FAD2B8-B928-4799-8BC6-C42A1A6B3879}" destId="{BA57226D-E733-47AB-9C1E-7F48998AF89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79C87DE6-30B4-4001-897B-540897442805}" type="presOf" srcId="{6E4FFBC2-6C99-4467-A342-4F646E8105E8}" destId="{CA3CA37D-96A6-40F5-8283-7F5E5E75CC28}" srcOrd="0" destOrd="0" presId="urn:microsoft.com/office/officeart/2005/8/layout/chevron2"/>
    <dgm:cxn modelId="{006AEDE3-082B-4349-ADEC-1CDBE39AB3AE}" type="presParOf" srcId="{BA57226D-E733-47AB-9C1E-7F48998AF898}" destId="{CC146864-BFF0-4842-89BF-1105AD66F5D5}" srcOrd="0" destOrd="0" presId="urn:microsoft.com/office/officeart/2005/8/layout/chevron2"/>
    <dgm:cxn modelId="{FAD84E3D-B5C0-4350-9EDD-381F087A93EF}" type="presParOf" srcId="{CC146864-BFF0-4842-89BF-1105AD66F5D5}" destId="{6597B828-368A-4EAC-99FD-85AB3B3FB0C4}" srcOrd="0" destOrd="0" presId="urn:microsoft.com/office/officeart/2005/8/layout/chevron2"/>
    <dgm:cxn modelId="{259408AB-5564-4583-A090-A6E9F7D8A07E}" type="presParOf" srcId="{CC146864-BFF0-4842-89BF-1105AD66F5D5}" destId="{5DF62DFD-4FA4-479D-BACA-0B5672D793AE}" srcOrd="1" destOrd="0" presId="urn:microsoft.com/office/officeart/2005/8/layout/chevron2"/>
    <dgm:cxn modelId="{DD7CC988-5CAF-498D-8DCD-2DE33CC599DC}" type="presParOf" srcId="{BA57226D-E733-47AB-9C1E-7F48998AF898}" destId="{33D84CC3-27D8-4296-A650-E0BD45C89460}" srcOrd="1" destOrd="0" presId="urn:microsoft.com/office/officeart/2005/8/layout/chevron2"/>
    <dgm:cxn modelId="{BD721E53-16F5-4C8B-9B52-8936FE1DFEA8}" type="presParOf" srcId="{BA57226D-E733-47AB-9C1E-7F48998AF898}" destId="{8884328B-B7DF-4FEB-88E1-5749EF4A08C1}" srcOrd="2" destOrd="0" presId="urn:microsoft.com/office/officeart/2005/8/layout/chevron2"/>
    <dgm:cxn modelId="{241E4331-8858-49A9-BCC0-BD737015A22A}" type="presParOf" srcId="{8884328B-B7DF-4FEB-88E1-5749EF4A08C1}" destId="{CA3CA37D-96A6-40F5-8283-7F5E5E75CC28}" srcOrd="0" destOrd="0" presId="urn:microsoft.com/office/officeart/2005/8/layout/chevron2"/>
    <dgm:cxn modelId="{638720D4-9630-4D80-A612-6D5439C8EFCB}" type="presParOf" srcId="{8884328B-B7DF-4FEB-88E1-5749EF4A08C1}" destId="{2F79F4EE-99A1-4CEC-8FEE-C636AD274778}" srcOrd="1" destOrd="0" presId="urn:microsoft.com/office/officeart/2005/8/layout/chevron2"/>
    <dgm:cxn modelId="{AAE850ED-CE94-4D0D-942C-E758E4300D7A}" type="presParOf" srcId="{BA57226D-E733-47AB-9C1E-7F48998AF898}" destId="{A446C02B-6598-45A5-94CC-35BC3846B78B}" srcOrd="3" destOrd="0" presId="urn:microsoft.com/office/officeart/2005/8/layout/chevron2"/>
    <dgm:cxn modelId="{5E244D53-78ED-44EF-B005-FE60C889BCFB}" type="presParOf" srcId="{BA57226D-E733-47AB-9C1E-7F48998AF898}" destId="{697118F7-20AA-4D55-BECB-464BCC2F1F89}" srcOrd="4" destOrd="0" presId="urn:microsoft.com/office/officeart/2005/8/layout/chevron2"/>
    <dgm:cxn modelId="{F950D52A-887E-4CFA-8B50-D7B82D73B90B}" type="presParOf" srcId="{697118F7-20AA-4D55-BECB-464BCC2F1F89}" destId="{3196A1B1-B062-4292-A00B-1AF4EFB306CF}" srcOrd="0" destOrd="0" presId="urn:microsoft.com/office/officeart/2005/8/layout/chevron2"/>
    <dgm:cxn modelId="{1AC975E8-664A-4BA4-B3E2-1934133E0AFD}"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8A764714-6E83-4E10-9374-CEAC75C2182D}" type="presOf" srcId="{68FAD2B8-B928-4799-8BC6-C42A1A6B3879}" destId="{BA57226D-E733-47AB-9C1E-7F48998AF898}" srcOrd="0" destOrd="0" presId="urn:microsoft.com/office/officeart/2005/8/layout/chevron2"/>
    <dgm:cxn modelId="{0D77E414-0116-4EE8-8753-9F33F996A5D2}" type="presOf" srcId="{AEA98A0A-5971-4387-8F87-30E2E87D1BBC}" destId="{5DF62DFD-4FA4-479D-BACA-0B5672D793AE}"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0A898826-FFDE-4F46-8B07-D8C126DBF0F4}" type="presOf" srcId="{FD44662F-72BB-4119-801E-24399F494A56}" destId="{2F79F4EE-99A1-4CEC-8FEE-C636AD27477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0E5CBF72-A618-476F-8809-DCB26A2B5F3B}" srcId="{6E4FFBC2-6C99-4467-A342-4F646E8105E8}" destId="{FD44662F-72BB-4119-801E-24399F494A56}" srcOrd="0" destOrd="0" parTransId="{A0ACF78C-2A10-4E57-9C23-D96F4F134D67}" sibTransId="{F1AB09D1-B363-4BCF-B46E-82A7D9AC74BE}"/>
    <dgm:cxn modelId="{6CCBBC73-3443-4C0B-944D-8F38FDA71808}" type="presOf" srcId="{7C839073-D423-4CF0-A279-F3597BB99994}" destId="{AD927985-2E20-4855-8300-EF608B954011}"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E5915754-876F-43C2-B26B-23966A6FC81A}" type="presOf" srcId="{6BB193CD-2BCB-422D-9372-D29AD8AB2E75}" destId="{3196A1B1-B062-4292-A00B-1AF4EFB306CF}" srcOrd="0" destOrd="0" presId="urn:microsoft.com/office/officeart/2005/8/layout/chevron2"/>
    <dgm:cxn modelId="{856E7877-3FE5-42AF-AC50-E45AFACC7DD0}" type="presOf" srcId="{6E4FFBC2-6C99-4467-A342-4F646E8105E8}" destId="{CA3CA37D-96A6-40F5-8283-7F5E5E75CC28}" srcOrd="0" destOrd="0" presId="urn:microsoft.com/office/officeart/2005/8/layout/chevron2"/>
    <dgm:cxn modelId="{2753E8A1-4DAC-4B86-89A2-0C5D8091DF8C}" type="presOf" srcId="{273FB2FC-BB42-42E4-809F-8792EAAA4D36}" destId="{6597B828-368A-4EAC-99FD-85AB3B3FB0C4}"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E71639F8-93A8-4B41-B605-6804F1D1828A}" type="presParOf" srcId="{BA57226D-E733-47AB-9C1E-7F48998AF898}" destId="{CC146864-BFF0-4842-89BF-1105AD66F5D5}" srcOrd="0" destOrd="0" presId="urn:microsoft.com/office/officeart/2005/8/layout/chevron2"/>
    <dgm:cxn modelId="{5A2FA07C-E1FB-4B3A-96C0-220C6C0F2A2C}" type="presParOf" srcId="{CC146864-BFF0-4842-89BF-1105AD66F5D5}" destId="{6597B828-368A-4EAC-99FD-85AB3B3FB0C4}" srcOrd="0" destOrd="0" presId="urn:microsoft.com/office/officeart/2005/8/layout/chevron2"/>
    <dgm:cxn modelId="{8244F734-7AD2-467C-B8C8-DC2DBF45AECE}" type="presParOf" srcId="{CC146864-BFF0-4842-89BF-1105AD66F5D5}" destId="{5DF62DFD-4FA4-479D-BACA-0B5672D793AE}" srcOrd="1" destOrd="0" presId="urn:microsoft.com/office/officeart/2005/8/layout/chevron2"/>
    <dgm:cxn modelId="{FF0928D4-1703-404F-A783-8B89F17C8F67}" type="presParOf" srcId="{BA57226D-E733-47AB-9C1E-7F48998AF898}" destId="{33D84CC3-27D8-4296-A650-E0BD45C89460}" srcOrd="1" destOrd="0" presId="urn:microsoft.com/office/officeart/2005/8/layout/chevron2"/>
    <dgm:cxn modelId="{4B32E627-81C8-4222-AB1B-46DC9FDFBBCC}" type="presParOf" srcId="{BA57226D-E733-47AB-9C1E-7F48998AF898}" destId="{8884328B-B7DF-4FEB-88E1-5749EF4A08C1}" srcOrd="2" destOrd="0" presId="urn:microsoft.com/office/officeart/2005/8/layout/chevron2"/>
    <dgm:cxn modelId="{69EF7AF4-9C84-407E-AB6D-21DED96A7CD8}" type="presParOf" srcId="{8884328B-B7DF-4FEB-88E1-5749EF4A08C1}" destId="{CA3CA37D-96A6-40F5-8283-7F5E5E75CC28}" srcOrd="0" destOrd="0" presId="urn:microsoft.com/office/officeart/2005/8/layout/chevron2"/>
    <dgm:cxn modelId="{FA4D5129-801D-489A-82F0-7F7611344AC7}" type="presParOf" srcId="{8884328B-B7DF-4FEB-88E1-5749EF4A08C1}" destId="{2F79F4EE-99A1-4CEC-8FEE-C636AD274778}" srcOrd="1" destOrd="0" presId="urn:microsoft.com/office/officeart/2005/8/layout/chevron2"/>
    <dgm:cxn modelId="{B372CBD1-A583-470A-9E17-9D76C8AB6A19}" type="presParOf" srcId="{BA57226D-E733-47AB-9C1E-7F48998AF898}" destId="{A446C02B-6598-45A5-94CC-35BC3846B78B}" srcOrd="3" destOrd="0" presId="urn:microsoft.com/office/officeart/2005/8/layout/chevron2"/>
    <dgm:cxn modelId="{55E0A831-9C50-457F-AB6A-3B813D7F21E3}" type="presParOf" srcId="{BA57226D-E733-47AB-9C1E-7F48998AF898}" destId="{697118F7-20AA-4D55-BECB-464BCC2F1F89}" srcOrd="4" destOrd="0" presId="urn:microsoft.com/office/officeart/2005/8/layout/chevron2"/>
    <dgm:cxn modelId="{ED38EDAA-F97E-4653-8C0A-F74756FF352A}" type="presParOf" srcId="{697118F7-20AA-4D55-BECB-464BCC2F1F89}" destId="{3196A1B1-B062-4292-A00B-1AF4EFB306CF}" srcOrd="0" destOrd="0" presId="urn:microsoft.com/office/officeart/2005/8/layout/chevron2"/>
    <dgm:cxn modelId="{3E1C3DBB-3555-4FB7-9FA1-738EFF98297E}"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456EAC26-8ED9-4C75-A780-F80DA244EAA9}" srcId="{68FAD2B8-B928-4799-8BC6-C42A1A6B3879}" destId="{273FB2FC-BB42-42E4-809F-8792EAAA4D36}" srcOrd="0" destOrd="0" parTransId="{17BCC805-7DE2-4E79-AB12-41972CFF1711}" sibTransId="{17F18A71-D865-418D-A85E-39A103F44ABB}"/>
    <dgm:cxn modelId="{66FB316D-B50F-4F34-85AA-7A51AFA36068}" type="presOf" srcId="{273FB2FC-BB42-42E4-809F-8792EAAA4D36}" destId="{6597B828-368A-4EAC-99FD-85AB3B3FB0C4}"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224B8878-541D-4D00-B08B-5F8122EC91EB}" type="presOf" srcId="{AEA98A0A-5971-4387-8F87-30E2E87D1BBC}" destId="{5DF62DFD-4FA4-479D-BACA-0B5672D793AE}" srcOrd="0" destOrd="0" presId="urn:microsoft.com/office/officeart/2005/8/layout/chevron2"/>
    <dgm:cxn modelId="{8D702182-3150-4A4C-B2CA-75F2CC8B03D4}" type="presOf" srcId="{68FAD2B8-B928-4799-8BC6-C42A1A6B3879}" destId="{BA57226D-E733-47AB-9C1E-7F48998AF898}" srcOrd="0" destOrd="0" presId="urn:microsoft.com/office/officeart/2005/8/layout/chevron2"/>
    <dgm:cxn modelId="{152977B1-3E2A-47BF-ACE9-DB76CC5DD506}" type="presParOf" srcId="{BA57226D-E733-47AB-9C1E-7F48998AF898}" destId="{CC146864-BFF0-4842-89BF-1105AD66F5D5}" srcOrd="0" destOrd="0" presId="urn:microsoft.com/office/officeart/2005/8/layout/chevron2"/>
    <dgm:cxn modelId="{B3383EA8-FB09-48ED-967E-E3543570CE86}" type="presParOf" srcId="{CC146864-BFF0-4842-89BF-1105AD66F5D5}" destId="{6597B828-368A-4EAC-99FD-85AB3B3FB0C4}" srcOrd="0" destOrd="0" presId="urn:microsoft.com/office/officeart/2005/8/layout/chevron2"/>
    <dgm:cxn modelId="{E6535FA1-E4D5-48F2-8FE9-3964E159916B}"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0ACC8482-B8D8-4007-9A91-89943D97F8DA}" type="presOf" srcId="{7C839073-D423-4CF0-A279-F3597BB99994}" destId="{AD927985-2E20-4855-8300-EF608B954011}" srcOrd="0" destOrd="0" presId="urn:microsoft.com/office/officeart/2005/8/layout/chevron2"/>
    <dgm:cxn modelId="{576F9F84-385C-4999-8F6F-AA48E711E150}" type="presOf" srcId="{6BB193CD-2BCB-422D-9372-D29AD8AB2E75}" destId="{3196A1B1-B062-4292-A00B-1AF4EFB306CF}" srcOrd="0" destOrd="0" presId="urn:microsoft.com/office/officeart/2005/8/layout/chevron2"/>
    <dgm:cxn modelId="{3386729C-63AD-4722-A2E9-B39A45C156A4}" type="presOf" srcId="{68FAD2B8-B928-4799-8BC6-C42A1A6B3879}" destId="{BA57226D-E733-47AB-9C1E-7F48998AF898}" srcOrd="0" destOrd="0" presId="urn:microsoft.com/office/officeart/2005/8/layout/chevron2"/>
    <dgm:cxn modelId="{CA410FA3-AB11-4D0F-9952-47DDEFB36E16}" type="presOf" srcId="{AEA98A0A-5971-4387-8F87-30E2E87D1BBC}" destId="{5DF62DFD-4FA4-479D-BACA-0B5672D793AE}" srcOrd="0" destOrd="0" presId="urn:microsoft.com/office/officeart/2005/8/layout/chevron2"/>
    <dgm:cxn modelId="{B8F425A4-4DA5-42F0-ACF6-60FBE3E1B039}" type="presOf" srcId="{6E4FFBC2-6C99-4467-A342-4F646E8105E8}" destId="{CA3CA37D-96A6-40F5-8283-7F5E5E75CC28}" srcOrd="0" destOrd="0" presId="urn:microsoft.com/office/officeart/2005/8/layout/chevron2"/>
    <dgm:cxn modelId="{9F909DA5-098D-4E86-B9A9-F3DA672A0724}" type="presOf" srcId="{FD44662F-72BB-4119-801E-24399F494A56}" destId="{2F79F4EE-99A1-4CEC-8FEE-C636AD274778}" srcOrd="0" destOrd="0" presId="urn:microsoft.com/office/officeart/2005/8/layout/chevron2"/>
    <dgm:cxn modelId="{520C5FDA-56F4-42B2-9323-8CF5790E8391}" type="presOf" srcId="{273FB2FC-BB42-42E4-809F-8792EAAA4D36}" destId="{6597B828-368A-4EAC-99FD-85AB3B3FB0C4}"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1384F796-7431-4B13-9613-FE857E95CD3A}" type="presParOf" srcId="{BA57226D-E733-47AB-9C1E-7F48998AF898}" destId="{CC146864-BFF0-4842-89BF-1105AD66F5D5}" srcOrd="0" destOrd="0" presId="urn:microsoft.com/office/officeart/2005/8/layout/chevron2"/>
    <dgm:cxn modelId="{17CF1305-0031-4B1E-95F4-0B8132C940C6}" type="presParOf" srcId="{CC146864-BFF0-4842-89BF-1105AD66F5D5}" destId="{6597B828-368A-4EAC-99FD-85AB3B3FB0C4}" srcOrd="0" destOrd="0" presId="urn:microsoft.com/office/officeart/2005/8/layout/chevron2"/>
    <dgm:cxn modelId="{CBCD48AE-A24B-455B-9FE4-FFCB10FDE4D0}" type="presParOf" srcId="{CC146864-BFF0-4842-89BF-1105AD66F5D5}" destId="{5DF62DFD-4FA4-479D-BACA-0B5672D793AE}" srcOrd="1" destOrd="0" presId="urn:microsoft.com/office/officeart/2005/8/layout/chevron2"/>
    <dgm:cxn modelId="{09A18C47-1E26-44A7-8AC6-6FFBEC1929C0}" type="presParOf" srcId="{BA57226D-E733-47AB-9C1E-7F48998AF898}" destId="{33D84CC3-27D8-4296-A650-E0BD45C89460}" srcOrd="1" destOrd="0" presId="urn:microsoft.com/office/officeart/2005/8/layout/chevron2"/>
    <dgm:cxn modelId="{CAB73A02-BAC0-40A2-BD36-E16CBA5ED301}" type="presParOf" srcId="{BA57226D-E733-47AB-9C1E-7F48998AF898}" destId="{8884328B-B7DF-4FEB-88E1-5749EF4A08C1}" srcOrd="2" destOrd="0" presId="urn:microsoft.com/office/officeart/2005/8/layout/chevron2"/>
    <dgm:cxn modelId="{E8381E3C-2371-412A-A726-84A97B1FF3B7}" type="presParOf" srcId="{8884328B-B7DF-4FEB-88E1-5749EF4A08C1}" destId="{CA3CA37D-96A6-40F5-8283-7F5E5E75CC28}" srcOrd="0" destOrd="0" presId="urn:microsoft.com/office/officeart/2005/8/layout/chevron2"/>
    <dgm:cxn modelId="{66916195-D599-40F2-80AB-CA913B3B18DB}" type="presParOf" srcId="{8884328B-B7DF-4FEB-88E1-5749EF4A08C1}" destId="{2F79F4EE-99A1-4CEC-8FEE-C636AD274778}" srcOrd="1" destOrd="0" presId="urn:microsoft.com/office/officeart/2005/8/layout/chevron2"/>
    <dgm:cxn modelId="{597169F4-7F2B-4102-A98D-A1EBA276E31F}" type="presParOf" srcId="{BA57226D-E733-47AB-9C1E-7F48998AF898}" destId="{A446C02B-6598-45A5-94CC-35BC3846B78B}" srcOrd="3" destOrd="0" presId="urn:microsoft.com/office/officeart/2005/8/layout/chevron2"/>
    <dgm:cxn modelId="{4BEDAE0F-F859-425A-8AF5-4378A35D10D1}" type="presParOf" srcId="{BA57226D-E733-47AB-9C1E-7F48998AF898}" destId="{697118F7-20AA-4D55-BECB-464BCC2F1F89}" srcOrd="4" destOrd="0" presId="urn:microsoft.com/office/officeart/2005/8/layout/chevron2"/>
    <dgm:cxn modelId="{CB257A79-D699-4C20-B4B8-A5D7F2531709}" type="presParOf" srcId="{697118F7-20AA-4D55-BECB-464BCC2F1F89}" destId="{3196A1B1-B062-4292-A00B-1AF4EFB306CF}" srcOrd="0" destOrd="0" presId="urn:microsoft.com/office/officeart/2005/8/layout/chevron2"/>
    <dgm:cxn modelId="{48A66A5D-75C3-46F8-B0CD-76B322566F14}"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F646B10D-96CA-49F0-B24E-5FE30F7F4AC1}"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796DDB6F-F2CA-4E02-B9C4-E99B0F1615ED}" type="presOf" srcId="{273FB2FC-BB42-42E4-809F-8792EAAA4D36}" destId="{6597B828-368A-4EAC-99FD-85AB3B3FB0C4}" srcOrd="0" destOrd="0" presId="urn:microsoft.com/office/officeart/2005/8/layout/chevron2"/>
    <dgm:cxn modelId="{ED4E9372-82FC-467A-83DB-4790C6C2CABA}" type="presOf" srcId="{FD44662F-72BB-4119-801E-24399F494A56}" destId="{2F79F4EE-99A1-4CEC-8FEE-C636AD274778}"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C6034F87-FCF7-4A0E-8233-E65946CFBB8C}" type="presOf" srcId="{AEA98A0A-5971-4387-8F87-30E2E87D1BBC}" destId="{5DF62DFD-4FA4-479D-BACA-0B5672D793AE}" srcOrd="0" destOrd="0" presId="urn:microsoft.com/office/officeart/2005/8/layout/chevron2"/>
    <dgm:cxn modelId="{D6D963BA-D7CC-4E72-BB97-36EB73165BE0}" type="presOf" srcId="{7C839073-D423-4CF0-A279-F3597BB99994}" destId="{AD927985-2E20-4855-8300-EF608B954011}" srcOrd="0" destOrd="0" presId="urn:microsoft.com/office/officeart/2005/8/layout/chevron2"/>
    <dgm:cxn modelId="{C9C88DC3-00B4-4EE1-90CD-F465E984C3D3}"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F1C235F7-7E48-4760-9FAB-DE20ECB7BC52}" type="presOf" srcId="{68FAD2B8-B928-4799-8BC6-C42A1A6B3879}" destId="{BA57226D-E733-47AB-9C1E-7F48998AF898}" srcOrd="0" destOrd="0" presId="urn:microsoft.com/office/officeart/2005/8/layout/chevron2"/>
    <dgm:cxn modelId="{3B0A5D8D-C1FE-4E1A-9907-328C950DCEE6}" type="presParOf" srcId="{BA57226D-E733-47AB-9C1E-7F48998AF898}" destId="{CC146864-BFF0-4842-89BF-1105AD66F5D5}" srcOrd="0" destOrd="0" presId="urn:microsoft.com/office/officeart/2005/8/layout/chevron2"/>
    <dgm:cxn modelId="{FC93E06C-A162-49D1-9A97-1291C629A04E}" type="presParOf" srcId="{CC146864-BFF0-4842-89BF-1105AD66F5D5}" destId="{6597B828-368A-4EAC-99FD-85AB3B3FB0C4}" srcOrd="0" destOrd="0" presId="urn:microsoft.com/office/officeart/2005/8/layout/chevron2"/>
    <dgm:cxn modelId="{8E0AB5B7-A3AC-48E9-B0DE-84CE03E8C8D1}" type="presParOf" srcId="{CC146864-BFF0-4842-89BF-1105AD66F5D5}" destId="{5DF62DFD-4FA4-479D-BACA-0B5672D793AE}" srcOrd="1" destOrd="0" presId="urn:microsoft.com/office/officeart/2005/8/layout/chevron2"/>
    <dgm:cxn modelId="{B5102F4F-CE65-401F-923C-9C04743E8694}" type="presParOf" srcId="{BA57226D-E733-47AB-9C1E-7F48998AF898}" destId="{33D84CC3-27D8-4296-A650-E0BD45C89460}" srcOrd="1" destOrd="0" presId="urn:microsoft.com/office/officeart/2005/8/layout/chevron2"/>
    <dgm:cxn modelId="{38CA991E-1F61-460E-AB98-02467ED58C60}" type="presParOf" srcId="{BA57226D-E733-47AB-9C1E-7F48998AF898}" destId="{8884328B-B7DF-4FEB-88E1-5749EF4A08C1}" srcOrd="2" destOrd="0" presId="urn:microsoft.com/office/officeart/2005/8/layout/chevron2"/>
    <dgm:cxn modelId="{01C9D8F4-5CAB-4E64-8D1C-CE29FEC45D3D}" type="presParOf" srcId="{8884328B-B7DF-4FEB-88E1-5749EF4A08C1}" destId="{CA3CA37D-96A6-40F5-8283-7F5E5E75CC28}" srcOrd="0" destOrd="0" presId="urn:microsoft.com/office/officeart/2005/8/layout/chevron2"/>
    <dgm:cxn modelId="{B0A64AE2-8223-4261-9E4F-6A19F23E348B}" type="presParOf" srcId="{8884328B-B7DF-4FEB-88E1-5749EF4A08C1}" destId="{2F79F4EE-99A1-4CEC-8FEE-C636AD274778}" srcOrd="1" destOrd="0" presId="urn:microsoft.com/office/officeart/2005/8/layout/chevron2"/>
    <dgm:cxn modelId="{58C34367-BB69-4992-9DE0-CE3574C7D0C1}" type="presParOf" srcId="{BA57226D-E733-47AB-9C1E-7F48998AF898}" destId="{A446C02B-6598-45A5-94CC-35BC3846B78B}" srcOrd="3" destOrd="0" presId="urn:microsoft.com/office/officeart/2005/8/layout/chevron2"/>
    <dgm:cxn modelId="{EC0183FC-8C21-4B1A-9EBF-3BEF10B07420}" type="presParOf" srcId="{BA57226D-E733-47AB-9C1E-7F48998AF898}" destId="{697118F7-20AA-4D55-BECB-464BCC2F1F89}" srcOrd="4" destOrd="0" presId="urn:microsoft.com/office/officeart/2005/8/layout/chevron2"/>
    <dgm:cxn modelId="{DAB9C7E8-00CE-412C-B262-D25C84588CBD}" type="presParOf" srcId="{697118F7-20AA-4D55-BECB-464BCC2F1F89}" destId="{3196A1B1-B062-4292-A00B-1AF4EFB306CF}" srcOrd="0" destOrd="0" presId="urn:microsoft.com/office/officeart/2005/8/layout/chevron2"/>
    <dgm:cxn modelId="{66104EE1-36C9-4859-BDB2-10A49F306293}"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34F8270E-69D9-4F1D-8A22-C9D5FCA0408D}" type="presOf" srcId="{AEA98A0A-5971-4387-8F87-30E2E87D1BBC}" destId="{5DF62DFD-4FA4-479D-BACA-0B5672D793AE}"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82EA323E-0D93-4FDB-9B32-DE572FE6A482}" type="presOf" srcId="{68FAD2B8-B928-4799-8BC6-C42A1A6B3879}" destId="{BA57226D-E733-47AB-9C1E-7F48998AF898}"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3D9001AB-487C-4E29-A8C9-6C5A18177F85}" type="presOf" srcId="{273FB2FC-BB42-42E4-809F-8792EAAA4D36}" destId="{6597B828-368A-4EAC-99FD-85AB3B3FB0C4}" srcOrd="0" destOrd="0" presId="urn:microsoft.com/office/officeart/2005/8/layout/chevron2"/>
    <dgm:cxn modelId="{1D45697F-A5EB-421A-B0F9-83A4BDC55DB1}" type="presParOf" srcId="{BA57226D-E733-47AB-9C1E-7F48998AF898}" destId="{CC146864-BFF0-4842-89BF-1105AD66F5D5}" srcOrd="0" destOrd="0" presId="urn:microsoft.com/office/officeart/2005/8/layout/chevron2"/>
    <dgm:cxn modelId="{A12A4556-4240-43BC-B8F9-E4D5C1158B0E}" type="presParOf" srcId="{CC146864-BFF0-4842-89BF-1105AD66F5D5}" destId="{6597B828-368A-4EAC-99FD-85AB3B3FB0C4}" srcOrd="0" destOrd="0" presId="urn:microsoft.com/office/officeart/2005/8/layout/chevron2"/>
    <dgm:cxn modelId="{28E8BF02-1D55-44EE-A670-6756AE9B4CFD}"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3A92B211-0E24-4D5D-92AD-DEC65CFCF277}" type="presOf" srcId="{7C839073-D423-4CF0-A279-F3597BB99994}" destId="{AD927985-2E20-4855-8300-EF608B954011}"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A7F7C436-0DCB-4482-B989-F7FEF7B6886B}" type="presOf" srcId="{68FAD2B8-B928-4799-8BC6-C42A1A6B3879}" destId="{BA57226D-E733-47AB-9C1E-7F48998AF89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E5B17C5F-256E-4123-B26B-AAFF7EF6AB61}" type="presOf" srcId="{6BB193CD-2BCB-422D-9372-D29AD8AB2E75}" destId="{3196A1B1-B062-4292-A00B-1AF4EFB306CF}" srcOrd="0" destOrd="0" presId="urn:microsoft.com/office/officeart/2005/8/layout/chevron2"/>
    <dgm:cxn modelId="{E2F51548-451B-4FC5-8B49-9F2D36C8DA6E}" type="presOf" srcId="{273FB2FC-BB42-42E4-809F-8792EAAA4D36}" destId="{6597B828-368A-4EAC-99FD-85AB3B3FB0C4}"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B4EBB28C-CBB0-473D-BB63-776947F3E906}" type="presOf" srcId="{6E4FFBC2-6C99-4467-A342-4F646E8105E8}" destId="{CA3CA37D-96A6-40F5-8283-7F5E5E75CC28}" srcOrd="0" destOrd="0" presId="urn:microsoft.com/office/officeart/2005/8/layout/chevron2"/>
    <dgm:cxn modelId="{E3480AB3-8809-4812-947B-D2E4963EB00A}" type="presOf" srcId="{FD44662F-72BB-4119-801E-24399F494A56}" destId="{2F79F4EE-99A1-4CEC-8FEE-C636AD27477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73EAC0F8-7714-44BD-AEF7-8A0AABB0E27A}" type="presOf" srcId="{AEA98A0A-5971-4387-8F87-30E2E87D1BBC}" destId="{5DF62DFD-4FA4-479D-BACA-0B5672D793AE}" srcOrd="0" destOrd="0" presId="urn:microsoft.com/office/officeart/2005/8/layout/chevron2"/>
    <dgm:cxn modelId="{861005D4-DEED-4AD0-A581-527DD6F98BAF}" type="presParOf" srcId="{BA57226D-E733-47AB-9C1E-7F48998AF898}" destId="{CC146864-BFF0-4842-89BF-1105AD66F5D5}" srcOrd="0" destOrd="0" presId="urn:microsoft.com/office/officeart/2005/8/layout/chevron2"/>
    <dgm:cxn modelId="{AB7CB301-8B1E-4557-9E7E-179C1B341632}" type="presParOf" srcId="{CC146864-BFF0-4842-89BF-1105AD66F5D5}" destId="{6597B828-368A-4EAC-99FD-85AB3B3FB0C4}" srcOrd="0" destOrd="0" presId="urn:microsoft.com/office/officeart/2005/8/layout/chevron2"/>
    <dgm:cxn modelId="{A3D300D2-D319-431B-9B82-A8201BFCF172}" type="presParOf" srcId="{CC146864-BFF0-4842-89BF-1105AD66F5D5}" destId="{5DF62DFD-4FA4-479D-BACA-0B5672D793AE}" srcOrd="1" destOrd="0" presId="urn:microsoft.com/office/officeart/2005/8/layout/chevron2"/>
    <dgm:cxn modelId="{E3D4986E-4DE5-42BF-AF5D-71CE95CCE431}" type="presParOf" srcId="{BA57226D-E733-47AB-9C1E-7F48998AF898}" destId="{33D84CC3-27D8-4296-A650-E0BD45C89460}" srcOrd="1" destOrd="0" presId="urn:microsoft.com/office/officeart/2005/8/layout/chevron2"/>
    <dgm:cxn modelId="{C3E20226-E5D3-4AD7-B2AA-F6FEA9C25660}" type="presParOf" srcId="{BA57226D-E733-47AB-9C1E-7F48998AF898}" destId="{8884328B-B7DF-4FEB-88E1-5749EF4A08C1}" srcOrd="2" destOrd="0" presId="urn:microsoft.com/office/officeart/2005/8/layout/chevron2"/>
    <dgm:cxn modelId="{1FDD37F6-CD10-4207-9B5E-DEFAA1F8C487}" type="presParOf" srcId="{8884328B-B7DF-4FEB-88E1-5749EF4A08C1}" destId="{CA3CA37D-96A6-40F5-8283-7F5E5E75CC28}" srcOrd="0" destOrd="0" presId="urn:microsoft.com/office/officeart/2005/8/layout/chevron2"/>
    <dgm:cxn modelId="{5260279A-7A22-44C6-8CC0-76B0A2937627}" type="presParOf" srcId="{8884328B-B7DF-4FEB-88E1-5749EF4A08C1}" destId="{2F79F4EE-99A1-4CEC-8FEE-C636AD274778}" srcOrd="1" destOrd="0" presId="urn:microsoft.com/office/officeart/2005/8/layout/chevron2"/>
    <dgm:cxn modelId="{C0A0FCA9-DE72-4D70-85FE-5A62263557F3}" type="presParOf" srcId="{BA57226D-E733-47AB-9C1E-7F48998AF898}" destId="{A446C02B-6598-45A5-94CC-35BC3846B78B}" srcOrd="3" destOrd="0" presId="urn:microsoft.com/office/officeart/2005/8/layout/chevron2"/>
    <dgm:cxn modelId="{83B071B2-62D0-4EC5-8A28-D292D17CDE6F}" type="presParOf" srcId="{BA57226D-E733-47AB-9C1E-7F48998AF898}" destId="{697118F7-20AA-4D55-BECB-464BCC2F1F89}" srcOrd="4" destOrd="0" presId="urn:microsoft.com/office/officeart/2005/8/layout/chevron2"/>
    <dgm:cxn modelId="{A839D57E-BBEC-4F84-8EBD-02D6C79AB8D8}" type="presParOf" srcId="{697118F7-20AA-4D55-BECB-464BCC2F1F89}" destId="{3196A1B1-B062-4292-A00B-1AF4EFB306CF}" srcOrd="0" destOrd="0" presId="urn:microsoft.com/office/officeart/2005/8/layout/chevron2"/>
    <dgm:cxn modelId="{389D9B05-6D9E-4309-8944-49CF56BD69E2}"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A8E14C05-B759-435B-A2F2-F6C26DAB696A}"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6ACFC865-7E1D-45C6-81F6-C0FA60961780}" type="presOf" srcId="{6BB193CD-2BCB-422D-9372-D29AD8AB2E75}" destId="{3196A1B1-B062-4292-A00B-1AF4EFB306CF}"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C0B29F57-CC08-4DC8-A14E-1368CBE3686B}" type="presOf" srcId="{7C839073-D423-4CF0-A279-F3597BB99994}" destId="{AD927985-2E20-4855-8300-EF608B954011}" srcOrd="0" destOrd="0" presId="urn:microsoft.com/office/officeart/2005/8/layout/chevron2"/>
    <dgm:cxn modelId="{0E908E7C-3EF0-4784-9E29-92CE5FDD11A4}" type="presOf" srcId="{6E4FFBC2-6C99-4467-A342-4F646E8105E8}" destId="{CA3CA37D-96A6-40F5-8283-7F5E5E75CC28}" srcOrd="0" destOrd="0" presId="urn:microsoft.com/office/officeart/2005/8/layout/chevron2"/>
    <dgm:cxn modelId="{9C2EBE8B-F8F2-49A3-8E1C-F6ABA0A89702}" type="presOf" srcId="{68FAD2B8-B928-4799-8BC6-C42A1A6B3879}" destId="{BA57226D-E733-47AB-9C1E-7F48998AF898}" srcOrd="0" destOrd="0" presId="urn:microsoft.com/office/officeart/2005/8/layout/chevron2"/>
    <dgm:cxn modelId="{A4E6F394-478D-4E46-9614-FE6A0302D4A0}" type="presOf" srcId="{AEA98A0A-5971-4387-8F87-30E2E87D1BBC}" destId="{5DF62DFD-4FA4-479D-BACA-0B5672D793AE}"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E091B0EB-5640-4B25-9F65-78A627AEBF66}" type="presOf" srcId="{FD44662F-72BB-4119-801E-24399F494A56}" destId="{2F79F4EE-99A1-4CEC-8FEE-C636AD274778}" srcOrd="0" destOrd="0" presId="urn:microsoft.com/office/officeart/2005/8/layout/chevron2"/>
    <dgm:cxn modelId="{F4EB1E52-ABE5-4593-9224-74C21BE55115}" type="presParOf" srcId="{BA57226D-E733-47AB-9C1E-7F48998AF898}" destId="{CC146864-BFF0-4842-89BF-1105AD66F5D5}" srcOrd="0" destOrd="0" presId="urn:microsoft.com/office/officeart/2005/8/layout/chevron2"/>
    <dgm:cxn modelId="{05E9E3B0-6410-4DB2-B729-A1826EDF72ED}" type="presParOf" srcId="{CC146864-BFF0-4842-89BF-1105AD66F5D5}" destId="{6597B828-368A-4EAC-99FD-85AB3B3FB0C4}" srcOrd="0" destOrd="0" presId="urn:microsoft.com/office/officeart/2005/8/layout/chevron2"/>
    <dgm:cxn modelId="{CF1ED1DF-E97F-4402-9DE8-4906BE46F095}" type="presParOf" srcId="{CC146864-BFF0-4842-89BF-1105AD66F5D5}" destId="{5DF62DFD-4FA4-479D-BACA-0B5672D793AE}" srcOrd="1" destOrd="0" presId="urn:microsoft.com/office/officeart/2005/8/layout/chevron2"/>
    <dgm:cxn modelId="{CDB62DE0-316E-4504-BA3F-FBF9D0321216}" type="presParOf" srcId="{BA57226D-E733-47AB-9C1E-7F48998AF898}" destId="{33D84CC3-27D8-4296-A650-E0BD45C89460}" srcOrd="1" destOrd="0" presId="urn:microsoft.com/office/officeart/2005/8/layout/chevron2"/>
    <dgm:cxn modelId="{9A56C424-DF48-4925-A75A-77DD59DDB34D}" type="presParOf" srcId="{BA57226D-E733-47AB-9C1E-7F48998AF898}" destId="{8884328B-B7DF-4FEB-88E1-5749EF4A08C1}" srcOrd="2" destOrd="0" presId="urn:microsoft.com/office/officeart/2005/8/layout/chevron2"/>
    <dgm:cxn modelId="{02BCC658-628A-446D-9A68-76E00348CF6D}" type="presParOf" srcId="{8884328B-B7DF-4FEB-88E1-5749EF4A08C1}" destId="{CA3CA37D-96A6-40F5-8283-7F5E5E75CC28}" srcOrd="0" destOrd="0" presId="urn:microsoft.com/office/officeart/2005/8/layout/chevron2"/>
    <dgm:cxn modelId="{862CB469-80BF-4424-A4EE-B4986B09ACF4}" type="presParOf" srcId="{8884328B-B7DF-4FEB-88E1-5749EF4A08C1}" destId="{2F79F4EE-99A1-4CEC-8FEE-C636AD274778}" srcOrd="1" destOrd="0" presId="urn:microsoft.com/office/officeart/2005/8/layout/chevron2"/>
    <dgm:cxn modelId="{78C4A5F3-3908-43F6-A5A2-B149C7BE0C9F}" type="presParOf" srcId="{BA57226D-E733-47AB-9C1E-7F48998AF898}" destId="{A446C02B-6598-45A5-94CC-35BC3846B78B}" srcOrd="3" destOrd="0" presId="urn:microsoft.com/office/officeart/2005/8/layout/chevron2"/>
    <dgm:cxn modelId="{90470856-4199-4612-93A3-74CD8883D5A3}" type="presParOf" srcId="{BA57226D-E733-47AB-9C1E-7F48998AF898}" destId="{697118F7-20AA-4D55-BECB-464BCC2F1F89}" srcOrd="4" destOrd="0" presId="urn:microsoft.com/office/officeart/2005/8/layout/chevron2"/>
    <dgm:cxn modelId="{C9048A9C-77C6-4D4B-AB14-1AD5637B3D3C}" type="presParOf" srcId="{697118F7-20AA-4D55-BECB-464BCC2F1F89}" destId="{3196A1B1-B062-4292-A00B-1AF4EFB306CF}" srcOrd="0" destOrd="0" presId="urn:microsoft.com/office/officeart/2005/8/layout/chevron2"/>
    <dgm:cxn modelId="{4A378C9D-2F60-4BB3-84A3-F015966D0F89}"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3A90140D-18C0-494F-AF54-BB01DE22DFF4}" type="presOf" srcId="{AEA98A0A-5971-4387-8F87-30E2E87D1BBC}" destId="{5DF62DFD-4FA4-479D-BACA-0B5672D793AE}"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6660E35B-408E-463B-BFA8-7136CD1B7E6F}" type="presOf" srcId="{273FB2FC-BB42-42E4-809F-8792EAAA4D36}" destId="{6597B828-368A-4EAC-99FD-85AB3B3FB0C4}"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DC4A97E2-637E-4D69-AE24-C157CBC9D760}" type="presOf" srcId="{68FAD2B8-B928-4799-8BC6-C42A1A6B3879}" destId="{BA57226D-E733-47AB-9C1E-7F48998AF898}" srcOrd="0" destOrd="0" presId="urn:microsoft.com/office/officeart/2005/8/layout/chevron2"/>
    <dgm:cxn modelId="{2C41BD3F-F7FB-40D8-B658-44C61BF2F2CB}" type="presParOf" srcId="{BA57226D-E733-47AB-9C1E-7F48998AF898}" destId="{CC146864-BFF0-4842-89BF-1105AD66F5D5}" srcOrd="0" destOrd="0" presId="urn:microsoft.com/office/officeart/2005/8/layout/chevron2"/>
    <dgm:cxn modelId="{59DA43D3-E261-486F-B4F8-7B6DE5CF5256}" type="presParOf" srcId="{CC146864-BFF0-4842-89BF-1105AD66F5D5}" destId="{6597B828-368A-4EAC-99FD-85AB3B3FB0C4}" srcOrd="0" destOrd="0" presId="urn:microsoft.com/office/officeart/2005/8/layout/chevron2"/>
    <dgm:cxn modelId="{001E5F04-B512-4ADE-B48E-9D38CFB16BCA}"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9C333D0F-8A55-4305-AC27-50F28A26AB0D}" type="presOf" srcId="{FD44662F-72BB-4119-801E-24399F494A56}" destId="{2F79F4EE-99A1-4CEC-8FEE-C636AD274778}" srcOrd="0" destOrd="0" presId="urn:microsoft.com/office/officeart/2005/8/layout/chevron2"/>
    <dgm:cxn modelId="{148CB818-62A9-4824-BFBC-FC4053CF8201}"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0E5B3322-51FA-4EAA-A7C8-09B60E73BC60}" type="presOf" srcId="{273FB2FC-BB42-42E4-809F-8792EAAA4D36}" destId="{6597B828-368A-4EAC-99FD-85AB3B3FB0C4}"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B8DFBF35-B3A6-4C5F-AF7B-DBF42CB122D0}" type="presOf" srcId="{68FAD2B8-B928-4799-8BC6-C42A1A6B3879}" destId="{BA57226D-E733-47AB-9C1E-7F48998AF898}"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B4DA3939-DF08-4F5F-85A8-B26B87295758}" type="presOf" srcId="{7C839073-D423-4CF0-A279-F3597BB99994}" destId="{AD927985-2E20-4855-8300-EF608B954011}"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C0AB2654-89E3-4015-94FA-D0F937A311CC}" type="presOf" srcId="{AEA98A0A-5971-4387-8F87-30E2E87D1BBC}" destId="{5DF62DFD-4FA4-479D-BACA-0B5672D793AE}" srcOrd="0" destOrd="0" presId="urn:microsoft.com/office/officeart/2005/8/layout/chevron2"/>
    <dgm:cxn modelId="{562D87C6-F233-459F-BD75-07D23978BCC0}"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1967D7BE-CDEF-4BC7-B7FE-D0693B2B4D85}" type="presParOf" srcId="{BA57226D-E733-47AB-9C1E-7F48998AF898}" destId="{CC146864-BFF0-4842-89BF-1105AD66F5D5}" srcOrd="0" destOrd="0" presId="urn:microsoft.com/office/officeart/2005/8/layout/chevron2"/>
    <dgm:cxn modelId="{E16A01BA-5D70-4AE4-AF01-10878FBB50EC}" type="presParOf" srcId="{CC146864-BFF0-4842-89BF-1105AD66F5D5}" destId="{6597B828-368A-4EAC-99FD-85AB3B3FB0C4}" srcOrd="0" destOrd="0" presId="urn:microsoft.com/office/officeart/2005/8/layout/chevron2"/>
    <dgm:cxn modelId="{24F0909F-BEFF-419B-847E-895DBCD469C8}" type="presParOf" srcId="{CC146864-BFF0-4842-89BF-1105AD66F5D5}" destId="{5DF62DFD-4FA4-479D-BACA-0B5672D793AE}" srcOrd="1" destOrd="0" presId="urn:microsoft.com/office/officeart/2005/8/layout/chevron2"/>
    <dgm:cxn modelId="{46DB5B61-CF26-4831-8DCF-DEE5E377A711}" type="presParOf" srcId="{BA57226D-E733-47AB-9C1E-7F48998AF898}" destId="{33D84CC3-27D8-4296-A650-E0BD45C89460}" srcOrd="1" destOrd="0" presId="urn:microsoft.com/office/officeart/2005/8/layout/chevron2"/>
    <dgm:cxn modelId="{3623BC29-7646-4741-8D24-78DE6B41A7E3}" type="presParOf" srcId="{BA57226D-E733-47AB-9C1E-7F48998AF898}" destId="{8884328B-B7DF-4FEB-88E1-5749EF4A08C1}" srcOrd="2" destOrd="0" presId="urn:microsoft.com/office/officeart/2005/8/layout/chevron2"/>
    <dgm:cxn modelId="{FF00B2CF-5396-46F4-B20C-C1846C3896EF}" type="presParOf" srcId="{8884328B-B7DF-4FEB-88E1-5749EF4A08C1}" destId="{CA3CA37D-96A6-40F5-8283-7F5E5E75CC28}" srcOrd="0" destOrd="0" presId="urn:microsoft.com/office/officeart/2005/8/layout/chevron2"/>
    <dgm:cxn modelId="{61B44694-1563-40A2-B96E-BF5FED27DF00}" type="presParOf" srcId="{8884328B-B7DF-4FEB-88E1-5749EF4A08C1}" destId="{2F79F4EE-99A1-4CEC-8FEE-C636AD274778}" srcOrd="1" destOrd="0" presId="urn:microsoft.com/office/officeart/2005/8/layout/chevron2"/>
    <dgm:cxn modelId="{BC281D70-F22A-42DB-8532-BD36E71BB3CC}" type="presParOf" srcId="{BA57226D-E733-47AB-9C1E-7F48998AF898}" destId="{A446C02B-6598-45A5-94CC-35BC3846B78B}" srcOrd="3" destOrd="0" presId="urn:microsoft.com/office/officeart/2005/8/layout/chevron2"/>
    <dgm:cxn modelId="{E83E3490-1A89-4DEB-950D-033AF83312C3}" type="presParOf" srcId="{BA57226D-E733-47AB-9C1E-7F48998AF898}" destId="{697118F7-20AA-4D55-BECB-464BCC2F1F89}" srcOrd="4" destOrd="0" presId="urn:microsoft.com/office/officeart/2005/8/layout/chevron2"/>
    <dgm:cxn modelId="{51118E87-271F-4407-B90C-386ADA4C1775}" type="presParOf" srcId="{697118F7-20AA-4D55-BECB-464BCC2F1F89}" destId="{3196A1B1-B062-4292-A00B-1AF4EFB306CF}" srcOrd="0" destOrd="0" presId="urn:microsoft.com/office/officeart/2005/8/layout/chevron2"/>
    <dgm:cxn modelId="{22DEB987-517B-4336-93EC-22F2EAE33D4C}"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75495A70-A5C5-4BDF-BF76-CD43CAC28B11}" type="presOf" srcId="{273FB2FC-BB42-42E4-809F-8792EAAA4D36}" destId="{6597B828-368A-4EAC-99FD-85AB3B3FB0C4}"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4896DF9C-B0E7-4586-B881-3D45AC9AA1E2}" type="presOf" srcId="{AEA98A0A-5971-4387-8F87-30E2E87D1BBC}" destId="{5DF62DFD-4FA4-479D-BACA-0B5672D793AE}" srcOrd="0" destOrd="0" presId="urn:microsoft.com/office/officeart/2005/8/layout/chevron2"/>
    <dgm:cxn modelId="{5A68C0AC-7305-4616-9FBE-764EAE5C02C3}" type="presOf" srcId="{7C839073-D423-4CF0-A279-F3597BB99994}" destId="{AD927985-2E20-4855-8300-EF608B954011}" srcOrd="0" destOrd="0" presId="urn:microsoft.com/office/officeart/2005/8/layout/chevron2"/>
    <dgm:cxn modelId="{E9D20DB8-755C-4869-BE5B-255267D78167}" type="presOf" srcId="{6E4FFBC2-6C99-4467-A342-4F646E8105E8}" destId="{CA3CA37D-96A6-40F5-8283-7F5E5E75CC28}" srcOrd="0" destOrd="0" presId="urn:microsoft.com/office/officeart/2005/8/layout/chevron2"/>
    <dgm:cxn modelId="{879A85BB-B378-4F20-AEE8-2AD0B49FF6F8}" type="presOf" srcId="{68FAD2B8-B928-4799-8BC6-C42A1A6B3879}" destId="{BA57226D-E733-47AB-9C1E-7F48998AF898}" srcOrd="0" destOrd="0" presId="urn:microsoft.com/office/officeart/2005/8/layout/chevron2"/>
    <dgm:cxn modelId="{B7C4BCCF-A125-4A2A-BDD9-7FE136C837CF}"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8BAFBDEB-0664-4B61-931C-31BCF6197B5F}" type="presOf" srcId="{FD44662F-72BB-4119-801E-24399F494A56}" destId="{2F79F4EE-99A1-4CEC-8FEE-C636AD274778}" srcOrd="0" destOrd="0" presId="urn:microsoft.com/office/officeart/2005/8/layout/chevron2"/>
    <dgm:cxn modelId="{34F60EAF-386A-4704-87F1-A2539306C263}" type="presParOf" srcId="{BA57226D-E733-47AB-9C1E-7F48998AF898}" destId="{CC146864-BFF0-4842-89BF-1105AD66F5D5}" srcOrd="0" destOrd="0" presId="urn:microsoft.com/office/officeart/2005/8/layout/chevron2"/>
    <dgm:cxn modelId="{24E55547-6014-42C5-9E0E-F46A7FEF98F5}" type="presParOf" srcId="{CC146864-BFF0-4842-89BF-1105AD66F5D5}" destId="{6597B828-368A-4EAC-99FD-85AB3B3FB0C4}" srcOrd="0" destOrd="0" presId="urn:microsoft.com/office/officeart/2005/8/layout/chevron2"/>
    <dgm:cxn modelId="{F6F68D3E-F812-43EB-8AA1-D21502540D9A}" type="presParOf" srcId="{CC146864-BFF0-4842-89BF-1105AD66F5D5}" destId="{5DF62DFD-4FA4-479D-BACA-0B5672D793AE}" srcOrd="1" destOrd="0" presId="urn:microsoft.com/office/officeart/2005/8/layout/chevron2"/>
    <dgm:cxn modelId="{5B30F07C-836F-48F4-8A35-A3F9A5C812EC}" type="presParOf" srcId="{BA57226D-E733-47AB-9C1E-7F48998AF898}" destId="{33D84CC3-27D8-4296-A650-E0BD45C89460}" srcOrd="1" destOrd="0" presId="urn:microsoft.com/office/officeart/2005/8/layout/chevron2"/>
    <dgm:cxn modelId="{4A1F2AFD-B091-4952-9179-A3E95D1E7810}" type="presParOf" srcId="{BA57226D-E733-47AB-9C1E-7F48998AF898}" destId="{8884328B-B7DF-4FEB-88E1-5749EF4A08C1}" srcOrd="2" destOrd="0" presId="urn:microsoft.com/office/officeart/2005/8/layout/chevron2"/>
    <dgm:cxn modelId="{89535AEE-EF58-42C2-AE51-C3753D0F6DF9}" type="presParOf" srcId="{8884328B-B7DF-4FEB-88E1-5749EF4A08C1}" destId="{CA3CA37D-96A6-40F5-8283-7F5E5E75CC28}" srcOrd="0" destOrd="0" presId="urn:microsoft.com/office/officeart/2005/8/layout/chevron2"/>
    <dgm:cxn modelId="{DF6B1D4A-7286-4183-B47E-93E7D2FDE6B8}" type="presParOf" srcId="{8884328B-B7DF-4FEB-88E1-5749EF4A08C1}" destId="{2F79F4EE-99A1-4CEC-8FEE-C636AD274778}" srcOrd="1" destOrd="0" presId="urn:microsoft.com/office/officeart/2005/8/layout/chevron2"/>
    <dgm:cxn modelId="{3077E4D1-B018-4AC0-8D26-51449F95C453}" type="presParOf" srcId="{BA57226D-E733-47AB-9C1E-7F48998AF898}" destId="{A446C02B-6598-45A5-94CC-35BC3846B78B}" srcOrd="3" destOrd="0" presId="urn:microsoft.com/office/officeart/2005/8/layout/chevron2"/>
    <dgm:cxn modelId="{8DFCB23D-7850-4E9D-8A05-1302FC954D1D}" type="presParOf" srcId="{BA57226D-E733-47AB-9C1E-7F48998AF898}" destId="{697118F7-20AA-4D55-BECB-464BCC2F1F89}" srcOrd="4" destOrd="0" presId="urn:microsoft.com/office/officeart/2005/8/layout/chevron2"/>
    <dgm:cxn modelId="{59D27AD9-C31B-40F3-9C1C-98FCD5158356}" type="presParOf" srcId="{697118F7-20AA-4D55-BECB-464BCC2F1F89}" destId="{3196A1B1-B062-4292-A00B-1AF4EFB306CF}" srcOrd="0" destOrd="0" presId="urn:microsoft.com/office/officeart/2005/8/layout/chevron2"/>
    <dgm:cxn modelId="{DE275AFE-3C07-4332-9402-A410404B8BEE}"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456EAC26-8ED9-4C75-A780-F80DA244EAA9}" srcId="{68FAD2B8-B928-4799-8BC6-C42A1A6B3879}" destId="{273FB2FC-BB42-42E4-809F-8792EAAA4D36}" srcOrd="0" destOrd="0" parTransId="{17BCC805-7DE2-4E79-AB12-41972CFF1711}" sibTransId="{17F18A71-D865-418D-A85E-39A103F44ABB}"/>
    <dgm:cxn modelId="{C833402D-0202-4BEA-95DB-11F98BFF9963}" type="presOf" srcId="{AEA98A0A-5971-4387-8F87-30E2E87D1BBC}" destId="{5DF62DFD-4FA4-479D-BACA-0B5672D793AE}" srcOrd="0" destOrd="0" presId="urn:microsoft.com/office/officeart/2005/8/layout/chevron2"/>
    <dgm:cxn modelId="{CFA1AB65-51C4-46A3-817B-C3CD9C925487}" type="presOf" srcId="{68FAD2B8-B928-4799-8BC6-C42A1A6B3879}" destId="{BA57226D-E733-47AB-9C1E-7F48998AF898}"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4688758E-2FB0-4467-A299-3A660563C645}" type="presOf" srcId="{273FB2FC-BB42-42E4-809F-8792EAAA4D36}" destId="{6597B828-368A-4EAC-99FD-85AB3B3FB0C4}" srcOrd="0" destOrd="0" presId="urn:microsoft.com/office/officeart/2005/8/layout/chevron2"/>
    <dgm:cxn modelId="{161F89EE-81B4-48AE-B4E2-C60CFEE0E0B5}" type="presParOf" srcId="{BA57226D-E733-47AB-9C1E-7F48998AF898}" destId="{CC146864-BFF0-4842-89BF-1105AD66F5D5}" srcOrd="0" destOrd="0" presId="urn:microsoft.com/office/officeart/2005/8/layout/chevron2"/>
    <dgm:cxn modelId="{FCF054F2-F0BF-4D88-9537-D6C8408692A9}" type="presParOf" srcId="{CC146864-BFF0-4842-89BF-1105AD66F5D5}" destId="{6597B828-368A-4EAC-99FD-85AB3B3FB0C4}" srcOrd="0" destOrd="0" presId="urn:microsoft.com/office/officeart/2005/8/layout/chevron2"/>
    <dgm:cxn modelId="{C245FCD3-FDD3-4797-A4EE-84BC6D59599D}"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CF01F407-3B41-4768-80FE-C99438AB70D2}" type="presOf" srcId="{6E4FFBC2-6C99-4467-A342-4F646E8105E8}" destId="{CA3CA37D-96A6-40F5-8283-7F5E5E75CC28}" srcOrd="0" destOrd="0" presId="urn:microsoft.com/office/officeart/2005/8/layout/chevron2"/>
    <dgm:cxn modelId="{CFFBFE0C-1B1A-4353-9097-9D06A356A450}" type="presOf" srcId="{FD44662F-72BB-4119-801E-24399F494A56}" destId="{2F79F4EE-99A1-4CEC-8FEE-C636AD27477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BDCEEDA0-2F7D-4D92-99C0-6CE7DC947EB1}" type="presOf" srcId="{6BB193CD-2BCB-422D-9372-D29AD8AB2E75}" destId="{3196A1B1-B062-4292-A00B-1AF4EFB306CF}" srcOrd="0" destOrd="0" presId="urn:microsoft.com/office/officeart/2005/8/layout/chevron2"/>
    <dgm:cxn modelId="{539B18A2-D7AE-43B3-9218-DC26226ADAC2}" type="presOf" srcId="{AEA98A0A-5971-4387-8F87-30E2E87D1BBC}" destId="{5DF62DFD-4FA4-479D-BACA-0B5672D793AE}" srcOrd="0" destOrd="0" presId="urn:microsoft.com/office/officeart/2005/8/layout/chevron2"/>
    <dgm:cxn modelId="{2AD258A7-65A3-4328-A3EE-A1911055411F}" type="presOf" srcId="{68FAD2B8-B928-4799-8BC6-C42A1A6B3879}" destId="{BA57226D-E733-47AB-9C1E-7F48998AF898}" srcOrd="0" destOrd="0" presId="urn:microsoft.com/office/officeart/2005/8/layout/chevron2"/>
    <dgm:cxn modelId="{F736F6B7-DCB5-4E33-A308-5BB4459F54B5}" type="presOf" srcId="{273FB2FC-BB42-42E4-809F-8792EAAA4D36}" destId="{6597B828-368A-4EAC-99FD-85AB3B3FB0C4}" srcOrd="0" destOrd="0" presId="urn:microsoft.com/office/officeart/2005/8/layout/chevron2"/>
    <dgm:cxn modelId="{2392F3BD-DB62-4267-9DB4-3C6F823B2C2A}"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F3C98870-02E3-4995-AA88-C2834DAE0A4C}" type="presParOf" srcId="{BA57226D-E733-47AB-9C1E-7F48998AF898}" destId="{CC146864-BFF0-4842-89BF-1105AD66F5D5}" srcOrd="0" destOrd="0" presId="urn:microsoft.com/office/officeart/2005/8/layout/chevron2"/>
    <dgm:cxn modelId="{CDBBAC40-FD9B-4577-892A-A22D7375B9C5}" type="presParOf" srcId="{CC146864-BFF0-4842-89BF-1105AD66F5D5}" destId="{6597B828-368A-4EAC-99FD-85AB3B3FB0C4}" srcOrd="0" destOrd="0" presId="urn:microsoft.com/office/officeart/2005/8/layout/chevron2"/>
    <dgm:cxn modelId="{0DFEE6B0-F377-4ED9-8309-8A9DFBFEE654}" type="presParOf" srcId="{CC146864-BFF0-4842-89BF-1105AD66F5D5}" destId="{5DF62DFD-4FA4-479D-BACA-0B5672D793AE}" srcOrd="1" destOrd="0" presId="urn:microsoft.com/office/officeart/2005/8/layout/chevron2"/>
    <dgm:cxn modelId="{7C3677E3-CDD7-40A3-BFF3-F5150F0DFA92}" type="presParOf" srcId="{BA57226D-E733-47AB-9C1E-7F48998AF898}" destId="{33D84CC3-27D8-4296-A650-E0BD45C89460}" srcOrd="1" destOrd="0" presId="urn:microsoft.com/office/officeart/2005/8/layout/chevron2"/>
    <dgm:cxn modelId="{557E0D43-75D7-4A3B-B815-FA0EB8CD791B}" type="presParOf" srcId="{BA57226D-E733-47AB-9C1E-7F48998AF898}" destId="{8884328B-B7DF-4FEB-88E1-5749EF4A08C1}" srcOrd="2" destOrd="0" presId="urn:microsoft.com/office/officeart/2005/8/layout/chevron2"/>
    <dgm:cxn modelId="{2F9D4F84-83C8-4CC0-B444-4E80824B2F38}" type="presParOf" srcId="{8884328B-B7DF-4FEB-88E1-5749EF4A08C1}" destId="{CA3CA37D-96A6-40F5-8283-7F5E5E75CC28}" srcOrd="0" destOrd="0" presId="urn:microsoft.com/office/officeart/2005/8/layout/chevron2"/>
    <dgm:cxn modelId="{A3EA0B8C-0D6E-49FF-B58D-6110436CF225}" type="presParOf" srcId="{8884328B-B7DF-4FEB-88E1-5749EF4A08C1}" destId="{2F79F4EE-99A1-4CEC-8FEE-C636AD274778}" srcOrd="1" destOrd="0" presId="urn:microsoft.com/office/officeart/2005/8/layout/chevron2"/>
    <dgm:cxn modelId="{0A2F0601-C9DD-4C7C-9EAA-E4BBB744C43F}" type="presParOf" srcId="{BA57226D-E733-47AB-9C1E-7F48998AF898}" destId="{A446C02B-6598-45A5-94CC-35BC3846B78B}" srcOrd="3" destOrd="0" presId="urn:microsoft.com/office/officeart/2005/8/layout/chevron2"/>
    <dgm:cxn modelId="{4DE271F0-5AD2-4A5F-B762-CB4CB05350B5}" type="presParOf" srcId="{BA57226D-E733-47AB-9C1E-7F48998AF898}" destId="{697118F7-20AA-4D55-BECB-464BCC2F1F89}" srcOrd="4" destOrd="0" presId="urn:microsoft.com/office/officeart/2005/8/layout/chevron2"/>
    <dgm:cxn modelId="{626C9247-49F6-472F-B2AD-A4CCF19E83F7}" type="presParOf" srcId="{697118F7-20AA-4D55-BECB-464BCC2F1F89}" destId="{3196A1B1-B062-4292-A00B-1AF4EFB306CF}" srcOrd="0" destOrd="0" presId="urn:microsoft.com/office/officeart/2005/8/layout/chevron2"/>
    <dgm:cxn modelId="{03288FC6-8164-4C7E-A26F-9139377EF0FB}"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0C5FF10D-10F4-486E-A596-690A81546A31}" type="presOf" srcId="{FD44662F-72BB-4119-801E-24399F494A56}" destId="{2F79F4EE-99A1-4CEC-8FEE-C636AD274778}" srcOrd="0" destOrd="0" presId="urn:microsoft.com/office/officeart/2005/8/layout/chevron2"/>
    <dgm:cxn modelId="{DCA48C12-F536-43CD-923F-06A4E9E4C55D}"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9EB9A03A-92F7-4250-8342-CED6629B2D33}" type="presOf" srcId="{6BB193CD-2BCB-422D-9372-D29AD8AB2E75}" destId="{3196A1B1-B062-4292-A00B-1AF4EFB306CF}"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0D0E85BC-FD38-4EE9-8527-6A675BA801AC}" type="presOf" srcId="{7C839073-D423-4CF0-A279-F3597BB99994}" destId="{AD927985-2E20-4855-8300-EF608B954011}" srcOrd="0" destOrd="0" presId="urn:microsoft.com/office/officeart/2005/8/layout/chevron2"/>
    <dgm:cxn modelId="{71B8F9C9-456B-4D2E-91E3-31811A0B95D2}" type="presOf" srcId="{6E4FFBC2-6C99-4467-A342-4F646E8105E8}" destId="{CA3CA37D-96A6-40F5-8283-7F5E5E75CC28}" srcOrd="0" destOrd="0" presId="urn:microsoft.com/office/officeart/2005/8/layout/chevron2"/>
    <dgm:cxn modelId="{92647DD1-B954-4E9D-8A52-7115F8A96A38}" type="presOf" srcId="{AEA98A0A-5971-4387-8F87-30E2E87D1BBC}" destId="{5DF62DFD-4FA4-479D-BACA-0B5672D793AE}"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7F9C37E6-8F2B-4781-9028-33E6E852E1DB}" type="presOf" srcId="{68FAD2B8-B928-4799-8BC6-C42A1A6B3879}" destId="{BA57226D-E733-47AB-9C1E-7F48998AF898}" srcOrd="0" destOrd="0" presId="urn:microsoft.com/office/officeart/2005/8/layout/chevron2"/>
    <dgm:cxn modelId="{2E7DF365-8CAB-444F-8EBE-D879AAA68B4B}" type="presParOf" srcId="{BA57226D-E733-47AB-9C1E-7F48998AF898}" destId="{CC146864-BFF0-4842-89BF-1105AD66F5D5}" srcOrd="0" destOrd="0" presId="urn:microsoft.com/office/officeart/2005/8/layout/chevron2"/>
    <dgm:cxn modelId="{A027BA7B-D574-45D4-ACEA-BEAF59C42E09}" type="presParOf" srcId="{CC146864-BFF0-4842-89BF-1105AD66F5D5}" destId="{6597B828-368A-4EAC-99FD-85AB3B3FB0C4}" srcOrd="0" destOrd="0" presId="urn:microsoft.com/office/officeart/2005/8/layout/chevron2"/>
    <dgm:cxn modelId="{4891625C-B9D4-4C36-91BE-D9831275BD84}" type="presParOf" srcId="{CC146864-BFF0-4842-89BF-1105AD66F5D5}" destId="{5DF62DFD-4FA4-479D-BACA-0B5672D793AE}" srcOrd="1" destOrd="0" presId="urn:microsoft.com/office/officeart/2005/8/layout/chevron2"/>
    <dgm:cxn modelId="{E71B991F-2553-4C27-A3FA-4B5EF688DA01}" type="presParOf" srcId="{BA57226D-E733-47AB-9C1E-7F48998AF898}" destId="{33D84CC3-27D8-4296-A650-E0BD45C89460}" srcOrd="1" destOrd="0" presId="urn:microsoft.com/office/officeart/2005/8/layout/chevron2"/>
    <dgm:cxn modelId="{8FE3C92F-B8DA-4DB1-ADFC-7207D479EC35}" type="presParOf" srcId="{BA57226D-E733-47AB-9C1E-7F48998AF898}" destId="{8884328B-B7DF-4FEB-88E1-5749EF4A08C1}" srcOrd="2" destOrd="0" presId="urn:microsoft.com/office/officeart/2005/8/layout/chevron2"/>
    <dgm:cxn modelId="{D6D93236-748D-4579-89C3-C56913A9C281}" type="presParOf" srcId="{8884328B-B7DF-4FEB-88E1-5749EF4A08C1}" destId="{CA3CA37D-96A6-40F5-8283-7F5E5E75CC28}" srcOrd="0" destOrd="0" presId="urn:microsoft.com/office/officeart/2005/8/layout/chevron2"/>
    <dgm:cxn modelId="{1F86F273-8842-4448-8689-D85E7761655C}" type="presParOf" srcId="{8884328B-B7DF-4FEB-88E1-5749EF4A08C1}" destId="{2F79F4EE-99A1-4CEC-8FEE-C636AD274778}" srcOrd="1" destOrd="0" presId="urn:microsoft.com/office/officeart/2005/8/layout/chevron2"/>
    <dgm:cxn modelId="{C090CF32-CC22-4E66-B8D5-D032E0ED8C45}" type="presParOf" srcId="{BA57226D-E733-47AB-9C1E-7F48998AF898}" destId="{A446C02B-6598-45A5-94CC-35BC3846B78B}" srcOrd="3" destOrd="0" presId="urn:microsoft.com/office/officeart/2005/8/layout/chevron2"/>
    <dgm:cxn modelId="{558D27C7-CF08-438D-9A5B-4B8FDFC11286}" type="presParOf" srcId="{BA57226D-E733-47AB-9C1E-7F48998AF898}" destId="{697118F7-20AA-4D55-BECB-464BCC2F1F89}" srcOrd="4" destOrd="0" presId="urn:microsoft.com/office/officeart/2005/8/layout/chevron2"/>
    <dgm:cxn modelId="{F637F8C5-6E8D-474C-8977-E6003B5C8AC2}" type="presParOf" srcId="{697118F7-20AA-4D55-BECB-464BCC2F1F89}" destId="{3196A1B1-B062-4292-A00B-1AF4EFB306CF}" srcOrd="0" destOrd="0" presId="urn:microsoft.com/office/officeart/2005/8/layout/chevron2"/>
    <dgm:cxn modelId="{5CEADF0E-5EFA-417D-BE7C-DF52532CB382}"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456EAC26-8ED9-4C75-A780-F80DA244EAA9}" srcId="{68FAD2B8-B928-4799-8BC6-C42A1A6B3879}" destId="{273FB2FC-BB42-42E4-809F-8792EAAA4D36}" srcOrd="0" destOrd="0" parTransId="{17BCC805-7DE2-4E79-AB12-41972CFF1711}" sibTransId="{17F18A71-D865-418D-A85E-39A103F44ABB}"/>
    <dgm:cxn modelId="{A8C89F43-56AD-48A3-B8E4-6E0E7C8451FF}" type="presOf" srcId="{68FAD2B8-B928-4799-8BC6-C42A1A6B3879}" destId="{BA57226D-E733-47AB-9C1E-7F48998AF898}"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29CF577F-E45C-40B6-BA7E-5893B7635C65}" type="presOf" srcId="{273FB2FC-BB42-42E4-809F-8792EAAA4D36}" destId="{6597B828-368A-4EAC-99FD-85AB3B3FB0C4}" srcOrd="0" destOrd="0" presId="urn:microsoft.com/office/officeart/2005/8/layout/chevron2"/>
    <dgm:cxn modelId="{037AF691-D564-468A-83F0-ED6798D7D9A7}" type="presOf" srcId="{AEA98A0A-5971-4387-8F87-30E2E87D1BBC}" destId="{5DF62DFD-4FA4-479D-BACA-0B5672D793AE}" srcOrd="0" destOrd="0" presId="urn:microsoft.com/office/officeart/2005/8/layout/chevron2"/>
    <dgm:cxn modelId="{EF7CB31E-FCE3-4C9B-AF2B-5037A419FC86}" type="presParOf" srcId="{BA57226D-E733-47AB-9C1E-7F48998AF898}" destId="{CC146864-BFF0-4842-89BF-1105AD66F5D5}" srcOrd="0" destOrd="0" presId="urn:microsoft.com/office/officeart/2005/8/layout/chevron2"/>
    <dgm:cxn modelId="{8993B9AA-7A07-4554-9472-15A1DD4DB158}" type="presParOf" srcId="{CC146864-BFF0-4842-89BF-1105AD66F5D5}" destId="{6597B828-368A-4EAC-99FD-85AB3B3FB0C4}" srcOrd="0" destOrd="0" presId="urn:microsoft.com/office/officeart/2005/8/layout/chevron2"/>
    <dgm:cxn modelId="{34C5BCD5-1914-4C7C-BB74-26EDBAA7C877}"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152CB302-7580-4F77-BF6A-BD27F89F346D}" type="presOf" srcId="{AEA98A0A-5971-4387-8F87-30E2E87D1BBC}" destId="{5DF62DFD-4FA4-479D-BACA-0B5672D793AE}" srcOrd="0" destOrd="0" presId="urn:microsoft.com/office/officeart/2005/8/layout/chevron2"/>
    <dgm:cxn modelId="{78F84414-8A56-4ECD-A7A1-5CBE94CA5538}"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68786661-3406-4712-8252-76AFD722EC1E}" type="presOf" srcId="{7C839073-D423-4CF0-A279-F3597BB99994}" destId="{AD927985-2E20-4855-8300-EF608B954011}"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79D902A5-0A41-4C3C-9FFA-BF025021B335}" type="presOf" srcId="{FD44662F-72BB-4119-801E-24399F494A56}" destId="{2F79F4EE-99A1-4CEC-8FEE-C636AD274778}" srcOrd="0" destOrd="0" presId="urn:microsoft.com/office/officeart/2005/8/layout/chevron2"/>
    <dgm:cxn modelId="{340917B7-3FD4-4B45-B71A-C97F86278D91}" type="presOf" srcId="{68FAD2B8-B928-4799-8BC6-C42A1A6B3879}" destId="{BA57226D-E733-47AB-9C1E-7F48998AF898}" srcOrd="0" destOrd="0" presId="urn:microsoft.com/office/officeart/2005/8/layout/chevron2"/>
    <dgm:cxn modelId="{5307A5D9-4FE3-44B4-A016-1E875DD12D98}" type="presOf" srcId="{6BB193CD-2BCB-422D-9372-D29AD8AB2E75}" destId="{3196A1B1-B062-4292-A00B-1AF4EFB306CF}"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29F1B6EB-FC05-4846-ACC8-93A31F9A8201}" type="presOf" srcId="{273FB2FC-BB42-42E4-809F-8792EAAA4D36}" destId="{6597B828-368A-4EAC-99FD-85AB3B3FB0C4}" srcOrd="0" destOrd="0" presId="urn:microsoft.com/office/officeart/2005/8/layout/chevron2"/>
    <dgm:cxn modelId="{DE2106A6-AC7D-48A1-9129-21FCF5B66F1D}" type="presParOf" srcId="{BA57226D-E733-47AB-9C1E-7F48998AF898}" destId="{CC146864-BFF0-4842-89BF-1105AD66F5D5}" srcOrd="0" destOrd="0" presId="urn:microsoft.com/office/officeart/2005/8/layout/chevron2"/>
    <dgm:cxn modelId="{FA37E7CF-EDA8-423A-A59C-BE4C329CD4C4}" type="presParOf" srcId="{CC146864-BFF0-4842-89BF-1105AD66F5D5}" destId="{6597B828-368A-4EAC-99FD-85AB3B3FB0C4}" srcOrd="0" destOrd="0" presId="urn:microsoft.com/office/officeart/2005/8/layout/chevron2"/>
    <dgm:cxn modelId="{3966A224-45A3-4D59-850F-C75EDFD27BDC}" type="presParOf" srcId="{CC146864-BFF0-4842-89BF-1105AD66F5D5}" destId="{5DF62DFD-4FA4-479D-BACA-0B5672D793AE}" srcOrd="1" destOrd="0" presId="urn:microsoft.com/office/officeart/2005/8/layout/chevron2"/>
    <dgm:cxn modelId="{5F0DA19E-E841-4E34-B3BB-611B9E1D624C}" type="presParOf" srcId="{BA57226D-E733-47AB-9C1E-7F48998AF898}" destId="{33D84CC3-27D8-4296-A650-E0BD45C89460}" srcOrd="1" destOrd="0" presId="urn:microsoft.com/office/officeart/2005/8/layout/chevron2"/>
    <dgm:cxn modelId="{761BB27C-09BF-4558-979B-E06508D9E9CE}" type="presParOf" srcId="{BA57226D-E733-47AB-9C1E-7F48998AF898}" destId="{8884328B-B7DF-4FEB-88E1-5749EF4A08C1}" srcOrd="2" destOrd="0" presId="urn:microsoft.com/office/officeart/2005/8/layout/chevron2"/>
    <dgm:cxn modelId="{FE578E00-143D-4B31-BFB9-A1C388B09DC0}" type="presParOf" srcId="{8884328B-B7DF-4FEB-88E1-5749EF4A08C1}" destId="{CA3CA37D-96A6-40F5-8283-7F5E5E75CC28}" srcOrd="0" destOrd="0" presId="urn:microsoft.com/office/officeart/2005/8/layout/chevron2"/>
    <dgm:cxn modelId="{4EDB6471-AD9C-46D0-A2D4-2324177E3D59}" type="presParOf" srcId="{8884328B-B7DF-4FEB-88E1-5749EF4A08C1}" destId="{2F79F4EE-99A1-4CEC-8FEE-C636AD274778}" srcOrd="1" destOrd="0" presId="urn:microsoft.com/office/officeart/2005/8/layout/chevron2"/>
    <dgm:cxn modelId="{F940B9BA-3B5F-4CA9-AA26-7353996D4073}" type="presParOf" srcId="{BA57226D-E733-47AB-9C1E-7F48998AF898}" destId="{A446C02B-6598-45A5-94CC-35BC3846B78B}" srcOrd="3" destOrd="0" presId="urn:microsoft.com/office/officeart/2005/8/layout/chevron2"/>
    <dgm:cxn modelId="{2954E904-B8B5-435F-8E7B-B36E84859B41}" type="presParOf" srcId="{BA57226D-E733-47AB-9C1E-7F48998AF898}" destId="{697118F7-20AA-4D55-BECB-464BCC2F1F89}" srcOrd="4" destOrd="0" presId="urn:microsoft.com/office/officeart/2005/8/layout/chevron2"/>
    <dgm:cxn modelId="{4FC4010C-7255-4259-A2B1-C37E269D8912}" type="presParOf" srcId="{697118F7-20AA-4D55-BECB-464BCC2F1F89}" destId="{3196A1B1-B062-4292-A00B-1AF4EFB306CF}" srcOrd="0" destOrd="0" presId="urn:microsoft.com/office/officeart/2005/8/layout/chevron2"/>
    <dgm:cxn modelId="{C87383BB-CAA1-4017-85E2-32C2169EEB31}"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0E5A5743-1028-4C74-8EF3-2195BA45A71B}" type="presOf" srcId="{6BB193CD-2BCB-422D-9372-D29AD8AB2E75}" destId="{3196A1B1-B062-4292-A00B-1AF4EFB306CF}" srcOrd="0" destOrd="0" presId="urn:microsoft.com/office/officeart/2005/8/layout/chevron2"/>
    <dgm:cxn modelId="{16AA0E6E-D37B-4BD9-98AD-4F46F3FBD025}" type="presOf" srcId="{AEA98A0A-5971-4387-8F87-30E2E87D1BBC}" destId="{5DF62DFD-4FA4-479D-BACA-0B5672D793AE}"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2CBB9D92-DAD5-481A-BA1B-930EEF18DF26}" type="presOf" srcId="{6E4FFBC2-6C99-4467-A342-4F646E8105E8}" destId="{CA3CA37D-96A6-40F5-8283-7F5E5E75CC28}" srcOrd="0" destOrd="0" presId="urn:microsoft.com/office/officeart/2005/8/layout/chevron2"/>
    <dgm:cxn modelId="{75F9B2AA-F55E-4D9F-9585-1CAEB2243893}" type="presOf" srcId="{68FAD2B8-B928-4799-8BC6-C42A1A6B3879}" destId="{BA57226D-E733-47AB-9C1E-7F48998AF898}" srcOrd="0" destOrd="0" presId="urn:microsoft.com/office/officeart/2005/8/layout/chevron2"/>
    <dgm:cxn modelId="{273311D9-B44D-44E1-ABED-5A40B669371A}" type="presOf" srcId="{273FB2FC-BB42-42E4-809F-8792EAAA4D36}" destId="{6597B828-368A-4EAC-99FD-85AB3B3FB0C4}"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F90FD4F0-CFD1-4F6D-83CE-4784E671005E}" type="presOf" srcId="{FD44662F-72BB-4119-801E-24399F494A56}" destId="{2F79F4EE-99A1-4CEC-8FEE-C636AD274778}" srcOrd="0" destOrd="0" presId="urn:microsoft.com/office/officeart/2005/8/layout/chevron2"/>
    <dgm:cxn modelId="{0D7745FA-1C6C-46FE-9721-42DE7E791AD8}" type="presOf" srcId="{7C839073-D423-4CF0-A279-F3597BB99994}" destId="{AD927985-2E20-4855-8300-EF608B954011}" srcOrd="0" destOrd="0" presId="urn:microsoft.com/office/officeart/2005/8/layout/chevron2"/>
    <dgm:cxn modelId="{C5F57AEA-9C75-43DB-B62B-13837E026320}" type="presParOf" srcId="{BA57226D-E733-47AB-9C1E-7F48998AF898}" destId="{CC146864-BFF0-4842-89BF-1105AD66F5D5}" srcOrd="0" destOrd="0" presId="urn:microsoft.com/office/officeart/2005/8/layout/chevron2"/>
    <dgm:cxn modelId="{CCB7876F-19A8-47FA-90AE-BC56D25F09BE}" type="presParOf" srcId="{CC146864-BFF0-4842-89BF-1105AD66F5D5}" destId="{6597B828-368A-4EAC-99FD-85AB3B3FB0C4}" srcOrd="0" destOrd="0" presId="urn:microsoft.com/office/officeart/2005/8/layout/chevron2"/>
    <dgm:cxn modelId="{301EABD6-50EF-4C08-9B57-D035BA14B2BD}" type="presParOf" srcId="{CC146864-BFF0-4842-89BF-1105AD66F5D5}" destId="{5DF62DFD-4FA4-479D-BACA-0B5672D793AE}" srcOrd="1" destOrd="0" presId="urn:microsoft.com/office/officeart/2005/8/layout/chevron2"/>
    <dgm:cxn modelId="{32A97A2E-3DD3-4E36-8C73-DE95A8D606E7}" type="presParOf" srcId="{BA57226D-E733-47AB-9C1E-7F48998AF898}" destId="{33D84CC3-27D8-4296-A650-E0BD45C89460}" srcOrd="1" destOrd="0" presId="urn:microsoft.com/office/officeart/2005/8/layout/chevron2"/>
    <dgm:cxn modelId="{406AFEB4-76CF-44C4-BF85-DB62D3B57775}" type="presParOf" srcId="{BA57226D-E733-47AB-9C1E-7F48998AF898}" destId="{8884328B-B7DF-4FEB-88E1-5749EF4A08C1}" srcOrd="2" destOrd="0" presId="urn:microsoft.com/office/officeart/2005/8/layout/chevron2"/>
    <dgm:cxn modelId="{77E8258C-94CA-465D-833A-437D96F07F9F}" type="presParOf" srcId="{8884328B-B7DF-4FEB-88E1-5749EF4A08C1}" destId="{CA3CA37D-96A6-40F5-8283-7F5E5E75CC28}" srcOrd="0" destOrd="0" presId="urn:microsoft.com/office/officeart/2005/8/layout/chevron2"/>
    <dgm:cxn modelId="{834AFFB8-7F86-48A1-88E9-611A7381F807}" type="presParOf" srcId="{8884328B-B7DF-4FEB-88E1-5749EF4A08C1}" destId="{2F79F4EE-99A1-4CEC-8FEE-C636AD274778}" srcOrd="1" destOrd="0" presId="urn:microsoft.com/office/officeart/2005/8/layout/chevron2"/>
    <dgm:cxn modelId="{F3A8A647-9F8D-4A26-B400-15DF0AA7EA37}" type="presParOf" srcId="{BA57226D-E733-47AB-9C1E-7F48998AF898}" destId="{A446C02B-6598-45A5-94CC-35BC3846B78B}" srcOrd="3" destOrd="0" presId="urn:microsoft.com/office/officeart/2005/8/layout/chevron2"/>
    <dgm:cxn modelId="{AF26CEE5-4A1C-4F33-A0DC-40E5447A4913}" type="presParOf" srcId="{BA57226D-E733-47AB-9C1E-7F48998AF898}" destId="{697118F7-20AA-4D55-BECB-464BCC2F1F89}" srcOrd="4" destOrd="0" presId="urn:microsoft.com/office/officeart/2005/8/layout/chevron2"/>
    <dgm:cxn modelId="{7354D6B9-3D08-46EE-B4AC-0A52699BE104}" type="presParOf" srcId="{697118F7-20AA-4D55-BECB-464BCC2F1F89}" destId="{3196A1B1-B062-4292-A00B-1AF4EFB306CF}" srcOrd="0" destOrd="0" presId="urn:microsoft.com/office/officeart/2005/8/layout/chevron2"/>
    <dgm:cxn modelId="{1D80073E-78C4-4051-B66E-56791939B8E6}"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456EAC26-8ED9-4C75-A780-F80DA244EAA9}" srcId="{68FAD2B8-B928-4799-8BC6-C42A1A6B3879}" destId="{273FB2FC-BB42-42E4-809F-8792EAAA4D36}" srcOrd="0" destOrd="0" parTransId="{17BCC805-7DE2-4E79-AB12-41972CFF1711}" sibTransId="{17F18A71-D865-418D-A85E-39A103F44ABB}"/>
    <dgm:cxn modelId="{B935653F-AFC8-4F12-9FA9-3C4E06F30493}" type="presOf" srcId="{273FB2FC-BB42-42E4-809F-8792EAAA4D36}" destId="{6597B828-368A-4EAC-99FD-85AB3B3FB0C4}"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F4C68D88-A076-4D12-A788-BB6AF9E42716}" type="presOf" srcId="{AEA98A0A-5971-4387-8F87-30E2E87D1BBC}" destId="{5DF62DFD-4FA4-479D-BACA-0B5672D793AE}" srcOrd="0" destOrd="0" presId="urn:microsoft.com/office/officeart/2005/8/layout/chevron2"/>
    <dgm:cxn modelId="{550617AA-93CF-4FBC-AACF-119C12FDAE51}" type="presOf" srcId="{68FAD2B8-B928-4799-8BC6-C42A1A6B3879}" destId="{BA57226D-E733-47AB-9C1E-7F48998AF898}" srcOrd="0" destOrd="0" presId="urn:microsoft.com/office/officeart/2005/8/layout/chevron2"/>
    <dgm:cxn modelId="{BCF720D3-7B7B-46B9-8C69-4473B00CC77C}" type="presParOf" srcId="{BA57226D-E733-47AB-9C1E-7F48998AF898}" destId="{CC146864-BFF0-4842-89BF-1105AD66F5D5}" srcOrd="0" destOrd="0" presId="urn:microsoft.com/office/officeart/2005/8/layout/chevron2"/>
    <dgm:cxn modelId="{217E75F9-E5BF-46CF-9781-CA115CEAFE79}" type="presParOf" srcId="{CC146864-BFF0-4842-89BF-1105AD66F5D5}" destId="{6597B828-368A-4EAC-99FD-85AB3B3FB0C4}" srcOrd="0" destOrd="0" presId="urn:microsoft.com/office/officeart/2005/8/layout/chevron2"/>
    <dgm:cxn modelId="{AD4CA1B1-B299-45E9-A31C-E614D1F763D0}"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04A0C916-7E4C-4FCA-A2CE-89474F5BDDDF}" type="presOf" srcId="{273FB2FC-BB42-42E4-809F-8792EAAA4D36}" destId="{6597B828-368A-4EAC-99FD-85AB3B3FB0C4}"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F0D9143B-6BA9-4D4F-9BDE-C6D68A5BCA12}" type="presOf" srcId="{7C839073-D423-4CF0-A279-F3597BB99994}" destId="{AD927985-2E20-4855-8300-EF608B954011}"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3FD11159-7348-4836-84FF-79B544476303}" type="presOf" srcId="{68FAD2B8-B928-4799-8BC6-C42A1A6B3879}" destId="{BA57226D-E733-47AB-9C1E-7F48998AF898}" srcOrd="0" destOrd="0" presId="urn:microsoft.com/office/officeart/2005/8/layout/chevron2"/>
    <dgm:cxn modelId="{8D3F119A-2479-4EBC-BB3D-21779885DF84}" type="presOf" srcId="{AEA98A0A-5971-4387-8F87-30E2E87D1BBC}" destId="{5DF62DFD-4FA4-479D-BACA-0B5672D793AE}" srcOrd="0" destOrd="0" presId="urn:microsoft.com/office/officeart/2005/8/layout/chevron2"/>
    <dgm:cxn modelId="{4B31E2BE-7CFC-4DF5-B3E8-A8E46EB9649B}" type="presOf" srcId="{6BB193CD-2BCB-422D-9372-D29AD8AB2E75}" destId="{3196A1B1-B062-4292-A00B-1AF4EFB306CF}" srcOrd="0" destOrd="0" presId="urn:microsoft.com/office/officeart/2005/8/layout/chevron2"/>
    <dgm:cxn modelId="{E9CD6EBF-0108-460E-8E4F-7A63AE5C1255}" type="presOf" srcId="{FD44662F-72BB-4119-801E-24399F494A56}" destId="{2F79F4EE-99A1-4CEC-8FEE-C636AD274778}" srcOrd="0" destOrd="0" presId="urn:microsoft.com/office/officeart/2005/8/layout/chevron2"/>
    <dgm:cxn modelId="{2F6AF8C1-BCA6-472D-8880-DC10ED4E17BC}" type="presOf" srcId="{6E4FFBC2-6C99-4467-A342-4F646E8105E8}" destId="{CA3CA37D-96A6-40F5-8283-7F5E5E75CC2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D8B84EC0-F6E7-4134-BD49-4AE5F935FB02}" type="presParOf" srcId="{BA57226D-E733-47AB-9C1E-7F48998AF898}" destId="{CC146864-BFF0-4842-89BF-1105AD66F5D5}" srcOrd="0" destOrd="0" presId="urn:microsoft.com/office/officeart/2005/8/layout/chevron2"/>
    <dgm:cxn modelId="{C69D2DBD-6CB9-454D-9AA8-248EE7543A82}" type="presParOf" srcId="{CC146864-BFF0-4842-89BF-1105AD66F5D5}" destId="{6597B828-368A-4EAC-99FD-85AB3B3FB0C4}" srcOrd="0" destOrd="0" presId="urn:microsoft.com/office/officeart/2005/8/layout/chevron2"/>
    <dgm:cxn modelId="{8BA250E7-FFDD-4E47-AF84-D69978E8C3F0}" type="presParOf" srcId="{CC146864-BFF0-4842-89BF-1105AD66F5D5}" destId="{5DF62DFD-4FA4-479D-BACA-0B5672D793AE}" srcOrd="1" destOrd="0" presId="urn:microsoft.com/office/officeart/2005/8/layout/chevron2"/>
    <dgm:cxn modelId="{4FEA31D5-64D6-4029-BB1F-38121509CF08}" type="presParOf" srcId="{BA57226D-E733-47AB-9C1E-7F48998AF898}" destId="{33D84CC3-27D8-4296-A650-E0BD45C89460}" srcOrd="1" destOrd="0" presId="urn:microsoft.com/office/officeart/2005/8/layout/chevron2"/>
    <dgm:cxn modelId="{213D3AA4-851D-4E45-9BD0-148D71E6E48E}" type="presParOf" srcId="{BA57226D-E733-47AB-9C1E-7F48998AF898}" destId="{8884328B-B7DF-4FEB-88E1-5749EF4A08C1}" srcOrd="2" destOrd="0" presId="urn:microsoft.com/office/officeart/2005/8/layout/chevron2"/>
    <dgm:cxn modelId="{3EDF52E2-9EA7-45B4-AB94-ED7BE4114BBC}" type="presParOf" srcId="{8884328B-B7DF-4FEB-88E1-5749EF4A08C1}" destId="{CA3CA37D-96A6-40F5-8283-7F5E5E75CC28}" srcOrd="0" destOrd="0" presId="urn:microsoft.com/office/officeart/2005/8/layout/chevron2"/>
    <dgm:cxn modelId="{AD359126-B9CB-4084-A9E9-E6E6835C4BEB}" type="presParOf" srcId="{8884328B-B7DF-4FEB-88E1-5749EF4A08C1}" destId="{2F79F4EE-99A1-4CEC-8FEE-C636AD274778}" srcOrd="1" destOrd="0" presId="urn:microsoft.com/office/officeart/2005/8/layout/chevron2"/>
    <dgm:cxn modelId="{1E2F5519-E74C-495E-B68C-5D74F66B6C53}" type="presParOf" srcId="{BA57226D-E733-47AB-9C1E-7F48998AF898}" destId="{A446C02B-6598-45A5-94CC-35BC3846B78B}" srcOrd="3" destOrd="0" presId="urn:microsoft.com/office/officeart/2005/8/layout/chevron2"/>
    <dgm:cxn modelId="{2C0DAB6A-D540-4031-A253-83D2F97CE533}" type="presParOf" srcId="{BA57226D-E733-47AB-9C1E-7F48998AF898}" destId="{697118F7-20AA-4D55-BECB-464BCC2F1F89}" srcOrd="4" destOrd="0" presId="urn:microsoft.com/office/officeart/2005/8/layout/chevron2"/>
    <dgm:cxn modelId="{077CAFA3-1668-401F-A811-E9FAB6F9DFBD}" type="presParOf" srcId="{697118F7-20AA-4D55-BECB-464BCC2F1F89}" destId="{3196A1B1-B062-4292-A00B-1AF4EFB306CF}" srcOrd="0" destOrd="0" presId="urn:microsoft.com/office/officeart/2005/8/layout/chevron2"/>
    <dgm:cxn modelId="{0397697F-0142-4CCC-94B3-93EA2180234F}"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61FE766B-2066-4845-BE17-E77F523F119E}" type="presOf" srcId="{AEA98A0A-5971-4387-8F87-30E2E87D1BBC}" destId="{5DF62DFD-4FA4-479D-BACA-0B5672D793AE}"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B1ACA856-3D79-4005-A8B3-4E7E3EE7B373}" type="presOf" srcId="{68FAD2B8-B928-4799-8BC6-C42A1A6B3879}" destId="{BA57226D-E733-47AB-9C1E-7F48998AF898}" srcOrd="0" destOrd="0" presId="urn:microsoft.com/office/officeart/2005/8/layout/chevron2"/>
    <dgm:cxn modelId="{5CA4F976-8651-4E14-A7AA-E5C4AF0F23F9}" type="presOf" srcId="{6E4FFBC2-6C99-4467-A342-4F646E8105E8}" destId="{CA3CA37D-96A6-40F5-8283-7F5E5E75CC28}" srcOrd="0" destOrd="0" presId="urn:microsoft.com/office/officeart/2005/8/layout/chevron2"/>
    <dgm:cxn modelId="{E77DBB7F-DD31-4631-8796-B728BC217040}" type="presOf" srcId="{7C839073-D423-4CF0-A279-F3597BB99994}" destId="{AD927985-2E20-4855-8300-EF608B954011}" srcOrd="0" destOrd="0" presId="urn:microsoft.com/office/officeart/2005/8/layout/chevron2"/>
    <dgm:cxn modelId="{B8BD398A-0A13-4521-8858-5B832882137D}" type="presOf" srcId="{6BB193CD-2BCB-422D-9372-D29AD8AB2E75}" destId="{3196A1B1-B062-4292-A00B-1AF4EFB306CF}" srcOrd="0" destOrd="0" presId="urn:microsoft.com/office/officeart/2005/8/layout/chevron2"/>
    <dgm:cxn modelId="{949560BA-C537-49CB-9E4F-1ED7C3B3D1E1}" type="presOf" srcId="{FD44662F-72BB-4119-801E-24399F494A56}" destId="{2F79F4EE-99A1-4CEC-8FEE-C636AD27477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F4D75DFF-724E-4FBD-9456-246B61DF9250}" type="presOf" srcId="{273FB2FC-BB42-42E4-809F-8792EAAA4D36}" destId="{6597B828-368A-4EAC-99FD-85AB3B3FB0C4}" srcOrd="0" destOrd="0" presId="urn:microsoft.com/office/officeart/2005/8/layout/chevron2"/>
    <dgm:cxn modelId="{27A9832F-D14E-4636-B30A-045B8C7471A8}" type="presParOf" srcId="{BA57226D-E733-47AB-9C1E-7F48998AF898}" destId="{CC146864-BFF0-4842-89BF-1105AD66F5D5}" srcOrd="0" destOrd="0" presId="urn:microsoft.com/office/officeart/2005/8/layout/chevron2"/>
    <dgm:cxn modelId="{D54C29C1-44C4-426D-B891-7AA3632E5CC9}" type="presParOf" srcId="{CC146864-BFF0-4842-89BF-1105AD66F5D5}" destId="{6597B828-368A-4EAC-99FD-85AB3B3FB0C4}" srcOrd="0" destOrd="0" presId="urn:microsoft.com/office/officeart/2005/8/layout/chevron2"/>
    <dgm:cxn modelId="{A70C19A2-7A1B-42F7-8A4E-1FC71228F6C2}" type="presParOf" srcId="{CC146864-BFF0-4842-89BF-1105AD66F5D5}" destId="{5DF62DFD-4FA4-479D-BACA-0B5672D793AE}" srcOrd="1" destOrd="0" presId="urn:microsoft.com/office/officeart/2005/8/layout/chevron2"/>
    <dgm:cxn modelId="{9C5D54FC-352A-47E1-9F45-B55649775417}" type="presParOf" srcId="{BA57226D-E733-47AB-9C1E-7F48998AF898}" destId="{33D84CC3-27D8-4296-A650-E0BD45C89460}" srcOrd="1" destOrd="0" presId="urn:microsoft.com/office/officeart/2005/8/layout/chevron2"/>
    <dgm:cxn modelId="{3A2C21D1-19FB-494E-9CBF-0C8BAF62249E}" type="presParOf" srcId="{BA57226D-E733-47AB-9C1E-7F48998AF898}" destId="{8884328B-B7DF-4FEB-88E1-5749EF4A08C1}" srcOrd="2" destOrd="0" presId="urn:microsoft.com/office/officeart/2005/8/layout/chevron2"/>
    <dgm:cxn modelId="{9DAF86EC-06DB-4398-8D56-4E420A7B375A}" type="presParOf" srcId="{8884328B-B7DF-4FEB-88E1-5749EF4A08C1}" destId="{CA3CA37D-96A6-40F5-8283-7F5E5E75CC28}" srcOrd="0" destOrd="0" presId="urn:microsoft.com/office/officeart/2005/8/layout/chevron2"/>
    <dgm:cxn modelId="{BEE74B22-0D83-48CE-870E-29FDF65BB2CB}" type="presParOf" srcId="{8884328B-B7DF-4FEB-88E1-5749EF4A08C1}" destId="{2F79F4EE-99A1-4CEC-8FEE-C636AD274778}" srcOrd="1" destOrd="0" presId="urn:microsoft.com/office/officeart/2005/8/layout/chevron2"/>
    <dgm:cxn modelId="{C1296D0E-4365-4BB9-8758-6C0B486F9805}" type="presParOf" srcId="{BA57226D-E733-47AB-9C1E-7F48998AF898}" destId="{A446C02B-6598-45A5-94CC-35BC3846B78B}" srcOrd="3" destOrd="0" presId="urn:microsoft.com/office/officeart/2005/8/layout/chevron2"/>
    <dgm:cxn modelId="{DDB4608B-0215-4E0C-B515-940121DFC969}" type="presParOf" srcId="{BA57226D-E733-47AB-9C1E-7F48998AF898}" destId="{697118F7-20AA-4D55-BECB-464BCC2F1F89}" srcOrd="4" destOrd="0" presId="urn:microsoft.com/office/officeart/2005/8/layout/chevron2"/>
    <dgm:cxn modelId="{067DEBEF-337B-4EF9-B83D-D643FD686E45}" type="presParOf" srcId="{697118F7-20AA-4D55-BECB-464BCC2F1F89}" destId="{3196A1B1-B062-4292-A00B-1AF4EFB306CF}" srcOrd="0" destOrd="0" presId="urn:microsoft.com/office/officeart/2005/8/layout/chevron2"/>
    <dgm:cxn modelId="{CF3A80CE-F717-4C31-AC9B-72E9461B0C3E}"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FB2F5E0B-DAD6-474E-BF0F-ADB158A118F9}" type="presOf" srcId="{68FAD2B8-B928-4799-8BC6-C42A1A6B3879}" destId="{BA57226D-E733-47AB-9C1E-7F48998AF898}" srcOrd="0" destOrd="0" presId="urn:microsoft.com/office/officeart/2005/8/layout/chevron2"/>
    <dgm:cxn modelId="{456EAC26-8ED9-4C75-A780-F80DA244EAA9}" srcId="{68FAD2B8-B928-4799-8BC6-C42A1A6B3879}" destId="{273FB2FC-BB42-42E4-809F-8792EAAA4D36}" srcOrd="0" destOrd="0" parTransId="{17BCC805-7DE2-4E79-AB12-41972CFF1711}" sibTransId="{17F18A71-D865-418D-A85E-39A103F44ABB}"/>
    <dgm:cxn modelId="{76994462-FF4E-47BD-9F69-36771528038E}" type="presOf" srcId="{AEA98A0A-5971-4387-8F87-30E2E87D1BBC}" destId="{5DF62DFD-4FA4-479D-BACA-0B5672D793AE}"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A40CD9C2-B319-4F89-98C2-A89FCBA6FE8B}" type="presOf" srcId="{273FB2FC-BB42-42E4-809F-8792EAAA4D36}" destId="{6597B828-368A-4EAC-99FD-85AB3B3FB0C4}" srcOrd="0" destOrd="0" presId="urn:microsoft.com/office/officeart/2005/8/layout/chevron2"/>
    <dgm:cxn modelId="{0FE03905-EF07-4E2B-AB4E-42EAB8E0895C}" type="presParOf" srcId="{BA57226D-E733-47AB-9C1E-7F48998AF898}" destId="{CC146864-BFF0-4842-89BF-1105AD66F5D5}" srcOrd="0" destOrd="0" presId="urn:microsoft.com/office/officeart/2005/8/layout/chevron2"/>
    <dgm:cxn modelId="{1F2E9B04-BEF0-41F0-81BC-417C505AF021}" type="presParOf" srcId="{CC146864-BFF0-4842-89BF-1105AD66F5D5}" destId="{6597B828-368A-4EAC-99FD-85AB3B3FB0C4}" srcOrd="0" destOrd="0" presId="urn:microsoft.com/office/officeart/2005/8/layout/chevron2"/>
    <dgm:cxn modelId="{E1895EA0-3B25-41B3-A769-6371698A9C7B}"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a:p>
      </dgm:t>
    </dgm:pt>
    <dgm:pt modelId="{17F18A71-D865-418D-A85E-39A103F44ABB}" type="sibTrans" cxnId="{456EAC26-8ED9-4C75-A780-F80DA244EAA9}">
      <dgm:prSet/>
      <dgm:spPr/>
      <dgm:t>
        <a:bodyPr/>
        <a:lstStyle/>
        <a:p>
          <a:endParaRPr lang="en-US"/>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Overview</a:t>
          </a:r>
        </a:p>
      </dgm:t>
    </dgm:pt>
    <dgm:pt modelId="{BEE051EC-7527-4612-ADD5-9B9F3C8E955D}" type="parTrans" cxnId="{CF11DC53-310C-4500-AFA1-54BBA194239F}">
      <dgm:prSet/>
      <dgm:spPr/>
      <dgm:t>
        <a:bodyPr/>
        <a:lstStyle/>
        <a:p>
          <a:endParaRPr lang="en-US"/>
        </a:p>
      </dgm:t>
    </dgm:pt>
    <dgm:pt modelId="{8F1BEA95-EC37-4EE8-8D91-47146E4C7F6E}" type="sibTrans" cxnId="{CF11DC53-310C-4500-AFA1-54BBA194239F}">
      <dgm:prSet/>
      <dgm:spPr/>
      <dgm:t>
        <a:bodyPr/>
        <a:lstStyle/>
        <a:p>
          <a:endParaRPr lang="en-US"/>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a:p>
      </dgm:t>
    </dgm:pt>
    <dgm:pt modelId="{2AFDC35B-E520-4185-8EB0-28F35F678B87}" type="sibTrans" cxnId="{FF9B2A37-BEA2-4D30-B264-F407A08C392F}">
      <dgm:prSet/>
      <dgm:spPr/>
      <dgm:t>
        <a:bodyPr/>
        <a:lstStyle/>
        <a:p>
          <a:endParaRPr lang="en-US"/>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Loss Exposures</a:t>
          </a:r>
        </a:p>
      </dgm:t>
    </dgm:pt>
    <dgm:pt modelId="{A0ACF78C-2A10-4E57-9C23-D96F4F134D67}" type="parTrans" cxnId="{0E5CBF72-A618-476F-8809-DCB26A2B5F3B}">
      <dgm:prSet/>
      <dgm:spPr/>
      <dgm:t>
        <a:bodyPr/>
        <a:lstStyle/>
        <a:p>
          <a:endParaRPr lang="en-US"/>
        </a:p>
      </dgm:t>
    </dgm:pt>
    <dgm:pt modelId="{F1AB09D1-B363-4BCF-B46E-82A7D9AC74BE}" type="sibTrans" cxnId="{0E5CBF72-A618-476F-8809-DCB26A2B5F3B}">
      <dgm:prSet/>
      <dgm:spPr/>
      <dgm:t>
        <a:bodyPr/>
        <a:lstStyle/>
        <a:p>
          <a:endParaRPr lang="en-US"/>
        </a:p>
      </dgm:t>
    </dgm:pt>
    <dgm:pt modelId="{6BB193CD-2BCB-422D-9372-D29AD8AB2E75}">
      <dgm:prSet phldrT="[Text]" phldr="1" custT="1"/>
      <dgm:spPr/>
      <dgm:t>
        <a:bodyPr/>
        <a:lstStyle/>
        <a:p>
          <a:endParaRPr lang="en-US" sz="1600" dirty="0">
            <a:ln>
              <a:noFill/>
            </a:ln>
            <a:noFill/>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a:p>
      </dgm:t>
    </dgm:pt>
    <dgm:pt modelId="{06A098D0-18B0-48CA-8C3E-7CE571CB3224}" type="sibTrans" cxnId="{38910C1D-C2E2-467F-A0B3-FD5C1B8F460F}">
      <dgm:prSet/>
      <dgm:spPr/>
      <dgm:t>
        <a:bodyPr/>
        <a:lstStyle/>
        <a:p>
          <a:endParaRPr lang="en-US"/>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Components of Commercial Auto Coverage part</a:t>
          </a:r>
        </a:p>
      </dgm:t>
    </dgm:pt>
    <dgm:pt modelId="{10D8E1BB-D0AC-4F07-9026-B9E30A95F081}" type="parTrans" cxnId="{342673E0-9E04-469C-9E28-CFBC7AC3D805}">
      <dgm:prSet/>
      <dgm:spPr/>
      <dgm:t>
        <a:bodyPr/>
        <a:lstStyle/>
        <a:p>
          <a:endParaRPr lang="en-US"/>
        </a:p>
      </dgm:t>
    </dgm:pt>
    <dgm:pt modelId="{916FB27A-9422-4CA8-BA11-C2E66D4E56DD}" type="sibTrans" cxnId="{342673E0-9E04-469C-9E28-CFBC7AC3D805}">
      <dgm:prSet/>
      <dgm:spPr/>
      <dgm:t>
        <a:bodyPr/>
        <a:lstStyle/>
        <a:p>
          <a:endParaRPr lang="en-US"/>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dgm:presLayoutVars>
          <dgm:chMax val="1"/>
          <dgm:bulletEnabled val="1"/>
        </dgm:presLayoutVars>
      </dgm:prSet>
      <dgm:spPr/>
    </dgm:pt>
    <dgm:pt modelId="{5DF62DFD-4FA4-479D-BACA-0B5672D793AE}" type="pres">
      <dgm:prSet presAssocID="{273FB2FC-BB42-42E4-809F-8792EAAA4D36}" presName="descendantText" presStyleLbl="alignAcc1" presStyleIdx="0" presStyleCnt="3">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dgm:presLayoutVars>
          <dgm:chMax val="1"/>
          <dgm:bulletEnabled val="1"/>
        </dgm:presLayoutVars>
      </dgm:prSet>
      <dgm:spPr/>
    </dgm:pt>
    <dgm:pt modelId="{2F79F4EE-99A1-4CEC-8FEE-C636AD274778}" type="pres">
      <dgm:prSet presAssocID="{6E4FFBC2-6C99-4467-A342-4F646E8105E8}" presName="descendantText" presStyleLbl="alignAcc1" presStyleIdx="1" presStyleCnt="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dgm:presLayoutVars>
          <dgm:chMax val="1"/>
          <dgm:bulletEnabled val="1"/>
        </dgm:presLayoutVars>
      </dgm:prSet>
      <dgm:spPr/>
    </dgm:pt>
    <dgm:pt modelId="{AD927985-2E20-4855-8300-EF608B954011}" type="pres">
      <dgm:prSet presAssocID="{6BB193CD-2BCB-422D-9372-D29AD8AB2E75}" presName="descendantText" presStyleLbl="alignAcc1" presStyleIdx="2" presStyleCnt="3" custScaleY="85885">
        <dgm:presLayoutVars>
          <dgm:bulletEnabled val="1"/>
        </dgm:presLayoutVars>
      </dgm:prSet>
      <dgm:spPr/>
    </dgm:pt>
  </dgm:ptLst>
  <dgm:cxnLst>
    <dgm:cxn modelId="{5D062406-00A6-4C95-9823-6DE833228B40}" type="presOf" srcId="{FD44662F-72BB-4119-801E-24399F494A56}" destId="{2F79F4EE-99A1-4CEC-8FEE-C636AD274778}" srcOrd="0" destOrd="0" presId="urn:microsoft.com/office/officeart/2005/8/layout/chevron2"/>
    <dgm:cxn modelId="{B0EDAB13-8518-4394-9898-FBE03728A0DD}"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ECA98E28-CDB8-4E28-8502-B1A77B9163D2}" type="presOf" srcId="{273FB2FC-BB42-42E4-809F-8792EAAA4D36}" destId="{6597B828-368A-4EAC-99FD-85AB3B3FB0C4}" srcOrd="0" destOrd="0" presId="urn:microsoft.com/office/officeart/2005/8/layout/chevron2"/>
    <dgm:cxn modelId="{F2A6AA28-6B69-4C51-AB37-5AAB759076CC}" type="presOf" srcId="{6BB193CD-2BCB-422D-9372-D29AD8AB2E75}" destId="{3196A1B1-B062-4292-A00B-1AF4EFB306CF}" srcOrd="0" destOrd="0" presId="urn:microsoft.com/office/officeart/2005/8/layout/chevron2"/>
    <dgm:cxn modelId="{FF9B2A37-BEA2-4D30-B264-F407A08C392F}" srcId="{68FAD2B8-B928-4799-8BC6-C42A1A6B3879}" destId="{6E4FFBC2-6C99-4467-A342-4F646E8105E8}" srcOrd="1" destOrd="0" parTransId="{CB8695D7-F2B2-4A5C-86F8-71EEF31169A7}" sibTransId="{2AFDC35B-E520-4185-8EB0-28F35F678B87}"/>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A5BABDC6-1E6B-4E6D-B13D-4DAD1FD0C3A3}" type="presOf" srcId="{AEA98A0A-5971-4387-8F87-30E2E87D1BBC}" destId="{5DF62DFD-4FA4-479D-BACA-0B5672D793AE}" srcOrd="0" destOrd="0" presId="urn:microsoft.com/office/officeart/2005/8/layout/chevron2"/>
    <dgm:cxn modelId="{E0A24FD5-AF45-416F-949C-ED0B030DF320}" type="presOf" srcId="{7C839073-D423-4CF0-A279-F3597BB99994}" destId="{AD927985-2E20-4855-8300-EF608B954011}"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87E59DF8-A87E-4677-AAD7-FE10303ACE2D}" type="presOf" srcId="{68FAD2B8-B928-4799-8BC6-C42A1A6B3879}" destId="{BA57226D-E733-47AB-9C1E-7F48998AF898}" srcOrd="0" destOrd="0" presId="urn:microsoft.com/office/officeart/2005/8/layout/chevron2"/>
    <dgm:cxn modelId="{67C6DB5A-90CD-4B1A-81FC-FCBEAF67450D}" type="presParOf" srcId="{BA57226D-E733-47AB-9C1E-7F48998AF898}" destId="{CC146864-BFF0-4842-89BF-1105AD66F5D5}" srcOrd="0" destOrd="0" presId="urn:microsoft.com/office/officeart/2005/8/layout/chevron2"/>
    <dgm:cxn modelId="{7E7969CC-C915-4666-BB0C-A29B76EF6523}" type="presParOf" srcId="{CC146864-BFF0-4842-89BF-1105AD66F5D5}" destId="{6597B828-368A-4EAC-99FD-85AB3B3FB0C4}" srcOrd="0" destOrd="0" presId="urn:microsoft.com/office/officeart/2005/8/layout/chevron2"/>
    <dgm:cxn modelId="{882C8838-FD1D-4710-B567-DC886A0EABC9}" type="presParOf" srcId="{CC146864-BFF0-4842-89BF-1105AD66F5D5}" destId="{5DF62DFD-4FA4-479D-BACA-0B5672D793AE}" srcOrd="1" destOrd="0" presId="urn:microsoft.com/office/officeart/2005/8/layout/chevron2"/>
    <dgm:cxn modelId="{2ED77E9A-2DA6-4BA6-BF66-9810EE43CC84}" type="presParOf" srcId="{BA57226D-E733-47AB-9C1E-7F48998AF898}" destId="{33D84CC3-27D8-4296-A650-E0BD45C89460}" srcOrd="1" destOrd="0" presId="urn:microsoft.com/office/officeart/2005/8/layout/chevron2"/>
    <dgm:cxn modelId="{0846A12B-8AB6-427F-B3C9-49FB20EF53CF}" type="presParOf" srcId="{BA57226D-E733-47AB-9C1E-7F48998AF898}" destId="{8884328B-B7DF-4FEB-88E1-5749EF4A08C1}" srcOrd="2" destOrd="0" presId="urn:microsoft.com/office/officeart/2005/8/layout/chevron2"/>
    <dgm:cxn modelId="{DF8B2518-923B-4D80-96CA-079FF055399C}" type="presParOf" srcId="{8884328B-B7DF-4FEB-88E1-5749EF4A08C1}" destId="{CA3CA37D-96A6-40F5-8283-7F5E5E75CC28}" srcOrd="0" destOrd="0" presId="urn:microsoft.com/office/officeart/2005/8/layout/chevron2"/>
    <dgm:cxn modelId="{64D198F7-3619-40B9-BAD4-370C9E1794EA}" type="presParOf" srcId="{8884328B-B7DF-4FEB-88E1-5749EF4A08C1}" destId="{2F79F4EE-99A1-4CEC-8FEE-C636AD274778}" srcOrd="1" destOrd="0" presId="urn:microsoft.com/office/officeart/2005/8/layout/chevron2"/>
    <dgm:cxn modelId="{C636C8A0-863C-4D5A-BDAE-E6F12312BF5F}" type="presParOf" srcId="{BA57226D-E733-47AB-9C1E-7F48998AF898}" destId="{A446C02B-6598-45A5-94CC-35BC3846B78B}" srcOrd="3" destOrd="0" presId="urn:microsoft.com/office/officeart/2005/8/layout/chevron2"/>
    <dgm:cxn modelId="{E535E08A-090F-47E0-9B60-43D4251A1A2E}" type="presParOf" srcId="{BA57226D-E733-47AB-9C1E-7F48998AF898}" destId="{697118F7-20AA-4D55-BECB-464BCC2F1F89}" srcOrd="4" destOrd="0" presId="urn:microsoft.com/office/officeart/2005/8/layout/chevron2"/>
    <dgm:cxn modelId="{85270092-1121-43B8-B06F-5F683E1FAB3F}" type="presParOf" srcId="{697118F7-20AA-4D55-BECB-464BCC2F1F89}" destId="{3196A1B1-B062-4292-A00B-1AF4EFB306CF}" srcOrd="0" destOrd="0" presId="urn:microsoft.com/office/officeart/2005/8/layout/chevron2"/>
    <dgm:cxn modelId="{3B9D497C-2EF9-4644-803C-AB98212967C5}"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dgm:t>
        <a:bodyPr/>
        <a:lstStyle/>
        <a:p>
          <a:r>
            <a:rPr lang="en-US" sz="1600" dirty="0">
              <a:latin typeface="Segoe UI" panose="020B0502040204020203" pitchFamily="34" charset="0"/>
              <a:cs typeface="Segoe UI" panose="020B0502040204020203" pitchFamily="34" charset="0"/>
            </a:rPr>
            <a:t>Business Auto Coverage Form (BACF)</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6E4FFBC2-6C99-4467-A342-4F646E8105E8}">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CB8695D7-F2B2-4A5C-86F8-71EEF31169A7}" type="par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2AFDC35B-E520-4185-8EB0-28F35F678B87}" type="sibTrans" cxnId="{FF9B2A37-BEA2-4D30-B264-F407A08C392F}">
      <dgm:prSet/>
      <dgm:spPr/>
      <dgm:t>
        <a:bodyPr/>
        <a:lstStyle/>
        <a:p>
          <a:endParaRPr lang="en-US" sz="1600">
            <a:latin typeface="Segoe UI" panose="020B0502040204020203" pitchFamily="34" charset="0"/>
            <a:cs typeface="Segoe UI" panose="020B0502040204020203" pitchFamily="34" charset="0"/>
          </a:endParaRPr>
        </a:p>
      </dgm:t>
    </dgm:pt>
    <dgm:pt modelId="{FD44662F-72BB-4119-801E-24399F494A56}">
      <dgm:prSet phldrT="[Text]" custT="1"/>
      <dgm:spPr/>
      <dgm:t>
        <a:bodyPr/>
        <a:lstStyle/>
        <a:p>
          <a:r>
            <a:rPr lang="en-US" sz="1600" dirty="0">
              <a:latin typeface="Segoe UI" panose="020B0502040204020203" pitchFamily="34" charset="0"/>
              <a:cs typeface="Segoe UI" panose="020B0502040204020203" pitchFamily="34" charset="0"/>
            </a:rPr>
            <a:t>Endorsements	</a:t>
          </a:r>
        </a:p>
      </dgm:t>
    </dgm:pt>
    <dgm:pt modelId="{A0ACF78C-2A10-4E57-9C23-D96F4F134D67}" type="par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F1AB09D1-B363-4BCF-B46E-82A7D9AC74BE}" type="sibTrans" cxnId="{0E5CBF72-A618-476F-8809-DCB26A2B5F3B}">
      <dgm:prSet/>
      <dgm:spPr/>
      <dgm:t>
        <a:bodyPr/>
        <a:lstStyle/>
        <a:p>
          <a:endParaRPr lang="en-US" sz="1600">
            <a:latin typeface="Segoe UI" panose="020B0502040204020203" pitchFamily="34" charset="0"/>
            <a:cs typeface="Segoe UI" panose="020B0502040204020203" pitchFamily="34" charset="0"/>
          </a:endParaRPr>
        </a:p>
      </dgm:t>
    </dgm:pt>
    <dgm:pt modelId="{7C839073-D423-4CF0-A279-F3597BB99994}">
      <dgm:prSet phldrT="[Text]" custT="1"/>
      <dgm:spPr/>
      <dgm:t>
        <a:bodyPr/>
        <a:lstStyle/>
        <a:p>
          <a:r>
            <a:rPr lang="en-US" sz="1600" dirty="0">
              <a:latin typeface="Segoe UI" panose="020B0502040204020203" pitchFamily="34" charset="0"/>
              <a:cs typeface="Segoe UI" panose="020B0502040204020203" pitchFamily="34" charset="0"/>
            </a:rPr>
            <a:t>Rating Factors</a:t>
          </a:r>
        </a:p>
      </dgm:t>
    </dgm:pt>
    <dgm:pt modelId="{916FB27A-9422-4CA8-BA11-C2E66D4E56DD}" type="sib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10D8E1BB-D0AC-4F07-9026-B9E30A95F081}" type="parTrans" cxnId="{342673E0-9E04-469C-9E28-CFBC7AC3D805}">
      <dgm:prSet/>
      <dgm:spPr/>
      <dgm:t>
        <a:bodyPr/>
        <a:lstStyle/>
        <a:p>
          <a:endParaRPr lang="en-US" sz="1600">
            <a:latin typeface="Segoe UI" panose="020B0502040204020203" pitchFamily="34" charset="0"/>
            <a:cs typeface="Segoe UI" panose="020B0502040204020203" pitchFamily="34" charset="0"/>
          </a:endParaRPr>
        </a:p>
      </dgm:t>
    </dgm:pt>
    <dgm:pt modelId="{6BB193CD-2BCB-422D-9372-D29AD8AB2E75}">
      <dgm:prSet phldrT="[Text]" phldr="1" custT="1"/>
      <dgm:spPr/>
      <dgm:t>
        <a:bodyPr/>
        <a:lstStyle/>
        <a:p>
          <a:endParaRPr lang="en-US" sz="1600" dirty="0">
            <a:noFill/>
            <a:latin typeface="Segoe UI" panose="020B0502040204020203" pitchFamily="34" charset="0"/>
            <a:cs typeface="Segoe UI" panose="020B0502040204020203" pitchFamily="34" charset="0"/>
          </a:endParaRPr>
        </a:p>
      </dgm:t>
    </dgm:pt>
    <dgm:pt modelId="{06A098D0-18B0-48CA-8C3E-7CE571CB3224}" type="sib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D0BAE843-61C4-4BE8-8261-6D2175944DC1}" type="parTrans" cxnId="{38910C1D-C2E2-467F-A0B3-FD5C1B8F460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3"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3" custLinFactNeighborY="0">
        <dgm:presLayoutVars>
          <dgm:bulletEnabled val="1"/>
        </dgm:presLayoutVars>
      </dgm:prSet>
      <dgm:spPr/>
    </dgm:pt>
    <dgm:pt modelId="{33D84CC3-27D8-4296-A650-E0BD45C89460}" type="pres">
      <dgm:prSet presAssocID="{17F18A71-D865-418D-A85E-39A103F44ABB}" presName="sp" presStyleCnt="0"/>
      <dgm:spPr/>
    </dgm:pt>
    <dgm:pt modelId="{8884328B-B7DF-4FEB-88E1-5749EF4A08C1}" type="pres">
      <dgm:prSet presAssocID="{6E4FFBC2-6C99-4467-A342-4F646E8105E8}" presName="composite" presStyleCnt="0"/>
      <dgm:spPr/>
    </dgm:pt>
    <dgm:pt modelId="{CA3CA37D-96A6-40F5-8283-7F5E5E75CC28}" type="pres">
      <dgm:prSet presAssocID="{6E4FFBC2-6C99-4467-A342-4F646E8105E8}" presName="parentText" presStyleLbl="alignNode1" presStyleIdx="1" presStyleCnt="3" custScaleX="108724">
        <dgm:presLayoutVars>
          <dgm:chMax val="1"/>
          <dgm:bulletEnabled val="1"/>
        </dgm:presLayoutVars>
      </dgm:prSet>
      <dgm:spPr/>
    </dgm:pt>
    <dgm:pt modelId="{2F79F4EE-99A1-4CEC-8FEE-C636AD274778}" type="pres">
      <dgm:prSet presAssocID="{6E4FFBC2-6C99-4467-A342-4F646E8105E8}" presName="descendantText" presStyleLbl="alignAcc1" presStyleIdx="1" presStyleCnt="3" custScaleY="127743">
        <dgm:presLayoutVars>
          <dgm:bulletEnabled val="1"/>
        </dgm:presLayoutVars>
      </dgm:prSet>
      <dgm:spPr/>
    </dgm:pt>
    <dgm:pt modelId="{A446C02B-6598-45A5-94CC-35BC3846B78B}" type="pres">
      <dgm:prSet presAssocID="{2AFDC35B-E520-4185-8EB0-28F35F678B87}" presName="sp" presStyleCnt="0"/>
      <dgm:spPr/>
    </dgm:pt>
    <dgm:pt modelId="{697118F7-20AA-4D55-BECB-464BCC2F1F89}" type="pres">
      <dgm:prSet presAssocID="{6BB193CD-2BCB-422D-9372-D29AD8AB2E75}" presName="composite" presStyleCnt="0"/>
      <dgm:spPr/>
    </dgm:pt>
    <dgm:pt modelId="{3196A1B1-B062-4292-A00B-1AF4EFB306CF}" type="pres">
      <dgm:prSet presAssocID="{6BB193CD-2BCB-422D-9372-D29AD8AB2E75}" presName="parentText" presStyleLbl="alignNode1" presStyleIdx="2" presStyleCnt="3" custScaleX="104688">
        <dgm:presLayoutVars>
          <dgm:chMax val="1"/>
          <dgm:bulletEnabled val="1"/>
        </dgm:presLayoutVars>
      </dgm:prSet>
      <dgm:spPr/>
    </dgm:pt>
    <dgm:pt modelId="{AD927985-2E20-4855-8300-EF608B954011}" type="pres">
      <dgm:prSet presAssocID="{6BB193CD-2BCB-422D-9372-D29AD8AB2E75}" presName="descendantText" presStyleLbl="alignAcc1" presStyleIdx="2" presStyleCnt="3">
        <dgm:presLayoutVars>
          <dgm:bulletEnabled val="1"/>
        </dgm:presLayoutVars>
      </dgm:prSet>
      <dgm:spPr/>
    </dgm:pt>
  </dgm:ptLst>
  <dgm:cxnLst>
    <dgm:cxn modelId="{09B91300-B862-4387-A1B8-DFDAC2C5CCEB}" type="presOf" srcId="{68FAD2B8-B928-4799-8BC6-C42A1A6B3879}" destId="{BA57226D-E733-47AB-9C1E-7F48998AF898}" srcOrd="0" destOrd="0" presId="urn:microsoft.com/office/officeart/2005/8/layout/chevron2"/>
    <dgm:cxn modelId="{D52BE31A-9A71-4570-AA9D-1EE122554ED0}" type="presOf" srcId="{6E4FFBC2-6C99-4467-A342-4F646E8105E8}" destId="{CA3CA37D-96A6-40F5-8283-7F5E5E75CC28}" srcOrd="0" destOrd="0" presId="urn:microsoft.com/office/officeart/2005/8/layout/chevron2"/>
    <dgm:cxn modelId="{38910C1D-C2E2-467F-A0B3-FD5C1B8F460F}" srcId="{68FAD2B8-B928-4799-8BC6-C42A1A6B3879}" destId="{6BB193CD-2BCB-422D-9372-D29AD8AB2E75}" srcOrd="2" destOrd="0" parTransId="{D0BAE843-61C4-4BE8-8261-6D2175944DC1}" sibTransId="{06A098D0-18B0-48CA-8C3E-7CE571CB3224}"/>
    <dgm:cxn modelId="{456EAC26-8ED9-4C75-A780-F80DA244EAA9}" srcId="{68FAD2B8-B928-4799-8BC6-C42A1A6B3879}" destId="{273FB2FC-BB42-42E4-809F-8792EAAA4D36}" srcOrd="0" destOrd="0" parTransId="{17BCC805-7DE2-4E79-AB12-41972CFF1711}" sibTransId="{17F18A71-D865-418D-A85E-39A103F44ABB}"/>
    <dgm:cxn modelId="{FF9B2A37-BEA2-4D30-B264-F407A08C392F}" srcId="{68FAD2B8-B928-4799-8BC6-C42A1A6B3879}" destId="{6E4FFBC2-6C99-4467-A342-4F646E8105E8}" srcOrd="1" destOrd="0" parTransId="{CB8695D7-F2B2-4A5C-86F8-71EEF31169A7}" sibTransId="{2AFDC35B-E520-4185-8EB0-28F35F678B87}"/>
    <dgm:cxn modelId="{4C072366-8CCC-42D8-AA7C-BB9334D10DBE}" type="presOf" srcId="{AEA98A0A-5971-4387-8F87-30E2E87D1BBC}" destId="{5DF62DFD-4FA4-479D-BACA-0B5672D793AE}" srcOrd="0" destOrd="0" presId="urn:microsoft.com/office/officeart/2005/8/layout/chevron2"/>
    <dgm:cxn modelId="{0E5CBF72-A618-476F-8809-DCB26A2B5F3B}" srcId="{6E4FFBC2-6C99-4467-A342-4F646E8105E8}" destId="{FD44662F-72BB-4119-801E-24399F494A56}" srcOrd="0" destOrd="0" parTransId="{A0ACF78C-2A10-4E57-9C23-D96F4F134D67}" sibTransId="{F1AB09D1-B363-4BCF-B46E-82A7D9AC74BE}"/>
    <dgm:cxn modelId="{CF11DC53-310C-4500-AFA1-54BBA194239F}" srcId="{273FB2FC-BB42-42E4-809F-8792EAAA4D36}" destId="{AEA98A0A-5971-4387-8F87-30E2E87D1BBC}" srcOrd="0" destOrd="0" parTransId="{BEE051EC-7527-4612-ADD5-9B9F3C8E955D}" sibTransId="{8F1BEA95-EC37-4EE8-8D91-47146E4C7F6E}"/>
    <dgm:cxn modelId="{FC094E75-8394-42C5-988B-97D6EE8D8874}" type="presOf" srcId="{6BB193CD-2BCB-422D-9372-D29AD8AB2E75}" destId="{3196A1B1-B062-4292-A00B-1AF4EFB306CF}" srcOrd="0" destOrd="0" presId="urn:microsoft.com/office/officeart/2005/8/layout/chevron2"/>
    <dgm:cxn modelId="{FE938C90-88A4-4C0E-B3DE-BCC6F0DFBE87}" type="presOf" srcId="{7C839073-D423-4CF0-A279-F3597BB99994}" destId="{AD927985-2E20-4855-8300-EF608B954011}" srcOrd="0" destOrd="0" presId="urn:microsoft.com/office/officeart/2005/8/layout/chevron2"/>
    <dgm:cxn modelId="{0BC2F2C6-78CD-4048-9E69-E052A3748F01}" type="presOf" srcId="{273FB2FC-BB42-42E4-809F-8792EAAA4D36}" destId="{6597B828-368A-4EAC-99FD-85AB3B3FB0C4}" srcOrd="0" destOrd="0" presId="urn:microsoft.com/office/officeart/2005/8/layout/chevron2"/>
    <dgm:cxn modelId="{E0FB28D4-CEA0-4C04-862F-1F8308229944}" type="presOf" srcId="{FD44662F-72BB-4119-801E-24399F494A56}" destId="{2F79F4EE-99A1-4CEC-8FEE-C636AD274778}" srcOrd="0" destOrd="0" presId="urn:microsoft.com/office/officeart/2005/8/layout/chevron2"/>
    <dgm:cxn modelId="{342673E0-9E04-469C-9E28-CFBC7AC3D805}" srcId="{6BB193CD-2BCB-422D-9372-D29AD8AB2E75}" destId="{7C839073-D423-4CF0-A279-F3597BB99994}" srcOrd="0" destOrd="0" parTransId="{10D8E1BB-D0AC-4F07-9026-B9E30A95F081}" sibTransId="{916FB27A-9422-4CA8-BA11-C2E66D4E56DD}"/>
    <dgm:cxn modelId="{CDFFF79B-03CC-45A7-A9F6-E23E621D3EA4}" type="presParOf" srcId="{BA57226D-E733-47AB-9C1E-7F48998AF898}" destId="{CC146864-BFF0-4842-89BF-1105AD66F5D5}" srcOrd="0" destOrd="0" presId="urn:microsoft.com/office/officeart/2005/8/layout/chevron2"/>
    <dgm:cxn modelId="{21D4815F-0EF1-4FBB-822E-FED840CA35E3}" type="presParOf" srcId="{CC146864-BFF0-4842-89BF-1105AD66F5D5}" destId="{6597B828-368A-4EAC-99FD-85AB3B3FB0C4}" srcOrd="0" destOrd="0" presId="urn:microsoft.com/office/officeart/2005/8/layout/chevron2"/>
    <dgm:cxn modelId="{E2FE0627-4A11-443E-BF4E-618AAB6AD977}" type="presParOf" srcId="{CC146864-BFF0-4842-89BF-1105AD66F5D5}" destId="{5DF62DFD-4FA4-479D-BACA-0B5672D793AE}" srcOrd="1" destOrd="0" presId="urn:microsoft.com/office/officeart/2005/8/layout/chevron2"/>
    <dgm:cxn modelId="{F11CA909-2A57-4525-B684-C4855F81741B}" type="presParOf" srcId="{BA57226D-E733-47AB-9C1E-7F48998AF898}" destId="{33D84CC3-27D8-4296-A650-E0BD45C89460}" srcOrd="1" destOrd="0" presId="urn:microsoft.com/office/officeart/2005/8/layout/chevron2"/>
    <dgm:cxn modelId="{96FD83C4-4108-4E2E-A490-7305B698E054}" type="presParOf" srcId="{BA57226D-E733-47AB-9C1E-7F48998AF898}" destId="{8884328B-B7DF-4FEB-88E1-5749EF4A08C1}" srcOrd="2" destOrd="0" presId="urn:microsoft.com/office/officeart/2005/8/layout/chevron2"/>
    <dgm:cxn modelId="{67B4E94D-97DF-4B1F-985E-F63234653ACE}" type="presParOf" srcId="{8884328B-B7DF-4FEB-88E1-5749EF4A08C1}" destId="{CA3CA37D-96A6-40F5-8283-7F5E5E75CC28}" srcOrd="0" destOrd="0" presId="urn:microsoft.com/office/officeart/2005/8/layout/chevron2"/>
    <dgm:cxn modelId="{9F740C5B-F768-4DCB-94BB-7C60F09D1296}" type="presParOf" srcId="{8884328B-B7DF-4FEB-88E1-5749EF4A08C1}" destId="{2F79F4EE-99A1-4CEC-8FEE-C636AD274778}" srcOrd="1" destOrd="0" presId="urn:microsoft.com/office/officeart/2005/8/layout/chevron2"/>
    <dgm:cxn modelId="{F8028F3F-2ACA-46F7-9AC5-A0EC2BC92FA6}" type="presParOf" srcId="{BA57226D-E733-47AB-9C1E-7F48998AF898}" destId="{A446C02B-6598-45A5-94CC-35BC3846B78B}" srcOrd="3" destOrd="0" presId="urn:microsoft.com/office/officeart/2005/8/layout/chevron2"/>
    <dgm:cxn modelId="{D90363FF-EB58-417C-8C09-D6EA7DE604B6}" type="presParOf" srcId="{BA57226D-E733-47AB-9C1E-7F48998AF898}" destId="{697118F7-20AA-4D55-BECB-464BCC2F1F89}" srcOrd="4" destOrd="0" presId="urn:microsoft.com/office/officeart/2005/8/layout/chevron2"/>
    <dgm:cxn modelId="{E560B92E-70A3-4A8A-9FE4-BBA885715CD7}" type="presParOf" srcId="{697118F7-20AA-4D55-BECB-464BCC2F1F89}" destId="{3196A1B1-B062-4292-A00B-1AF4EFB306CF}" srcOrd="0" destOrd="0" presId="urn:microsoft.com/office/officeart/2005/8/layout/chevron2"/>
    <dgm:cxn modelId="{2AEF48FD-38A4-4218-AC8F-6EC044A7F0FC}" type="presParOf" srcId="{697118F7-20AA-4D55-BECB-464BCC2F1F89}" destId="{AD927985-2E20-4855-8300-EF608B954011}"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68FAD2B8-B928-4799-8BC6-C42A1A6B3879}" type="doc">
      <dgm:prSet loTypeId="urn:microsoft.com/office/officeart/2005/8/layout/chevron2" loCatId="process" qsTypeId="urn:microsoft.com/office/officeart/2005/8/quickstyle/3d1" qsCatId="3D" csTypeId="urn:microsoft.com/office/officeart/2005/8/colors/accent1_2" csCatId="accent1" phldr="1"/>
      <dgm:spPr/>
      <dgm:t>
        <a:bodyPr/>
        <a:lstStyle/>
        <a:p>
          <a:endParaRPr lang="en-US"/>
        </a:p>
      </dgm:t>
    </dgm:pt>
    <dgm:pt modelId="{273FB2FC-BB42-42E4-809F-8792EAAA4D36}">
      <dgm:prSet phldrT="[Text]" phldr="1" custT="1"/>
      <dgm:spPr>
        <a:solidFill>
          <a:schemeClr val="accent2">
            <a:lumMod val="60000"/>
            <a:lumOff val="40000"/>
          </a:schemeClr>
        </a:solidFill>
      </dgm:spPr>
      <dgm:t>
        <a:bodyPr/>
        <a:lstStyle/>
        <a:p>
          <a:endParaRPr lang="en-US" sz="1600" dirty="0">
            <a:noFill/>
            <a:latin typeface="Segoe UI" panose="020B0502040204020203" pitchFamily="34" charset="0"/>
            <a:cs typeface="Segoe UI" panose="020B0502040204020203" pitchFamily="34" charset="0"/>
          </a:endParaRPr>
        </a:p>
      </dgm:t>
    </dgm:pt>
    <dgm:pt modelId="{17BCC805-7DE2-4E79-AB12-41972CFF1711}" type="par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17F18A71-D865-418D-A85E-39A103F44ABB}" type="sibTrans" cxnId="{456EAC26-8ED9-4C75-A780-F80DA244EAA9}">
      <dgm:prSet/>
      <dgm:spPr/>
      <dgm:t>
        <a:bodyPr/>
        <a:lstStyle/>
        <a:p>
          <a:endParaRPr lang="en-US" sz="1600">
            <a:latin typeface="Segoe UI" panose="020B0502040204020203" pitchFamily="34" charset="0"/>
            <a:cs typeface="Segoe UI" panose="020B0502040204020203" pitchFamily="34" charset="0"/>
          </a:endParaRPr>
        </a:p>
      </dgm:t>
    </dgm:pt>
    <dgm:pt modelId="{AEA98A0A-5971-4387-8F87-30E2E87D1BBC}">
      <dgm:prSet phldrT="[Text]" custT="1"/>
      <dgm:spPr>
        <a:solidFill>
          <a:schemeClr val="accent2">
            <a:lumMod val="60000"/>
            <a:lumOff val="40000"/>
            <a:alpha val="90000"/>
          </a:schemeClr>
        </a:solidFill>
      </dgm:spPr>
      <dgm:t>
        <a:bodyPr/>
        <a:lstStyle/>
        <a:p>
          <a:r>
            <a:rPr lang="en-US" sz="1600" dirty="0">
              <a:latin typeface="Segoe UI" panose="020B0502040204020203" pitchFamily="34" charset="0"/>
              <a:cs typeface="Segoe UI" panose="020B0502040204020203" pitchFamily="34" charset="0"/>
            </a:rPr>
            <a:t>State Variation / Sample Forms</a:t>
          </a:r>
        </a:p>
      </dgm:t>
    </dgm:pt>
    <dgm:pt modelId="{BEE051EC-7527-4612-ADD5-9B9F3C8E955D}" type="par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8F1BEA95-EC37-4EE8-8D91-47146E4C7F6E}" type="sibTrans" cxnId="{CF11DC53-310C-4500-AFA1-54BBA194239F}">
      <dgm:prSet/>
      <dgm:spPr/>
      <dgm:t>
        <a:bodyPr/>
        <a:lstStyle/>
        <a:p>
          <a:endParaRPr lang="en-US" sz="1600">
            <a:latin typeface="Segoe UI" panose="020B0502040204020203" pitchFamily="34" charset="0"/>
            <a:cs typeface="Segoe UI" panose="020B0502040204020203" pitchFamily="34" charset="0"/>
          </a:endParaRPr>
        </a:p>
      </dgm:t>
    </dgm:pt>
    <dgm:pt modelId="{BA57226D-E733-47AB-9C1E-7F48998AF898}" type="pres">
      <dgm:prSet presAssocID="{68FAD2B8-B928-4799-8BC6-C42A1A6B3879}" presName="linearFlow" presStyleCnt="0">
        <dgm:presLayoutVars>
          <dgm:dir/>
          <dgm:animLvl val="lvl"/>
          <dgm:resizeHandles val="exact"/>
        </dgm:presLayoutVars>
      </dgm:prSet>
      <dgm:spPr/>
    </dgm:pt>
    <dgm:pt modelId="{CC146864-BFF0-4842-89BF-1105AD66F5D5}" type="pres">
      <dgm:prSet presAssocID="{273FB2FC-BB42-42E4-809F-8792EAAA4D36}" presName="composite" presStyleCnt="0"/>
      <dgm:spPr/>
    </dgm:pt>
    <dgm:pt modelId="{6597B828-368A-4EAC-99FD-85AB3B3FB0C4}" type="pres">
      <dgm:prSet presAssocID="{273FB2FC-BB42-42E4-809F-8792EAAA4D36}" presName="parentText" presStyleLbl="alignNode1" presStyleIdx="0" presStyleCnt="1" custScaleX="111132">
        <dgm:presLayoutVars>
          <dgm:chMax val="1"/>
          <dgm:bulletEnabled val="1"/>
        </dgm:presLayoutVars>
      </dgm:prSet>
      <dgm:spPr/>
    </dgm:pt>
    <dgm:pt modelId="{5DF62DFD-4FA4-479D-BACA-0B5672D793AE}" type="pres">
      <dgm:prSet presAssocID="{273FB2FC-BB42-42E4-809F-8792EAAA4D36}" presName="descendantText" presStyleLbl="alignAcc1" presStyleIdx="0" presStyleCnt="1" custLinFactNeighborX="-518" custLinFactNeighborY="-7785">
        <dgm:presLayoutVars>
          <dgm:bulletEnabled val="1"/>
        </dgm:presLayoutVars>
      </dgm:prSet>
      <dgm:spPr/>
    </dgm:pt>
  </dgm:ptLst>
  <dgm:cxnLst>
    <dgm:cxn modelId="{456EAC26-8ED9-4C75-A780-F80DA244EAA9}" srcId="{68FAD2B8-B928-4799-8BC6-C42A1A6B3879}" destId="{273FB2FC-BB42-42E4-809F-8792EAAA4D36}" srcOrd="0" destOrd="0" parTransId="{17BCC805-7DE2-4E79-AB12-41972CFF1711}" sibTransId="{17F18A71-D865-418D-A85E-39A103F44ABB}"/>
    <dgm:cxn modelId="{491F8662-AD29-43FE-A52E-263C72F27B9A}" type="presOf" srcId="{273FB2FC-BB42-42E4-809F-8792EAAA4D36}" destId="{6597B828-368A-4EAC-99FD-85AB3B3FB0C4}" srcOrd="0" destOrd="0" presId="urn:microsoft.com/office/officeart/2005/8/layout/chevron2"/>
    <dgm:cxn modelId="{CF11DC53-310C-4500-AFA1-54BBA194239F}" srcId="{273FB2FC-BB42-42E4-809F-8792EAAA4D36}" destId="{AEA98A0A-5971-4387-8F87-30E2E87D1BBC}" srcOrd="0" destOrd="0" parTransId="{BEE051EC-7527-4612-ADD5-9B9F3C8E955D}" sibTransId="{8F1BEA95-EC37-4EE8-8D91-47146E4C7F6E}"/>
    <dgm:cxn modelId="{6BD89689-EF53-4EF3-BC4C-D436F6FDD8A5}" type="presOf" srcId="{68FAD2B8-B928-4799-8BC6-C42A1A6B3879}" destId="{BA57226D-E733-47AB-9C1E-7F48998AF898}" srcOrd="0" destOrd="0" presId="urn:microsoft.com/office/officeart/2005/8/layout/chevron2"/>
    <dgm:cxn modelId="{B2298DCB-6867-4425-BDC7-30579BECC0F0}" type="presOf" srcId="{AEA98A0A-5971-4387-8F87-30E2E87D1BBC}" destId="{5DF62DFD-4FA4-479D-BACA-0B5672D793AE}" srcOrd="0" destOrd="0" presId="urn:microsoft.com/office/officeart/2005/8/layout/chevron2"/>
    <dgm:cxn modelId="{C4EA5DD6-2344-446A-BC48-D54C36F1B85C}" type="presParOf" srcId="{BA57226D-E733-47AB-9C1E-7F48998AF898}" destId="{CC146864-BFF0-4842-89BF-1105AD66F5D5}" srcOrd="0" destOrd="0" presId="urn:microsoft.com/office/officeart/2005/8/layout/chevron2"/>
    <dgm:cxn modelId="{5722E887-8FC9-4A10-A5CE-FFFB20F749DC}" type="presParOf" srcId="{CC146864-BFF0-4842-89BF-1105AD66F5D5}" destId="{6597B828-368A-4EAC-99FD-85AB3B3FB0C4}" srcOrd="0" destOrd="0" presId="urn:microsoft.com/office/officeart/2005/8/layout/chevron2"/>
    <dgm:cxn modelId="{A2C69408-1036-4355-A8F7-DB2727EE27A4}" type="presParOf" srcId="{CC146864-BFF0-4842-89BF-1105AD66F5D5}" destId="{5DF62DFD-4FA4-479D-BACA-0B5672D793AE}" srcOrd="1" destOrd="0" presId="urn:microsoft.com/office/officeart/2005/8/layout/chevro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37823" y="13987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323637"/>
        <a:ext cx="643175" cy="275647"/>
      </dsp:txXfrm>
    </dsp:sp>
    <dsp:sp modelId="{5DF62DFD-4FA4-479D-BACA-0B5672D793AE}">
      <dsp:nvSpPr>
        <dsp:cNvPr id="0" name=""/>
        <dsp:cNvSpPr/>
      </dsp:nvSpPr>
      <dsp:spPr>
        <a:xfrm rot="5400000">
          <a:off x="1782256" y="-113703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Overview</a:t>
          </a:r>
        </a:p>
      </dsp:txBody>
      <dsp:txXfrm rot="-5400000">
        <a:off x="643176" y="31204"/>
        <a:ext cx="2846241" cy="538924"/>
      </dsp:txXfrm>
    </dsp:sp>
    <dsp:sp modelId="{CA3CA37D-96A6-40F5-8283-7F5E5E75CC28}">
      <dsp:nvSpPr>
        <dsp:cNvPr id="0" name=""/>
        <dsp:cNvSpPr/>
      </dsp:nvSpPr>
      <dsp:spPr>
        <a:xfrm rot="5400000">
          <a:off x="-137823" y="84834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 y="1032107"/>
        <a:ext cx="643175" cy="275647"/>
      </dsp:txXfrm>
    </dsp:sp>
    <dsp:sp modelId="{2F79F4EE-99A1-4CEC-8FEE-C636AD274778}">
      <dsp:nvSpPr>
        <dsp:cNvPr id="0" name=""/>
        <dsp:cNvSpPr/>
      </dsp:nvSpPr>
      <dsp:spPr>
        <a:xfrm rot="5400000">
          <a:off x="1782256" y="-428561"/>
          <a:ext cx="597234"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Loss Exposures</a:t>
          </a:r>
        </a:p>
      </dsp:txBody>
      <dsp:txXfrm rot="-5400000">
        <a:off x="643176" y="739674"/>
        <a:ext cx="2846241" cy="538924"/>
      </dsp:txXfrm>
    </dsp:sp>
    <dsp:sp modelId="{3196A1B1-B062-4292-A00B-1AF4EFB306CF}">
      <dsp:nvSpPr>
        <dsp:cNvPr id="0" name=""/>
        <dsp:cNvSpPr/>
      </dsp:nvSpPr>
      <dsp:spPr>
        <a:xfrm rot="5400000">
          <a:off x="-137823" y="1556812"/>
          <a:ext cx="918822" cy="64317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ln>
              <a:noFill/>
            </a:ln>
            <a:noFill/>
            <a:latin typeface="Segoe UI" panose="020B0502040204020203" pitchFamily="34" charset="0"/>
            <a:cs typeface="Segoe UI" panose="020B0502040204020203" pitchFamily="34" charset="0"/>
          </a:endParaRPr>
        </a:p>
      </dsp:txBody>
      <dsp:txXfrm rot="-5400000">
        <a:off x="1" y="1740577"/>
        <a:ext cx="643175" cy="275647"/>
      </dsp:txXfrm>
    </dsp:sp>
    <dsp:sp modelId="{AD927985-2E20-4855-8300-EF608B954011}">
      <dsp:nvSpPr>
        <dsp:cNvPr id="0" name=""/>
        <dsp:cNvSpPr/>
      </dsp:nvSpPr>
      <dsp:spPr>
        <a:xfrm rot="5400000">
          <a:off x="1824406" y="279908"/>
          <a:ext cx="512935" cy="2875396"/>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Components of Commercial Auto Coverage part</a:t>
          </a:r>
        </a:p>
      </dsp:txBody>
      <dsp:txXfrm rot="-5400000">
        <a:off x="643176" y="1486178"/>
        <a:ext cx="2850357" cy="46285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12288" y="99445"/>
          <a:ext cx="860324" cy="669267"/>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338551"/>
        <a:ext cx="669267" cy="191057"/>
      </dsp:txXfrm>
    </dsp:sp>
    <dsp:sp modelId="{5DF62DFD-4FA4-479D-BACA-0B5672D793AE}">
      <dsp:nvSpPr>
        <dsp:cNvPr id="0" name=""/>
        <dsp:cNvSpPr/>
      </dsp:nvSpPr>
      <dsp:spPr>
        <a:xfrm rot="5400000">
          <a:off x="1797554" y="-1174650"/>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Business Auto Coverage Form (BACF)</a:t>
          </a:r>
        </a:p>
      </dsp:txBody>
      <dsp:txXfrm rot="-5400000">
        <a:off x="618988" y="31214"/>
        <a:ext cx="2889046" cy="504615"/>
      </dsp:txXfrm>
    </dsp:sp>
    <dsp:sp modelId="{CA3CA37D-96A6-40F5-8283-7F5E5E75CC28}">
      <dsp:nvSpPr>
        <dsp:cNvPr id="0" name=""/>
        <dsp:cNvSpPr/>
      </dsp:nvSpPr>
      <dsp:spPr>
        <a:xfrm rot="5400000">
          <a:off x="-119539" y="840511"/>
          <a:ext cx="860324" cy="65476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065115"/>
        <a:ext cx="654765" cy="205559"/>
      </dsp:txXfrm>
    </dsp:sp>
    <dsp:sp modelId="{2F79F4EE-99A1-4CEC-8FEE-C636AD274778}">
      <dsp:nvSpPr>
        <dsp:cNvPr id="0" name=""/>
        <dsp:cNvSpPr/>
      </dsp:nvSpPr>
      <dsp:spPr>
        <a:xfrm rot="5400000">
          <a:off x="1712732" y="-440835"/>
          <a:ext cx="714353"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Endorsements	</a:t>
          </a:r>
        </a:p>
      </dsp:txBody>
      <dsp:txXfrm rot="-5400000">
        <a:off x="611737" y="695032"/>
        <a:ext cx="2881472" cy="644609"/>
      </dsp:txXfrm>
    </dsp:sp>
    <dsp:sp modelId="{3196A1B1-B062-4292-A00B-1AF4EFB306CF}">
      <dsp:nvSpPr>
        <dsp:cNvPr id="0" name=""/>
        <dsp:cNvSpPr/>
      </dsp:nvSpPr>
      <dsp:spPr>
        <a:xfrm rot="5400000">
          <a:off x="-131692" y="1508908"/>
          <a:ext cx="860324" cy="630459"/>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759" y="1709206"/>
        <a:ext cx="630459" cy="229865"/>
      </dsp:txXfrm>
    </dsp:sp>
    <dsp:sp modelId="{AD927985-2E20-4855-8300-EF608B954011}">
      <dsp:nvSpPr>
        <dsp:cNvPr id="0" name=""/>
        <dsp:cNvSpPr/>
      </dsp:nvSpPr>
      <dsp:spPr>
        <a:xfrm rot="5400000">
          <a:off x="1778150" y="215408"/>
          <a:ext cx="559211" cy="2916344"/>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Rating Factors</a:t>
          </a:r>
        </a:p>
      </dsp:txBody>
      <dsp:txXfrm rot="-5400000">
        <a:off x="599584" y="1421272"/>
        <a:ext cx="2889046" cy="504615"/>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7B828-368A-4EAC-99FD-85AB3B3FB0C4}">
      <dsp:nvSpPr>
        <dsp:cNvPr id="0" name=""/>
        <dsp:cNvSpPr/>
      </dsp:nvSpPr>
      <dsp:spPr>
        <a:xfrm rot="5400000">
          <a:off x="-107294" y="92084"/>
          <a:ext cx="822063" cy="639502"/>
        </a:xfrm>
        <a:prstGeom prst="chevron">
          <a:avLst/>
        </a:prstGeom>
        <a:solidFill>
          <a:schemeClr val="accent2">
            <a:lumMod val="60000"/>
            <a:lumOff val="4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endParaRPr lang="en-US" sz="1600" kern="1200" dirty="0">
            <a:noFill/>
            <a:latin typeface="Segoe UI" panose="020B0502040204020203" pitchFamily="34" charset="0"/>
            <a:cs typeface="Segoe UI" panose="020B0502040204020203" pitchFamily="34" charset="0"/>
          </a:endParaRPr>
        </a:p>
      </dsp:txBody>
      <dsp:txXfrm rot="-5400000">
        <a:off x="-16013" y="320554"/>
        <a:ext cx="639502" cy="182561"/>
      </dsp:txXfrm>
    </dsp:sp>
    <dsp:sp modelId="{5DF62DFD-4FA4-479D-BACA-0B5672D793AE}">
      <dsp:nvSpPr>
        <dsp:cNvPr id="0" name=""/>
        <dsp:cNvSpPr/>
      </dsp:nvSpPr>
      <dsp:spPr>
        <a:xfrm rot="5400000">
          <a:off x="1780606" y="-1204392"/>
          <a:ext cx="534340" cy="2943126"/>
        </a:xfrm>
        <a:prstGeom prst="round2SameRect">
          <a:avLst/>
        </a:prstGeom>
        <a:solidFill>
          <a:schemeClr val="accent2">
            <a:lumMod val="60000"/>
            <a:lumOff val="40000"/>
            <a:alpha val="9000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Segoe UI" panose="020B0502040204020203" pitchFamily="34" charset="0"/>
              <a:cs typeface="Segoe UI" panose="020B0502040204020203" pitchFamily="34" charset="0"/>
            </a:rPr>
            <a:t>State Variation / Sample Forms</a:t>
          </a:r>
        </a:p>
      </dsp:txBody>
      <dsp:txXfrm rot="-5400000">
        <a:off x="576213" y="26085"/>
        <a:ext cx="2917042" cy="482172"/>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6F6F8-1AC0-4D01-BEA1-308F81A1BEC2}" type="datetimeFigureOut">
              <a:rPr lang="en-US" smtClean="0"/>
              <a:t>3/4/2024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A57691-B56D-4694-A91B-D15F3ED3C037}" type="slidenum">
              <a:rPr lang="en-US" smtClean="0"/>
              <a:t>‹#›</a:t>
            </a:fld>
            <a:endParaRPr lang="en-US"/>
          </a:p>
        </p:txBody>
      </p:sp>
    </p:spTree>
    <p:extLst>
      <p:ext uri="{BB962C8B-B14F-4D97-AF65-F5344CB8AC3E}">
        <p14:creationId xmlns:p14="http://schemas.microsoft.com/office/powerpoint/2010/main" val="134475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dirty="0"/>
              <a:t>Separate declaration form is available for the use with each of the Commercial auto coverage</a:t>
            </a:r>
            <a:r>
              <a:rPr lang="en-US" sz="1200" baseline="0" dirty="0"/>
              <a:t> forms</a:t>
            </a:r>
            <a:endParaRPr lang="en-US" sz="1200" dirty="0"/>
          </a:p>
          <a:p>
            <a:pPr marL="285750" indent="-285750">
              <a:buFont typeface="Arial" panose="020B0604020202020204" pitchFamily="34" charset="0"/>
              <a:buChar char="•"/>
            </a:pPr>
            <a:r>
              <a:rPr lang="en-US" sz="1200" dirty="0"/>
              <a:t>Business Auto Declaration</a:t>
            </a:r>
          </a:p>
          <a:p>
            <a:pPr marL="285750" indent="-285750">
              <a:buFont typeface="Arial" panose="020B0604020202020204" pitchFamily="34" charset="0"/>
              <a:buChar char="•"/>
            </a:pPr>
            <a:r>
              <a:rPr lang="en-US" sz="1200" dirty="0"/>
              <a:t>Auto Dealers Declaration</a:t>
            </a:r>
          </a:p>
          <a:p>
            <a:pPr marL="285750" indent="-285750">
              <a:buFont typeface="Arial" panose="020B0604020202020204" pitchFamily="34" charset="0"/>
              <a:buChar char="•"/>
            </a:pPr>
            <a:r>
              <a:rPr lang="en-US" sz="1200" dirty="0"/>
              <a:t>Motor Carrier Declaration </a:t>
            </a:r>
          </a:p>
          <a:p>
            <a:endParaRPr lang="en-US" dirty="0"/>
          </a:p>
          <a:p>
            <a:pPr marL="0" indent="0">
              <a:buFont typeface="Arial" panose="020B0604020202020204" pitchFamily="34" charset="0"/>
              <a:buNone/>
            </a:pPr>
            <a:endParaRPr lang="en-US" baseline="0" dirty="0"/>
          </a:p>
        </p:txBody>
      </p:sp>
      <p:sp>
        <p:nvSpPr>
          <p:cNvPr id="4" name="Slide Number Placeholder 3"/>
          <p:cNvSpPr>
            <a:spLocks noGrp="1"/>
          </p:cNvSpPr>
          <p:nvPr>
            <p:ph type="sldNum" sz="quarter" idx="10"/>
          </p:nvPr>
        </p:nvSpPr>
        <p:spPr/>
        <p:txBody>
          <a:bodyPr/>
          <a:lstStyle/>
          <a:p>
            <a:fld id="{B7A57691-B56D-4694-A91B-D15F3ED3C037}" type="slidenum">
              <a:rPr lang="en-US" smtClean="0"/>
              <a:t>5</a:t>
            </a:fld>
            <a:endParaRPr lang="en-US"/>
          </a:p>
        </p:txBody>
      </p:sp>
    </p:spTree>
    <p:extLst>
      <p:ext uri="{BB962C8B-B14F-4D97-AF65-F5344CB8AC3E}">
        <p14:creationId xmlns:p14="http://schemas.microsoft.com/office/powerpoint/2010/main" val="1305504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Symbol 1</a:t>
            </a:r>
            <a:r>
              <a:rPr lang="en-US" sz="1200" b="0" i="0" kern="1200" dirty="0">
                <a:solidFill>
                  <a:schemeClr val="tx1"/>
                </a:solidFill>
                <a:effectLst/>
                <a:latin typeface="+mn-lt"/>
                <a:ea typeface="+mn-ea"/>
                <a:cs typeface="+mn-cs"/>
              </a:rPr>
              <a:t> provides the broadest coverage available. It means that any auto, whether owned by the insured or not, is covered for the bodily injury and property damage liability. It is important to note than Symbol 1 coverage can only be applied to liability coverage. Symbol 1 extends coverage automatically to newly acquired autos, non-owned autos, hired autos and makes no exception for the type of vehicle.   Whenever possible, this is the preferred coverage symbol that should be applied to a commercial auto insurance policy.</a:t>
            </a:r>
          </a:p>
          <a:p>
            <a:r>
              <a:rPr lang="en-US" sz="1200" b="1" i="0" kern="1200" dirty="0">
                <a:solidFill>
                  <a:schemeClr val="tx1"/>
                </a:solidFill>
                <a:effectLst/>
                <a:latin typeface="+mn-lt"/>
                <a:ea typeface="+mn-ea"/>
                <a:cs typeface="+mn-cs"/>
              </a:rPr>
              <a:t>Symbol 2</a:t>
            </a:r>
            <a:r>
              <a:rPr lang="en-US" sz="1200" b="0" i="0" kern="1200" dirty="0">
                <a:solidFill>
                  <a:schemeClr val="tx1"/>
                </a:solidFill>
                <a:effectLst/>
                <a:latin typeface="+mn-lt"/>
                <a:ea typeface="+mn-ea"/>
                <a:cs typeface="+mn-cs"/>
              </a:rPr>
              <a:t> limits coverage to autos owned by the insured but, like symbol 1, does not make exceptions for any type of vehicle (i.e. both private passenger vehicles, trailers, and trucks can be covered). This symbol conditions coverage based on ownership:  vehicles must be titled to the named insured. This coverage is commonly applied to liability, medical payments, and uninsured motorist coverage but can also be used for physical damage coverage.</a:t>
            </a:r>
          </a:p>
          <a:p>
            <a:r>
              <a:rPr lang="en-US" sz="1200" b="1" i="0" kern="1200" dirty="0">
                <a:solidFill>
                  <a:schemeClr val="tx1"/>
                </a:solidFill>
                <a:effectLst/>
                <a:latin typeface="+mn-lt"/>
                <a:ea typeface="+mn-ea"/>
                <a:cs typeface="+mn-cs"/>
              </a:rPr>
              <a:t>Symbols 3 and 4</a:t>
            </a:r>
            <a:r>
              <a:rPr lang="en-US" sz="1200" b="0" i="0" kern="1200" dirty="0">
                <a:solidFill>
                  <a:schemeClr val="tx1"/>
                </a:solidFill>
                <a:effectLst/>
                <a:latin typeface="+mn-lt"/>
                <a:ea typeface="+mn-ea"/>
                <a:cs typeface="+mn-cs"/>
              </a:rPr>
              <a:t> are intended to carve out coverage for specific types of vehicles, such as private passenger autos only, or other than private passenger autos. They are used in rarely when certain underwriting circumstances dictate their necessity.</a:t>
            </a:r>
          </a:p>
          <a:p>
            <a:r>
              <a:rPr lang="en-US" sz="1200" b="1" i="0" kern="1200" dirty="0">
                <a:solidFill>
                  <a:schemeClr val="tx1"/>
                </a:solidFill>
                <a:effectLst/>
                <a:latin typeface="+mn-lt"/>
                <a:ea typeface="+mn-ea"/>
                <a:cs typeface="+mn-cs"/>
              </a:rPr>
              <a:t>Symbol 5</a:t>
            </a:r>
            <a:r>
              <a:rPr lang="en-US" sz="1200" b="0" i="0" kern="1200" dirty="0">
                <a:solidFill>
                  <a:schemeClr val="tx1"/>
                </a:solidFill>
                <a:effectLst/>
                <a:latin typeface="+mn-lt"/>
                <a:ea typeface="+mn-ea"/>
                <a:cs typeface="+mn-cs"/>
              </a:rPr>
              <a:t> is used only in a few states that mandate PIP or no-fault benefits. It is not used in Nevada.</a:t>
            </a:r>
          </a:p>
          <a:p>
            <a:r>
              <a:rPr lang="en-US" sz="1200" b="1" i="0" kern="1200" dirty="0">
                <a:solidFill>
                  <a:schemeClr val="tx1"/>
                </a:solidFill>
                <a:effectLst/>
                <a:latin typeface="+mn-lt"/>
                <a:ea typeface="+mn-ea"/>
                <a:cs typeface="+mn-cs"/>
              </a:rPr>
              <a:t>Symbol 6</a:t>
            </a:r>
            <a:r>
              <a:rPr lang="en-US" sz="1200" b="0" i="0" kern="1200" dirty="0">
                <a:solidFill>
                  <a:schemeClr val="tx1"/>
                </a:solidFill>
                <a:effectLst/>
                <a:latin typeface="+mn-lt"/>
                <a:ea typeface="+mn-ea"/>
                <a:cs typeface="+mn-cs"/>
              </a:rPr>
              <a:t> applied only to uninsured/underinsured motorist coverage, where that coverage is compulsory. This symbol is not commonly used in Nevada.</a:t>
            </a:r>
          </a:p>
          <a:p>
            <a:r>
              <a:rPr lang="en-US" sz="1200" b="1" i="0" kern="1200" dirty="0">
                <a:solidFill>
                  <a:schemeClr val="tx1"/>
                </a:solidFill>
                <a:effectLst/>
                <a:latin typeface="+mn-lt"/>
                <a:ea typeface="+mn-ea"/>
                <a:cs typeface="+mn-cs"/>
              </a:rPr>
              <a:t>Symbol 7</a:t>
            </a:r>
            <a:r>
              <a:rPr lang="en-US" sz="1200" b="0" i="0" kern="1200" dirty="0">
                <a:solidFill>
                  <a:schemeClr val="tx1"/>
                </a:solidFill>
                <a:effectLst/>
                <a:latin typeface="+mn-lt"/>
                <a:ea typeface="+mn-ea"/>
                <a:cs typeface="+mn-cs"/>
              </a:rPr>
              <a:t> limits coverage to autos specifically described in the policy declarations. While commonly used, symbol 7 does limit coverage for newly acquired vehicles compared to symbol 1 or symbol 2. There are circumstances when only symbol 7 is available, but symbol 1 or 2 are preferred.</a:t>
            </a:r>
          </a:p>
          <a:p>
            <a:r>
              <a:rPr lang="en-US" sz="1200" b="1" i="0" kern="1200" dirty="0">
                <a:solidFill>
                  <a:schemeClr val="tx1"/>
                </a:solidFill>
                <a:effectLst/>
                <a:latin typeface="+mn-lt"/>
                <a:ea typeface="+mn-ea"/>
                <a:cs typeface="+mn-cs"/>
              </a:rPr>
              <a:t>Symbol 8</a:t>
            </a:r>
            <a:r>
              <a:rPr lang="en-US" sz="1200" b="0" i="0" kern="1200" dirty="0">
                <a:solidFill>
                  <a:schemeClr val="tx1"/>
                </a:solidFill>
                <a:effectLst/>
                <a:latin typeface="+mn-lt"/>
                <a:ea typeface="+mn-ea"/>
                <a:cs typeface="+mn-cs"/>
              </a:rPr>
              <a:t> provides coverage for </a:t>
            </a:r>
            <a:r>
              <a:rPr lang="en-US" sz="1200" b="0" i="0" u="none" strike="noStrike" kern="1200" dirty="0">
                <a:solidFill>
                  <a:schemeClr val="tx1"/>
                </a:solidFill>
                <a:effectLst/>
                <a:latin typeface="+mn-lt"/>
                <a:ea typeface="+mn-ea"/>
                <a:cs typeface="+mn-cs"/>
              </a:rPr>
              <a:t>h</a:t>
            </a:r>
            <a:r>
              <a:rPr lang="en-US" sz="1200" b="0" i="0" kern="1200" dirty="0">
                <a:solidFill>
                  <a:schemeClr val="tx1"/>
                </a:solidFill>
                <a:effectLst/>
                <a:latin typeface="+mn-lt"/>
                <a:ea typeface="+mn-ea"/>
                <a:cs typeface="+mn-cs"/>
              </a:rPr>
              <a:t>ired</a:t>
            </a:r>
            <a:r>
              <a:rPr lang="en-US" sz="1200" b="0" i="0" kern="1200" baseline="0" dirty="0">
                <a:solidFill>
                  <a:schemeClr val="tx1"/>
                </a:solidFill>
                <a:effectLst/>
                <a:latin typeface="+mn-lt"/>
                <a:ea typeface="+mn-ea"/>
                <a:cs typeface="+mn-cs"/>
              </a:rPr>
              <a:t> or rented autos.</a:t>
            </a:r>
            <a:r>
              <a:rPr lang="en-US" sz="1200" b="0" i="0" kern="1200" dirty="0">
                <a:solidFill>
                  <a:schemeClr val="tx1"/>
                </a:solidFill>
                <a:effectLst/>
                <a:latin typeface="+mn-lt"/>
                <a:ea typeface="+mn-ea"/>
                <a:cs typeface="+mn-cs"/>
              </a:rPr>
              <a:t> This can be applied to liability or physical damage, or both. This coverage is already included in the definition of symbol 1.</a:t>
            </a:r>
          </a:p>
          <a:p>
            <a:r>
              <a:rPr lang="en-US" sz="1200" b="1" i="0" kern="1200" dirty="0">
                <a:solidFill>
                  <a:schemeClr val="tx1"/>
                </a:solidFill>
                <a:effectLst/>
                <a:latin typeface="+mn-lt"/>
                <a:ea typeface="+mn-ea"/>
                <a:cs typeface="+mn-cs"/>
              </a:rPr>
              <a:t>Symbol 9</a:t>
            </a:r>
            <a:r>
              <a:rPr lang="en-US" sz="1200" b="0" i="0" kern="1200" dirty="0">
                <a:solidFill>
                  <a:schemeClr val="tx1"/>
                </a:solidFill>
                <a:effectLst/>
                <a:latin typeface="+mn-lt"/>
                <a:ea typeface="+mn-ea"/>
                <a:cs typeface="+mn-cs"/>
              </a:rPr>
              <a:t> provides coverage for </a:t>
            </a:r>
            <a:r>
              <a:rPr lang="en-US" sz="1200" b="0" i="0" u="none" strike="noStrike" kern="1200" dirty="0">
                <a:solidFill>
                  <a:schemeClr val="tx1"/>
                </a:solidFill>
                <a:effectLst/>
                <a:latin typeface="+mn-lt"/>
                <a:ea typeface="+mn-ea"/>
                <a:cs typeface="+mn-cs"/>
              </a:rPr>
              <a:t>non-owned autos</a:t>
            </a:r>
            <a:r>
              <a:rPr lang="en-US" sz="1200" b="0" i="0" kern="1200" dirty="0">
                <a:solidFill>
                  <a:schemeClr val="tx1"/>
                </a:solidFill>
                <a:effectLst/>
                <a:latin typeface="+mn-lt"/>
                <a:ea typeface="+mn-ea"/>
                <a:cs typeface="+mn-cs"/>
              </a:rPr>
              <a:t> that the insured does NOT rent or hire. This is typically used to cover the exposure of employees using their personal vehicles for company business.  Symbol 9 usually applies only to liability coverage. This coverage is already included in the definition of symbol 1.</a:t>
            </a:r>
          </a:p>
          <a:p>
            <a:r>
              <a:rPr lang="en-US" sz="1200" b="1" i="0" kern="1200" dirty="0">
                <a:solidFill>
                  <a:schemeClr val="tx1"/>
                </a:solidFill>
                <a:effectLst/>
                <a:latin typeface="+mn-lt"/>
                <a:ea typeface="+mn-ea"/>
                <a:cs typeface="+mn-cs"/>
              </a:rPr>
              <a:t>Symbol 19</a:t>
            </a:r>
            <a:r>
              <a:rPr lang="en-US" sz="1200" b="0" i="0" kern="1200" dirty="0">
                <a:solidFill>
                  <a:schemeClr val="tx1"/>
                </a:solidFill>
                <a:effectLst/>
                <a:latin typeface="+mn-lt"/>
                <a:ea typeface="+mn-ea"/>
                <a:cs typeface="+mn-cs"/>
              </a:rPr>
              <a:t> applies to autos that are land vehicles and would qualify as mobile equipment under the business auto policy, except they are subject to compulsory registration and insurance laws (i.e. financial responsibility laws). This coverage is already included in the definition of symbol 1 &amp; 2, so symbol 19 is usually only needed in conjunction with symbol 7 coverage.</a:t>
            </a:r>
          </a:p>
          <a:p>
            <a:endParaRPr lang="en-US" dirty="0"/>
          </a:p>
          <a:p>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6</a:t>
            </a:fld>
            <a:endParaRPr lang="en-US"/>
          </a:p>
        </p:txBody>
      </p:sp>
    </p:spTree>
    <p:extLst>
      <p:ext uri="{BB962C8B-B14F-4D97-AF65-F5344CB8AC3E}">
        <p14:creationId xmlns:p14="http://schemas.microsoft.com/office/powerpoint/2010/main" val="1752475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7</a:t>
            </a:fld>
            <a:endParaRPr lang="en-US"/>
          </a:p>
        </p:txBody>
      </p:sp>
    </p:spTree>
    <p:extLst>
      <p:ext uri="{BB962C8B-B14F-4D97-AF65-F5344CB8AC3E}">
        <p14:creationId xmlns:p14="http://schemas.microsoft.com/office/powerpoint/2010/main" val="1457875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A57FDC6-F59E-4632-8367-1ACF8DB7596C}" type="datetimeFigureOut">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529491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57FDC6-F59E-4632-8367-1ACF8DB7596C}" type="datetimeFigureOut">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712084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57FDC6-F59E-4632-8367-1ACF8DB7596C}" type="datetimeFigureOut">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892865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57FDC6-F59E-4632-8367-1ACF8DB7596C}" type="datetimeFigureOut">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63479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57FDC6-F59E-4632-8367-1ACF8DB7596C}" type="datetimeFigureOut">
              <a:rPr lang="en-US" smtClean="0"/>
              <a:t>3/4/2024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48703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A57FDC6-F59E-4632-8367-1ACF8DB7596C}" type="datetimeFigureOut">
              <a:rPr lang="en-US" smtClean="0"/>
              <a:t>3/4/2024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88528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7FDC6-F59E-4632-8367-1ACF8DB7596C}" type="datetimeFigureOut">
              <a:rPr lang="en-US" smtClean="0"/>
              <a:t>3/4/2024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04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85806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578773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57FDC6-F59E-4632-8367-1ACF8DB7596C}" type="datetimeFigureOut">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788709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57FDC6-F59E-4632-8367-1ACF8DB7596C}" type="datetimeFigureOut">
              <a:rPr lang="en-US" smtClean="0"/>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4165847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305821"/>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2468" y="195809"/>
            <a:ext cx="1227358" cy="1083176"/>
          </a:xfrm>
          <a:prstGeom prst="rect">
            <a:avLst/>
          </a:prstGeom>
        </p:spPr>
      </p:pic>
    </p:spTree>
    <p:extLst>
      <p:ext uri="{BB962C8B-B14F-4D97-AF65-F5344CB8AC3E}">
        <p14:creationId xmlns:p14="http://schemas.microsoft.com/office/powerpoint/2010/main" val="262562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57FDC6-F59E-4632-8367-1ACF8DB7596C}" type="datetimeFigureOut">
              <a:rPr lang="en-US" smtClean="0"/>
              <a:t>3/4/2024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CE6AAB-77F3-4DB9-8673-65DEA91D1CFB}" type="slidenum">
              <a:rPr lang="en-US" smtClean="0"/>
              <a:t>‹#›</a:t>
            </a:fld>
            <a:endParaRPr lang="en-US"/>
          </a:p>
        </p:txBody>
      </p:sp>
    </p:spTree>
    <p:extLst>
      <p:ext uri="{BB962C8B-B14F-4D97-AF65-F5344CB8AC3E}">
        <p14:creationId xmlns:p14="http://schemas.microsoft.com/office/powerpoint/2010/main" val="428602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image" Target="../media/image3.png"/><Relationship Id="rId16" Type="http://schemas.openxmlformats.org/officeDocument/2006/relationships/diagramColors" Target="../diagrams/colors3.xml"/><Relationship Id="rId1" Type="http://schemas.openxmlformats.org/officeDocument/2006/relationships/slideLayout" Target="../slideLayouts/slideLayout1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5.xml"/><Relationship Id="rId13" Type="http://schemas.openxmlformats.org/officeDocument/2006/relationships/diagramData" Target="../diagrams/data6.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17" Type="http://schemas.microsoft.com/office/2007/relationships/diagramDrawing" Target="../diagrams/drawing6.xml"/><Relationship Id="rId2" Type="http://schemas.openxmlformats.org/officeDocument/2006/relationships/image" Target="../media/image3.png"/><Relationship Id="rId16" Type="http://schemas.openxmlformats.org/officeDocument/2006/relationships/diagramColors" Target="../diagrams/colors6.xml"/><Relationship Id="rId1" Type="http://schemas.openxmlformats.org/officeDocument/2006/relationships/slideLayout" Target="../slideLayouts/slideLayout13.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5" Type="http://schemas.openxmlformats.org/officeDocument/2006/relationships/diagramQuickStyle" Target="../diagrams/quickStyle6.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 Id="rId14" Type="http://schemas.openxmlformats.org/officeDocument/2006/relationships/diagramLayout" Target="../diagrams/layout6.xml"/></Relationships>
</file>

<file path=ppt/slides/_rels/slide5.xml.rels><?xml version="1.0" encoding="UTF-8" standalone="yes"?>
<Relationships xmlns="http://schemas.openxmlformats.org/package/2006/relationships"><Relationship Id="rId8" Type="http://schemas.microsoft.com/office/2007/relationships/diagramDrawing" Target="../diagrams/drawing7.xml"/><Relationship Id="rId13" Type="http://schemas.microsoft.com/office/2007/relationships/diagramDrawing" Target="../diagrams/drawing8.xml"/><Relationship Id="rId18" Type="http://schemas.microsoft.com/office/2007/relationships/diagramDrawing" Target="../diagrams/drawing9.xml"/><Relationship Id="rId3" Type="http://schemas.openxmlformats.org/officeDocument/2006/relationships/image" Target="../media/image3.png"/><Relationship Id="rId7" Type="http://schemas.openxmlformats.org/officeDocument/2006/relationships/diagramColors" Target="../diagrams/colors7.xml"/><Relationship Id="rId12" Type="http://schemas.openxmlformats.org/officeDocument/2006/relationships/diagramColors" Target="../diagrams/colors8.xml"/><Relationship Id="rId17" Type="http://schemas.openxmlformats.org/officeDocument/2006/relationships/diagramColors" Target="../diagrams/colors9.xml"/><Relationship Id="rId2" Type="http://schemas.openxmlformats.org/officeDocument/2006/relationships/notesSlide" Target="../notesSlides/notesSlide1.xml"/><Relationship Id="rId16" Type="http://schemas.openxmlformats.org/officeDocument/2006/relationships/diagramQuickStyle" Target="../diagrams/quickStyle9.xml"/><Relationship Id="rId1" Type="http://schemas.openxmlformats.org/officeDocument/2006/relationships/slideLayout" Target="../slideLayouts/slideLayout13.xml"/><Relationship Id="rId6" Type="http://schemas.openxmlformats.org/officeDocument/2006/relationships/diagramQuickStyle" Target="../diagrams/quickStyle7.xml"/><Relationship Id="rId11" Type="http://schemas.openxmlformats.org/officeDocument/2006/relationships/diagramQuickStyle" Target="../diagrams/quickStyle8.xml"/><Relationship Id="rId5" Type="http://schemas.openxmlformats.org/officeDocument/2006/relationships/diagramLayout" Target="../diagrams/layout7.xml"/><Relationship Id="rId15" Type="http://schemas.openxmlformats.org/officeDocument/2006/relationships/diagramLayout" Target="../diagrams/layout9.xml"/><Relationship Id="rId10" Type="http://schemas.openxmlformats.org/officeDocument/2006/relationships/diagramLayout" Target="../diagrams/layout8.xml"/><Relationship Id="rId4" Type="http://schemas.openxmlformats.org/officeDocument/2006/relationships/diagramData" Target="../diagrams/data7.xml"/><Relationship Id="rId9" Type="http://schemas.openxmlformats.org/officeDocument/2006/relationships/diagramData" Target="../diagrams/data8.xml"/><Relationship Id="rId14" Type="http://schemas.openxmlformats.org/officeDocument/2006/relationships/diagramData" Target="../diagrams/data9.xml"/></Relationships>
</file>

<file path=ppt/slides/_rels/slide6.xml.rels><?xml version="1.0" encoding="UTF-8" standalone="yes"?>
<Relationships xmlns="http://schemas.openxmlformats.org/package/2006/relationships"><Relationship Id="rId8" Type="http://schemas.microsoft.com/office/2007/relationships/diagramDrawing" Target="../diagrams/drawing10.xml"/><Relationship Id="rId13" Type="http://schemas.microsoft.com/office/2007/relationships/diagramDrawing" Target="../diagrams/drawing11.xml"/><Relationship Id="rId18" Type="http://schemas.microsoft.com/office/2007/relationships/diagramDrawing" Target="../diagrams/drawing12.xml"/><Relationship Id="rId3" Type="http://schemas.openxmlformats.org/officeDocument/2006/relationships/image" Target="../media/image3.png"/><Relationship Id="rId7" Type="http://schemas.openxmlformats.org/officeDocument/2006/relationships/diagramColors" Target="../diagrams/colors10.xml"/><Relationship Id="rId12" Type="http://schemas.openxmlformats.org/officeDocument/2006/relationships/diagramColors" Target="../diagrams/colors11.xml"/><Relationship Id="rId17" Type="http://schemas.openxmlformats.org/officeDocument/2006/relationships/diagramColors" Target="../diagrams/colors12.xml"/><Relationship Id="rId2" Type="http://schemas.openxmlformats.org/officeDocument/2006/relationships/notesSlide" Target="../notesSlides/notesSlide2.xml"/><Relationship Id="rId16" Type="http://schemas.openxmlformats.org/officeDocument/2006/relationships/diagramQuickStyle" Target="../diagrams/quickStyle12.xml"/><Relationship Id="rId1" Type="http://schemas.openxmlformats.org/officeDocument/2006/relationships/slideLayout" Target="../slideLayouts/slideLayout13.xml"/><Relationship Id="rId6" Type="http://schemas.openxmlformats.org/officeDocument/2006/relationships/diagramQuickStyle" Target="../diagrams/quickStyle10.xml"/><Relationship Id="rId11" Type="http://schemas.openxmlformats.org/officeDocument/2006/relationships/diagramQuickStyle" Target="../diagrams/quickStyle11.xml"/><Relationship Id="rId5" Type="http://schemas.openxmlformats.org/officeDocument/2006/relationships/diagramLayout" Target="../diagrams/layout10.xml"/><Relationship Id="rId15" Type="http://schemas.openxmlformats.org/officeDocument/2006/relationships/diagramLayout" Target="../diagrams/layout12.xml"/><Relationship Id="rId10" Type="http://schemas.openxmlformats.org/officeDocument/2006/relationships/diagramLayout" Target="../diagrams/layout11.xml"/><Relationship Id="rId4" Type="http://schemas.openxmlformats.org/officeDocument/2006/relationships/diagramData" Target="../diagrams/data10.xml"/><Relationship Id="rId9" Type="http://schemas.openxmlformats.org/officeDocument/2006/relationships/diagramData" Target="../diagrams/data11.xml"/><Relationship Id="rId14" Type="http://schemas.openxmlformats.org/officeDocument/2006/relationships/diagramData" Target="../diagrams/data12.xml"/></Relationships>
</file>

<file path=ppt/slides/_rels/slide7.xml.rels><?xml version="1.0" encoding="UTF-8" standalone="yes"?>
<Relationships xmlns="http://schemas.openxmlformats.org/package/2006/relationships"><Relationship Id="rId8" Type="http://schemas.microsoft.com/office/2007/relationships/diagramDrawing" Target="../diagrams/drawing13.xml"/><Relationship Id="rId13" Type="http://schemas.microsoft.com/office/2007/relationships/diagramDrawing" Target="../diagrams/drawing14.xml"/><Relationship Id="rId18" Type="http://schemas.microsoft.com/office/2007/relationships/diagramDrawing" Target="../diagrams/drawing15.xml"/><Relationship Id="rId3" Type="http://schemas.openxmlformats.org/officeDocument/2006/relationships/image" Target="../media/image3.png"/><Relationship Id="rId7" Type="http://schemas.openxmlformats.org/officeDocument/2006/relationships/diagramColors" Target="../diagrams/colors13.xml"/><Relationship Id="rId12" Type="http://schemas.openxmlformats.org/officeDocument/2006/relationships/diagramColors" Target="../diagrams/colors14.xml"/><Relationship Id="rId17" Type="http://schemas.openxmlformats.org/officeDocument/2006/relationships/diagramColors" Target="../diagrams/colors15.xml"/><Relationship Id="rId2" Type="http://schemas.openxmlformats.org/officeDocument/2006/relationships/notesSlide" Target="../notesSlides/notesSlide3.xml"/><Relationship Id="rId16" Type="http://schemas.openxmlformats.org/officeDocument/2006/relationships/diagramQuickStyle" Target="../diagrams/quickStyle15.xml"/><Relationship Id="rId1" Type="http://schemas.openxmlformats.org/officeDocument/2006/relationships/slideLayout" Target="../slideLayouts/slideLayout13.xml"/><Relationship Id="rId6" Type="http://schemas.openxmlformats.org/officeDocument/2006/relationships/diagramQuickStyle" Target="../diagrams/quickStyle13.xml"/><Relationship Id="rId11" Type="http://schemas.openxmlformats.org/officeDocument/2006/relationships/diagramQuickStyle" Target="../diagrams/quickStyle14.xml"/><Relationship Id="rId5" Type="http://schemas.openxmlformats.org/officeDocument/2006/relationships/diagramLayout" Target="../diagrams/layout13.xml"/><Relationship Id="rId15" Type="http://schemas.openxmlformats.org/officeDocument/2006/relationships/diagramLayout" Target="../diagrams/layout15.xml"/><Relationship Id="rId10" Type="http://schemas.openxmlformats.org/officeDocument/2006/relationships/diagramLayout" Target="../diagrams/layout14.xml"/><Relationship Id="rId4" Type="http://schemas.openxmlformats.org/officeDocument/2006/relationships/diagramData" Target="../diagrams/data13.xml"/><Relationship Id="rId9" Type="http://schemas.openxmlformats.org/officeDocument/2006/relationships/diagramData" Target="../diagrams/data14.xml"/><Relationship Id="rId14" Type="http://schemas.openxmlformats.org/officeDocument/2006/relationships/diagramData" Target="../diagrams/data15.xml"/></Relationships>
</file>

<file path=ppt/slides/_rels/slide8.xml.rels><?xml version="1.0" encoding="UTF-8" standalone="yes"?>
<Relationships xmlns="http://schemas.openxmlformats.org/package/2006/relationships"><Relationship Id="rId8" Type="http://schemas.microsoft.com/office/2007/relationships/diagramDrawing" Target="../diagrams/drawing16.xml"/><Relationship Id="rId13" Type="http://schemas.microsoft.com/office/2007/relationships/diagramDrawing" Target="../diagrams/drawing17.xml"/><Relationship Id="rId18" Type="http://schemas.microsoft.com/office/2007/relationships/diagramDrawing" Target="../diagrams/drawing18.xml"/><Relationship Id="rId3" Type="http://schemas.openxmlformats.org/officeDocument/2006/relationships/image" Target="../media/image4.png"/><Relationship Id="rId7" Type="http://schemas.openxmlformats.org/officeDocument/2006/relationships/diagramColors" Target="../diagrams/colors16.xml"/><Relationship Id="rId12" Type="http://schemas.openxmlformats.org/officeDocument/2006/relationships/diagramColors" Target="../diagrams/colors17.xml"/><Relationship Id="rId17" Type="http://schemas.openxmlformats.org/officeDocument/2006/relationships/diagramColors" Target="../diagrams/colors18.xml"/><Relationship Id="rId2" Type="http://schemas.openxmlformats.org/officeDocument/2006/relationships/image" Target="../media/image3.png"/><Relationship Id="rId16" Type="http://schemas.openxmlformats.org/officeDocument/2006/relationships/diagramQuickStyle" Target="../diagrams/quickStyle18.xml"/><Relationship Id="rId1" Type="http://schemas.openxmlformats.org/officeDocument/2006/relationships/slideLayout" Target="../slideLayouts/slideLayout13.xml"/><Relationship Id="rId6" Type="http://schemas.openxmlformats.org/officeDocument/2006/relationships/diagramQuickStyle" Target="../diagrams/quickStyle16.xml"/><Relationship Id="rId11" Type="http://schemas.openxmlformats.org/officeDocument/2006/relationships/diagramQuickStyle" Target="../diagrams/quickStyle17.xml"/><Relationship Id="rId5" Type="http://schemas.openxmlformats.org/officeDocument/2006/relationships/diagramLayout" Target="../diagrams/layout16.xml"/><Relationship Id="rId15" Type="http://schemas.openxmlformats.org/officeDocument/2006/relationships/diagramLayout" Target="../diagrams/layout18.xml"/><Relationship Id="rId10" Type="http://schemas.openxmlformats.org/officeDocument/2006/relationships/diagramLayout" Target="../diagrams/layout17.xml"/><Relationship Id="rId4" Type="http://schemas.openxmlformats.org/officeDocument/2006/relationships/diagramData" Target="../diagrams/data16.xml"/><Relationship Id="rId9" Type="http://schemas.openxmlformats.org/officeDocument/2006/relationships/diagramData" Target="../diagrams/data17.xml"/><Relationship Id="rId14" Type="http://schemas.openxmlformats.org/officeDocument/2006/relationships/diagramData" Target="../diagrams/data18.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20.xml"/><Relationship Id="rId13" Type="http://schemas.openxmlformats.org/officeDocument/2006/relationships/diagramData" Target="../diagrams/data21.xml"/><Relationship Id="rId3" Type="http://schemas.openxmlformats.org/officeDocument/2006/relationships/diagramData" Target="../diagrams/data19.xml"/><Relationship Id="rId7" Type="http://schemas.microsoft.com/office/2007/relationships/diagramDrawing" Target="../diagrams/drawing19.xml"/><Relationship Id="rId12" Type="http://schemas.microsoft.com/office/2007/relationships/diagramDrawing" Target="../diagrams/drawing20.xml"/><Relationship Id="rId17" Type="http://schemas.microsoft.com/office/2007/relationships/diagramDrawing" Target="../diagrams/drawing21.xml"/><Relationship Id="rId2" Type="http://schemas.openxmlformats.org/officeDocument/2006/relationships/image" Target="../media/image3.png"/><Relationship Id="rId16" Type="http://schemas.openxmlformats.org/officeDocument/2006/relationships/diagramColors" Target="../diagrams/colors21.xml"/><Relationship Id="rId1" Type="http://schemas.openxmlformats.org/officeDocument/2006/relationships/slideLayout" Target="../slideLayouts/slideLayout13.xml"/><Relationship Id="rId6" Type="http://schemas.openxmlformats.org/officeDocument/2006/relationships/diagramColors" Target="../diagrams/colors19.xml"/><Relationship Id="rId11" Type="http://schemas.openxmlformats.org/officeDocument/2006/relationships/diagramColors" Target="../diagrams/colors20.xml"/><Relationship Id="rId5" Type="http://schemas.openxmlformats.org/officeDocument/2006/relationships/diagramQuickStyle" Target="../diagrams/quickStyle19.xml"/><Relationship Id="rId15" Type="http://schemas.openxmlformats.org/officeDocument/2006/relationships/diagramQuickStyle" Target="../diagrams/quickStyle21.xml"/><Relationship Id="rId10" Type="http://schemas.openxmlformats.org/officeDocument/2006/relationships/diagramQuickStyle" Target="../diagrams/quickStyle20.xml"/><Relationship Id="rId4" Type="http://schemas.openxmlformats.org/officeDocument/2006/relationships/diagramLayout" Target="../diagrams/layout19.xml"/><Relationship Id="rId9" Type="http://schemas.openxmlformats.org/officeDocument/2006/relationships/diagramLayout" Target="../diagrams/layout20.xml"/><Relationship Id="rId14" Type="http://schemas.openxmlformats.org/officeDocument/2006/relationships/diagramLayout" Target="../diagrams/layout21.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3.xml"/><Relationship Id="rId13" Type="http://schemas.openxmlformats.org/officeDocument/2006/relationships/diagramData" Target="../diagrams/data24.xml"/><Relationship Id="rId3" Type="http://schemas.openxmlformats.org/officeDocument/2006/relationships/diagramData" Target="../diagrams/data22.xml"/><Relationship Id="rId7" Type="http://schemas.microsoft.com/office/2007/relationships/diagramDrawing" Target="../diagrams/drawing22.xml"/><Relationship Id="rId12" Type="http://schemas.microsoft.com/office/2007/relationships/diagramDrawing" Target="../diagrams/drawing23.xml"/><Relationship Id="rId17" Type="http://schemas.microsoft.com/office/2007/relationships/diagramDrawing" Target="../diagrams/drawing24.xml"/><Relationship Id="rId2" Type="http://schemas.openxmlformats.org/officeDocument/2006/relationships/image" Target="../media/image3.png"/><Relationship Id="rId16" Type="http://schemas.openxmlformats.org/officeDocument/2006/relationships/diagramColors" Target="../diagrams/colors24.xml"/><Relationship Id="rId1" Type="http://schemas.openxmlformats.org/officeDocument/2006/relationships/slideLayout" Target="../slideLayouts/slideLayout13.xml"/><Relationship Id="rId6" Type="http://schemas.openxmlformats.org/officeDocument/2006/relationships/diagramColors" Target="../diagrams/colors22.xml"/><Relationship Id="rId11" Type="http://schemas.openxmlformats.org/officeDocument/2006/relationships/diagramColors" Target="../diagrams/colors23.xml"/><Relationship Id="rId5" Type="http://schemas.openxmlformats.org/officeDocument/2006/relationships/diagramQuickStyle" Target="../diagrams/quickStyle22.xml"/><Relationship Id="rId15" Type="http://schemas.openxmlformats.org/officeDocument/2006/relationships/diagramQuickStyle" Target="../diagrams/quickStyle24.xml"/><Relationship Id="rId10" Type="http://schemas.openxmlformats.org/officeDocument/2006/relationships/diagramQuickStyle" Target="../diagrams/quickStyle23.xml"/><Relationship Id="rId4" Type="http://schemas.openxmlformats.org/officeDocument/2006/relationships/diagramLayout" Target="../diagrams/layout22.xml"/><Relationship Id="rId9" Type="http://schemas.openxmlformats.org/officeDocument/2006/relationships/diagramLayout" Target="../diagrams/layout23.xml"/><Relationship Id="rId14" Type="http://schemas.openxmlformats.org/officeDocument/2006/relationships/diagramLayout" Target="../diagrams/layout24.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26.xml"/><Relationship Id="rId13" Type="http://schemas.openxmlformats.org/officeDocument/2006/relationships/diagramData" Target="../diagrams/data27.xml"/><Relationship Id="rId3" Type="http://schemas.openxmlformats.org/officeDocument/2006/relationships/diagramData" Target="../diagrams/data25.xml"/><Relationship Id="rId7" Type="http://schemas.microsoft.com/office/2007/relationships/diagramDrawing" Target="../diagrams/drawing25.xml"/><Relationship Id="rId12" Type="http://schemas.microsoft.com/office/2007/relationships/diagramDrawing" Target="../diagrams/drawing26.xml"/><Relationship Id="rId17" Type="http://schemas.microsoft.com/office/2007/relationships/diagramDrawing" Target="../diagrams/drawing27.xml"/><Relationship Id="rId2" Type="http://schemas.openxmlformats.org/officeDocument/2006/relationships/image" Target="../media/image3.png"/><Relationship Id="rId16" Type="http://schemas.openxmlformats.org/officeDocument/2006/relationships/diagramColors" Target="../diagrams/colors27.xml"/><Relationship Id="rId1" Type="http://schemas.openxmlformats.org/officeDocument/2006/relationships/slideLayout" Target="../slideLayouts/slideLayout13.xml"/><Relationship Id="rId6" Type="http://schemas.openxmlformats.org/officeDocument/2006/relationships/diagramColors" Target="../diagrams/colors25.xml"/><Relationship Id="rId11" Type="http://schemas.openxmlformats.org/officeDocument/2006/relationships/diagramColors" Target="../diagrams/colors26.xml"/><Relationship Id="rId5" Type="http://schemas.openxmlformats.org/officeDocument/2006/relationships/diagramQuickStyle" Target="../diagrams/quickStyle25.xml"/><Relationship Id="rId15" Type="http://schemas.openxmlformats.org/officeDocument/2006/relationships/diagramQuickStyle" Target="../diagrams/quickStyle27.xml"/><Relationship Id="rId10" Type="http://schemas.openxmlformats.org/officeDocument/2006/relationships/diagramQuickStyle" Target="../diagrams/quickStyle26.xml"/><Relationship Id="rId4" Type="http://schemas.openxmlformats.org/officeDocument/2006/relationships/diagramLayout" Target="../diagrams/layout25.xml"/><Relationship Id="rId9" Type="http://schemas.openxmlformats.org/officeDocument/2006/relationships/diagramLayout" Target="../diagrams/layout26.xml"/><Relationship Id="rId14" Type="http://schemas.openxmlformats.org/officeDocument/2006/relationships/diagramLayout" Target="../diagrams/layout27.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29.xml"/><Relationship Id="rId13" Type="http://schemas.openxmlformats.org/officeDocument/2006/relationships/diagramData" Target="../diagrams/data30.xml"/><Relationship Id="rId3" Type="http://schemas.openxmlformats.org/officeDocument/2006/relationships/diagramData" Target="../diagrams/data28.xml"/><Relationship Id="rId7" Type="http://schemas.microsoft.com/office/2007/relationships/diagramDrawing" Target="../diagrams/drawing28.xml"/><Relationship Id="rId12" Type="http://schemas.microsoft.com/office/2007/relationships/diagramDrawing" Target="../diagrams/drawing29.xml"/><Relationship Id="rId17" Type="http://schemas.microsoft.com/office/2007/relationships/diagramDrawing" Target="../diagrams/drawing30.xml"/><Relationship Id="rId2" Type="http://schemas.openxmlformats.org/officeDocument/2006/relationships/image" Target="../media/image3.png"/><Relationship Id="rId16" Type="http://schemas.openxmlformats.org/officeDocument/2006/relationships/diagramColors" Target="../diagrams/colors30.xml"/><Relationship Id="rId1" Type="http://schemas.openxmlformats.org/officeDocument/2006/relationships/slideLayout" Target="../slideLayouts/slideLayout13.xml"/><Relationship Id="rId6" Type="http://schemas.openxmlformats.org/officeDocument/2006/relationships/diagramColors" Target="../diagrams/colors28.xml"/><Relationship Id="rId11" Type="http://schemas.openxmlformats.org/officeDocument/2006/relationships/diagramColors" Target="../diagrams/colors29.xml"/><Relationship Id="rId5" Type="http://schemas.openxmlformats.org/officeDocument/2006/relationships/diagramQuickStyle" Target="../diagrams/quickStyle28.xml"/><Relationship Id="rId15" Type="http://schemas.openxmlformats.org/officeDocument/2006/relationships/diagramQuickStyle" Target="../diagrams/quickStyle30.xml"/><Relationship Id="rId10" Type="http://schemas.openxmlformats.org/officeDocument/2006/relationships/diagramQuickStyle" Target="../diagrams/quickStyle29.xml"/><Relationship Id="rId4" Type="http://schemas.openxmlformats.org/officeDocument/2006/relationships/diagramLayout" Target="../diagrams/layout28.xml"/><Relationship Id="rId9" Type="http://schemas.openxmlformats.org/officeDocument/2006/relationships/diagramLayout" Target="../diagrams/layout29.xml"/><Relationship Id="rId14" Type="http://schemas.openxmlformats.org/officeDocument/2006/relationships/diagramLayout" Target="../diagrams/layout30.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016" y="729154"/>
            <a:ext cx="4342251" cy="3835655"/>
          </a:xfrm>
          <a:prstGeom prst="rect">
            <a:avLst/>
          </a:prstGeom>
        </p:spPr>
      </p:pic>
      <p:sp>
        <p:nvSpPr>
          <p:cNvPr id="5" name="TextBox 4"/>
          <p:cNvSpPr txBox="1"/>
          <p:nvPr/>
        </p:nvSpPr>
        <p:spPr>
          <a:xfrm>
            <a:off x="1559868" y="4945488"/>
            <a:ext cx="9298546" cy="1169551"/>
          </a:xfrm>
          <a:prstGeom prst="rect">
            <a:avLst/>
          </a:prstGeom>
          <a:noFill/>
        </p:spPr>
        <p:txBody>
          <a:bodyPr wrap="square" rtlCol="0">
            <a:spAutoFit/>
          </a:bodyPr>
          <a:lstStyle/>
          <a:p>
            <a:pPr algn="ctr"/>
            <a:r>
              <a:rPr lang="en-US" sz="3500" dirty="0">
                <a:latin typeface="Segoe UI Semibold" panose="020B0702040204020203" pitchFamily="34" charset="0"/>
                <a:cs typeface="Segoe UI Semibold" panose="020B0702040204020203" pitchFamily="34" charset="0"/>
              </a:rPr>
              <a:t>Commercial Auto Insurance</a:t>
            </a:r>
          </a:p>
          <a:p>
            <a:pPr algn="ctr"/>
            <a:endParaRPr lang="en-US" sz="3500"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48196187"/>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8" name="TextBox 7"/>
          <p:cNvSpPr txBox="1"/>
          <p:nvPr/>
        </p:nvSpPr>
        <p:spPr>
          <a:xfrm>
            <a:off x="5569" y="-794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2" name="TextBox 1"/>
          <p:cNvSpPr txBox="1"/>
          <p:nvPr/>
        </p:nvSpPr>
        <p:spPr>
          <a:xfrm>
            <a:off x="173462" y="6493359"/>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13" name="TextBox 12"/>
          <p:cNvSpPr txBox="1"/>
          <p:nvPr/>
        </p:nvSpPr>
        <p:spPr>
          <a:xfrm>
            <a:off x="391059" y="2488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a:solidFill>
                  <a:schemeClr val="tx1"/>
                </a:solidFill>
                <a:latin typeface="Segoe UI Semibold" panose="020B0702040204020203" pitchFamily="34" charset="0"/>
                <a:cs typeface="Segoe UI Semibold" panose="020B0702040204020203" pitchFamily="34" charset="0"/>
              </a:rPr>
              <a:t>Objectives	</a:t>
            </a:r>
          </a:p>
        </p:txBody>
      </p:sp>
      <p:sp>
        <p:nvSpPr>
          <p:cNvPr id="14" name="TextBox 13"/>
          <p:cNvSpPr txBox="1"/>
          <p:nvPr/>
        </p:nvSpPr>
        <p:spPr>
          <a:xfrm>
            <a:off x="681778" y="1124939"/>
            <a:ext cx="9474003" cy="4832092"/>
          </a:xfrm>
          <a:prstGeom prst="rect">
            <a:avLst/>
          </a:prstGeom>
          <a:noFill/>
        </p:spPr>
        <p:txBody>
          <a:bodyPr wrap="square" rtlCol="0">
            <a:spAutoFit/>
          </a:bodyPr>
          <a:lstStyle/>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provides an overview on what is Commercial Auto Insurance and why it is required</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loss exposures covered under Commercial Auto Insurance and their corresponding Financial consequences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the components of a Commercial Auto coverage parts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symbols of Commercial Auto coverage under Business Auto Coverage Form</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coverages in Commercial Auto (Coverages/Additional Coverages/Coverage Extensions)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limits and rating factors applicable for the coverages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ISO Forms by showing sample forms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understanding on State Variations if any</a:t>
            </a:r>
          </a:p>
        </p:txBody>
      </p:sp>
    </p:spTree>
    <p:extLst>
      <p:ext uri="{BB962C8B-B14F-4D97-AF65-F5344CB8AC3E}">
        <p14:creationId xmlns:p14="http://schemas.microsoft.com/office/powerpoint/2010/main" val="4145113748"/>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4" name="TextBox 3"/>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6" name="Rectangle 5"/>
          <p:cNvSpPr/>
          <p:nvPr/>
        </p:nvSpPr>
        <p:spPr>
          <a:xfrm>
            <a:off x="865123" y="1568454"/>
            <a:ext cx="7212077" cy="1856983"/>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What is Commercial Auto Insurance ?</a:t>
            </a:r>
          </a:p>
          <a:p>
            <a:endParaRPr lang="en-US" dirty="0">
              <a:latin typeface="Segoe UI Light" panose="020B0502040204020203" pitchFamily="34" charset="0"/>
              <a:cs typeface="Arial" pitchFamily="34" charset="0"/>
            </a:endParaRPr>
          </a:p>
          <a:p>
            <a:r>
              <a:rPr lang="en-US" dirty="0">
                <a:latin typeface="Segoe UI Light" panose="020B0502040204020203" pitchFamily="34" charset="0"/>
                <a:cs typeface="Arial" pitchFamily="34" charset="0"/>
              </a:rPr>
              <a:t>	Commercial auto insurance can be used to cover liability loss exposures, property loss exposures, and personal loss exposures arising out of ownership, maintenance or use of autos.</a:t>
            </a:r>
          </a:p>
          <a:p>
            <a:r>
              <a:rPr lang="en-US" dirty="0">
                <a:latin typeface="Segoe UI Light" panose="020B0502040204020203" pitchFamily="34" charset="0"/>
              </a:rPr>
              <a:t>	</a:t>
            </a:r>
            <a:endParaRPr lang="en-US" dirty="0"/>
          </a:p>
        </p:txBody>
      </p:sp>
      <p:graphicFrame>
        <p:nvGraphicFramePr>
          <p:cNvPr id="7" name="Diagram 6"/>
          <p:cNvGraphicFramePr/>
          <p:nvPr>
            <p:extLst>
              <p:ext uri="{D42A27DB-BD31-4B8C-83A1-F6EECF244321}">
                <p14:modId xmlns:p14="http://schemas.microsoft.com/office/powerpoint/2010/main" val="3021192946"/>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1572131869"/>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p:cNvGraphicFramePr/>
          <p:nvPr>
            <p:extLst>
              <p:ext uri="{D42A27DB-BD31-4B8C-83A1-F6EECF244321}">
                <p14:modId xmlns:p14="http://schemas.microsoft.com/office/powerpoint/2010/main" val="2785309251"/>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262446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 name="TextBox 4"/>
          <p:cNvSpPr txBox="1"/>
          <p:nvPr/>
        </p:nvSpPr>
        <p:spPr>
          <a:xfrm>
            <a:off x="541656" y="1223493"/>
            <a:ext cx="10109172" cy="2041649"/>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Loss exposures</a:t>
            </a:r>
          </a:p>
          <a:p>
            <a:endParaRPr lang="en-US" dirty="0">
              <a:latin typeface="Segoe UI Light" panose="020B0502040204020203" pitchFamily="34" charset="0"/>
              <a:cs typeface="Arial" pitchFamily="34" charset="0"/>
            </a:endParaRPr>
          </a:p>
          <a:p>
            <a:pPr marL="742950" lvl="1" indent="-285750">
              <a:buFont typeface="Arial" pitchFamily="34" charset="0"/>
              <a:buChar char="•"/>
            </a:pPr>
            <a:r>
              <a:rPr lang="en-US" sz="1600" dirty="0">
                <a:latin typeface="Segoe Ul"/>
              </a:rPr>
              <a:t>Liability arising out of the use of owned, hired or rented auto</a:t>
            </a:r>
          </a:p>
          <a:p>
            <a:pPr marL="742950" lvl="1" indent="-285750">
              <a:buFont typeface="Arial" pitchFamily="34" charset="0"/>
              <a:buChar char="•"/>
            </a:pPr>
            <a:r>
              <a:rPr lang="en-US" sz="1600" dirty="0">
                <a:latin typeface="Segoe Ul"/>
              </a:rPr>
              <a:t>Decrease in the value of the auto because of damage</a:t>
            </a:r>
          </a:p>
          <a:p>
            <a:pPr marL="742950" lvl="1" indent="-285750">
              <a:buFont typeface="Arial" pitchFamily="34" charset="0"/>
              <a:buChar char="•"/>
            </a:pPr>
            <a:r>
              <a:rPr lang="en-US" sz="1600" dirty="0">
                <a:latin typeface="Segoe Ul"/>
              </a:rPr>
              <a:t>Possibility of financial loss from a person’s injury, sickness or death</a:t>
            </a:r>
          </a:p>
          <a:p>
            <a:endParaRPr lang="en-US" sz="1600" dirty="0">
              <a:latin typeface="Segoe Ul"/>
              <a:cs typeface="Arial" pitchFamily="34" charset="0"/>
            </a:endParaRPr>
          </a:p>
          <a:p>
            <a:endParaRPr lang="en-US" sz="1600" dirty="0"/>
          </a:p>
        </p:txBody>
      </p:sp>
      <p:graphicFrame>
        <p:nvGraphicFramePr>
          <p:cNvPr id="9" name="Diagram 8"/>
          <p:cNvGraphicFramePr/>
          <p:nvPr>
            <p:extLst>
              <p:ext uri="{D42A27DB-BD31-4B8C-83A1-F6EECF244321}">
                <p14:modId xmlns:p14="http://schemas.microsoft.com/office/powerpoint/2010/main" val="256613987"/>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3982707525"/>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1" name="Diagram 10"/>
          <p:cNvGraphicFramePr/>
          <p:nvPr>
            <p:extLst>
              <p:ext uri="{D42A27DB-BD31-4B8C-83A1-F6EECF244321}">
                <p14:modId xmlns:p14="http://schemas.microsoft.com/office/powerpoint/2010/main" val="52213175"/>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600730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 name="TextBox 4"/>
          <p:cNvSpPr txBox="1"/>
          <p:nvPr/>
        </p:nvSpPr>
        <p:spPr>
          <a:xfrm>
            <a:off x="631808" y="1463047"/>
            <a:ext cx="8100068" cy="748988"/>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Components of a Commercial Auto Coverage part</a:t>
            </a:r>
          </a:p>
          <a:p>
            <a:endParaRPr lang="en-US" dirty="0"/>
          </a:p>
        </p:txBody>
      </p:sp>
      <p:sp>
        <p:nvSpPr>
          <p:cNvPr id="6" name="Rounded Rectangle 5"/>
          <p:cNvSpPr/>
          <p:nvPr/>
        </p:nvSpPr>
        <p:spPr>
          <a:xfrm>
            <a:off x="799159" y="2954808"/>
            <a:ext cx="2457450" cy="22703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99160" y="3259707"/>
            <a:ext cx="2457450" cy="1477328"/>
          </a:xfrm>
          <a:prstGeom prst="rect">
            <a:avLst/>
          </a:prstGeom>
          <a:noFill/>
        </p:spPr>
        <p:txBody>
          <a:bodyPr wrap="square" rtlCol="0">
            <a:spAutoFit/>
          </a:bodyPr>
          <a:lstStyle/>
          <a:p>
            <a:pPr algn="ctr"/>
            <a:r>
              <a:rPr lang="en-US" dirty="0"/>
              <a:t>Commercial Auto Declaration</a:t>
            </a:r>
          </a:p>
          <a:p>
            <a:pPr algn="ctr"/>
            <a:endParaRPr lang="en-US" sz="1200" dirty="0"/>
          </a:p>
          <a:p>
            <a:pPr marL="285750" indent="-285750">
              <a:buFont typeface="Arial" panose="020B0604020202020204" pitchFamily="34" charset="0"/>
              <a:buChar char="•"/>
            </a:pPr>
            <a:r>
              <a:rPr lang="en-US" sz="1400" dirty="0"/>
              <a:t>Business Auto Declaration</a:t>
            </a:r>
          </a:p>
          <a:p>
            <a:pPr marL="285750" indent="-285750">
              <a:buFont typeface="Arial" panose="020B0604020202020204" pitchFamily="34" charset="0"/>
              <a:buChar char="•"/>
            </a:pPr>
            <a:r>
              <a:rPr lang="en-US" sz="1400" dirty="0"/>
              <a:t>Auto Dealers Declaration</a:t>
            </a:r>
          </a:p>
          <a:p>
            <a:pPr marL="285750" indent="-285750">
              <a:buFont typeface="Arial" panose="020B0604020202020204" pitchFamily="34" charset="0"/>
              <a:buChar char="•"/>
            </a:pPr>
            <a:r>
              <a:rPr lang="en-US" sz="1400" dirty="0"/>
              <a:t>Motor Carrier Declaration </a:t>
            </a:r>
          </a:p>
        </p:txBody>
      </p:sp>
      <p:sp>
        <p:nvSpPr>
          <p:cNvPr id="8" name="Rounded Rectangle 7"/>
          <p:cNvSpPr/>
          <p:nvPr/>
        </p:nvSpPr>
        <p:spPr>
          <a:xfrm>
            <a:off x="3734468" y="2954808"/>
            <a:ext cx="1865848" cy="22703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824672" y="3766813"/>
            <a:ext cx="1685440" cy="923330"/>
          </a:xfrm>
          <a:prstGeom prst="rect">
            <a:avLst/>
          </a:prstGeom>
          <a:noFill/>
        </p:spPr>
        <p:txBody>
          <a:bodyPr wrap="square" rtlCol="0">
            <a:spAutoFit/>
          </a:bodyPr>
          <a:lstStyle/>
          <a:p>
            <a:pPr algn="ctr"/>
            <a:r>
              <a:rPr lang="en-US" dirty="0"/>
              <a:t>Commercial Auto Coverage Form</a:t>
            </a:r>
          </a:p>
        </p:txBody>
      </p:sp>
      <p:sp>
        <p:nvSpPr>
          <p:cNvPr id="10" name="Rounded Rectangle 9"/>
          <p:cNvSpPr/>
          <p:nvPr/>
        </p:nvSpPr>
        <p:spPr>
          <a:xfrm>
            <a:off x="6173158" y="2965900"/>
            <a:ext cx="1924992" cy="22703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173947" y="3852610"/>
            <a:ext cx="2092409" cy="369332"/>
          </a:xfrm>
          <a:prstGeom prst="rect">
            <a:avLst/>
          </a:prstGeom>
          <a:noFill/>
        </p:spPr>
        <p:txBody>
          <a:bodyPr wrap="square" rtlCol="0">
            <a:spAutoFit/>
          </a:bodyPr>
          <a:lstStyle/>
          <a:p>
            <a:pPr algn="ctr"/>
            <a:r>
              <a:rPr lang="en-US" dirty="0"/>
              <a:t>Endorsements</a:t>
            </a:r>
          </a:p>
        </p:txBody>
      </p:sp>
      <p:cxnSp>
        <p:nvCxnSpPr>
          <p:cNvPr id="13" name="Straight Connector 12"/>
          <p:cNvCxnSpPr>
            <a:stCxn id="6" idx="3"/>
            <a:endCxn id="8" idx="1"/>
          </p:cNvCxnSpPr>
          <p:nvPr/>
        </p:nvCxnSpPr>
        <p:spPr>
          <a:xfrm>
            <a:off x="3256609" y="4089980"/>
            <a:ext cx="477859" cy="0"/>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cxnSp>
        <p:nvCxnSpPr>
          <p:cNvPr id="14" name="Straight Connector 13"/>
          <p:cNvCxnSpPr/>
          <p:nvPr/>
        </p:nvCxnSpPr>
        <p:spPr>
          <a:xfrm>
            <a:off x="5632245" y="4100079"/>
            <a:ext cx="540914" cy="0"/>
          </a:xfrm>
          <a:prstGeom prst="line">
            <a:avLst/>
          </a:prstGeom>
          <a:ln w="38100">
            <a:solidFill>
              <a:schemeClr val="accent1"/>
            </a:solidFill>
          </a:ln>
        </p:spPr>
        <p:style>
          <a:lnRef idx="3">
            <a:schemeClr val="dk1"/>
          </a:lnRef>
          <a:fillRef idx="0">
            <a:schemeClr val="dk1"/>
          </a:fillRef>
          <a:effectRef idx="2">
            <a:schemeClr val="dk1"/>
          </a:effectRef>
          <a:fontRef idx="minor">
            <a:schemeClr val="tx1"/>
          </a:fontRef>
        </p:style>
      </p:cxnSp>
      <p:graphicFrame>
        <p:nvGraphicFramePr>
          <p:cNvPr id="27" name="Diagram 26"/>
          <p:cNvGraphicFramePr/>
          <p:nvPr>
            <p:extLst>
              <p:ext uri="{D42A27DB-BD31-4B8C-83A1-F6EECF244321}">
                <p14:modId xmlns:p14="http://schemas.microsoft.com/office/powerpoint/2010/main" val="1630855796"/>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8" name="Diagram 27"/>
          <p:cNvGraphicFramePr/>
          <p:nvPr>
            <p:extLst>
              <p:ext uri="{D42A27DB-BD31-4B8C-83A1-F6EECF244321}">
                <p14:modId xmlns:p14="http://schemas.microsoft.com/office/powerpoint/2010/main" val="3982707525"/>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29" name="Diagram 28"/>
          <p:cNvGraphicFramePr/>
          <p:nvPr>
            <p:extLst>
              <p:ext uri="{D42A27DB-BD31-4B8C-83A1-F6EECF244321}">
                <p14:modId xmlns:p14="http://schemas.microsoft.com/office/powerpoint/2010/main" val="52213175"/>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1644306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 name="TextBox 4"/>
          <p:cNvSpPr txBox="1"/>
          <p:nvPr/>
        </p:nvSpPr>
        <p:spPr>
          <a:xfrm>
            <a:off x="802870" y="1283110"/>
            <a:ext cx="7385166" cy="5340116"/>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Business Auto Coverage Form (BACF)</a:t>
            </a:r>
            <a:r>
              <a:rPr lang="en-US" dirty="0"/>
              <a:t>: </a:t>
            </a:r>
          </a:p>
          <a:p>
            <a:endParaRPr lang="en-US" sz="1000" dirty="0"/>
          </a:p>
          <a:p>
            <a:r>
              <a:rPr lang="en-US" sz="1600" dirty="0">
                <a:latin typeface="Segoe Ul"/>
              </a:rPr>
              <a:t>BACF consists of five sections:</a:t>
            </a:r>
          </a:p>
          <a:p>
            <a:endParaRPr lang="en-US" sz="1600" dirty="0">
              <a:latin typeface="Segoe Ul"/>
            </a:endParaRPr>
          </a:p>
          <a:p>
            <a:pPr marL="171450" indent="-171450">
              <a:buFont typeface="Arial" panose="020B0604020202020204" pitchFamily="34" charset="0"/>
              <a:buChar char="•"/>
            </a:pPr>
            <a:r>
              <a:rPr lang="en-US" sz="1600" dirty="0">
                <a:latin typeface="Segoe Ul"/>
              </a:rPr>
              <a:t>Section I – Covered Autos</a:t>
            </a:r>
          </a:p>
          <a:p>
            <a:pPr marL="171450" indent="-171450">
              <a:buFont typeface="Arial" panose="020B0604020202020204" pitchFamily="34" charset="0"/>
              <a:buChar char="•"/>
            </a:pPr>
            <a:r>
              <a:rPr lang="en-US" sz="1600" dirty="0">
                <a:latin typeface="Segoe Ul"/>
              </a:rPr>
              <a:t>Section II – Covered Autos Liability Coverage</a:t>
            </a:r>
          </a:p>
          <a:p>
            <a:pPr marL="171450" indent="-171450">
              <a:buFont typeface="Arial" panose="020B0604020202020204" pitchFamily="34" charset="0"/>
              <a:buChar char="•"/>
            </a:pPr>
            <a:r>
              <a:rPr lang="en-US" sz="1600" dirty="0">
                <a:latin typeface="Segoe Ul"/>
              </a:rPr>
              <a:t>Section III – Physical Damage Coverage</a:t>
            </a:r>
          </a:p>
          <a:p>
            <a:pPr marL="171450" indent="-171450">
              <a:buFont typeface="Arial" panose="020B0604020202020204" pitchFamily="34" charset="0"/>
              <a:buChar char="•"/>
            </a:pPr>
            <a:r>
              <a:rPr lang="en-US" sz="1600" dirty="0">
                <a:latin typeface="Segoe Ul"/>
              </a:rPr>
              <a:t>Section IV – Business Auto Conditions </a:t>
            </a:r>
          </a:p>
          <a:p>
            <a:pPr marL="171450" indent="-171450">
              <a:buFont typeface="Arial" panose="020B0604020202020204" pitchFamily="34" charset="0"/>
              <a:buChar char="•"/>
            </a:pPr>
            <a:r>
              <a:rPr lang="en-US" sz="1600" dirty="0">
                <a:latin typeface="Segoe Ul"/>
              </a:rPr>
              <a:t>Section V – Definitions</a:t>
            </a:r>
          </a:p>
          <a:p>
            <a:endParaRPr lang="en-US" sz="2467" b="1" dirty="0">
              <a:solidFill>
                <a:srgbClr val="00B0F0"/>
              </a:solidFill>
              <a:latin typeface="Segoe UI Light" panose="020B0502040204020203" pitchFamily="34" charset="0"/>
              <a:cs typeface="Arial" pitchFamily="34" charset="0"/>
            </a:endParaRPr>
          </a:p>
          <a:p>
            <a:r>
              <a:rPr lang="en-US" sz="2467" b="1" dirty="0">
                <a:solidFill>
                  <a:srgbClr val="00B0F0"/>
                </a:solidFill>
                <a:latin typeface="Segoe UI Light" panose="020B0502040204020203" pitchFamily="34" charset="0"/>
                <a:cs typeface="Arial" pitchFamily="34" charset="0"/>
              </a:rPr>
              <a:t>Section I : BACF Auto Coverage Symbols</a:t>
            </a:r>
          </a:p>
          <a:p>
            <a:r>
              <a:rPr lang="en-US" dirty="0"/>
              <a:t>Commercial Auto coverage symbols are defined in Section-I of BACF. Appropriate symbols appear beside each coverage in the schedule of coverages and covered autos in the declaration.</a:t>
            </a:r>
          </a:p>
          <a:p>
            <a:endParaRPr lang="en-US" sz="1100" dirty="0"/>
          </a:p>
          <a:p>
            <a:pPr marL="285750" indent="-285750">
              <a:buFont typeface="Wingdings" panose="05000000000000000000" pitchFamily="2" charset="2"/>
              <a:buChar char="Ø"/>
            </a:pPr>
            <a:r>
              <a:rPr lang="en-US" sz="1600" dirty="0">
                <a:latin typeface="Segoe Ul"/>
              </a:rPr>
              <a:t>Symbol 1:  Any “auto”</a:t>
            </a:r>
          </a:p>
          <a:p>
            <a:pPr marL="285750" indent="-285750">
              <a:buFont typeface="Wingdings" panose="05000000000000000000" pitchFamily="2" charset="2"/>
              <a:buChar char="Ø"/>
            </a:pPr>
            <a:r>
              <a:rPr lang="en-US" sz="1600" dirty="0">
                <a:latin typeface="Segoe Ul"/>
              </a:rPr>
              <a:t>Symbol 2:  Owned “autos” only</a:t>
            </a:r>
          </a:p>
          <a:p>
            <a:pPr marL="285750" indent="-285750">
              <a:buFont typeface="Wingdings" panose="05000000000000000000" pitchFamily="2" charset="2"/>
              <a:buChar char="Ø"/>
            </a:pPr>
            <a:r>
              <a:rPr lang="en-US" sz="1600" dirty="0">
                <a:latin typeface="Segoe Ul"/>
              </a:rPr>
              <a:t>Symbol 3:  Owned private passenger “autos” only</a:t>
            </a:r>
          </a:p>
          <a:p>
            <a:pPr marL="285750" indent="-285750">
              <a:buFont typeface="Wingdings" panose="05000000000000000000" pitchFamily="2" charset="2"/>
              <a:buChar char="Ø"/>
            </a:pPr>
            <a:r>
              <a:rPr lang="en-US" sz="1600" dirty="0">
                <a:latin typeface="Segoe Ul"/>
              </a:rPr>
              <a:t>Symbol 4:  Owned “autos” other than private passenger “autos”</a:t>
            </a:r>
          </a:p>
          <a:p>
            <a:pPr marL="285750" indent="-285750">
              <a:buFont typeface="Wingdings" panose="05000000000000000000" pitchFamily="2" charset="2"/>
              <a:buChar char="Ø"/>
            </a:pPr>
            <a:r>
              <a:rPr lang="en-US" sz="1600" dirty="0">
                <a:latin typeface="Segoe Ul"/>
              </a:rPr>
              <a:t>Symbol 5:  Owned “autos” subject to no-fault</a:t>
            </a:r>
          </a:p>
        </p:txBody>
      </p:sp>
      <p:graphicFrame>
        <p:nvGraphicFramePr>
          <p:cNvPr id="6" name="Diagram 5"/>
          <p:cNvGraphicFramePr/>
          <p:nvPr>
            <p:extLst>
              <p:ext uri="{D42A27DB-BD31-4B8C-83A1-F6EECF244321}">
                <p14:modId xmlns:p14="http://schemas.microsoft.com/office/powerpoint/2010/main" val="2049939864"/>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Diagram 6"/>
          <p:cNvGraphicFramePr/>
          <p:nvPr>
            <p:extLst>
              <p:ext uri="{D42A27DB-BD31-4B8C-83A1-F6EECF244321}">
                <p14:modId xmlns:p14="http://schemas.microsoft.com/office/powerpoint/2010/main" val="2882280478"/>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8" name="Diagram 7"/>
          <p:cNvGraphicFramePr/>
          <p:nvPr>
            <p:extLst>
              <p:ext uri="{D42A27DB-BD31-4B8C-83A1-F6EECF244321}">
                <p14:modId xmlns:p14="http://schemas.microsoft.com/office/powerpoint/2010/main" val="978634197"/>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3967890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 name="Rectangle 4"/>
          <p:cNvSpPr/>
          <p:nvPr/>
        </p:nvSpPr>
        <p:spPr>
          <a:xfrm>
            <a:off x="541656" y="1099788"/>
            <a:ext cx="7812635" cy="5704190"/>
          </a:xfrm>
          <a:prstGeom prst="rect">
            <a:avLst/>
          </a:prstGeom>
        </p:spPr>
        <p:txBody>
          <a:bodyPr wrap="square">
            <a:spAutoFit/>
          </a:bodyPr>
          <a:lstStyle/>
          <a:p>
            <a:pPr marL="285750" indent="-285750">
              <a:buFont typeface="Wingdings" panose="05000000000000000000" pitchFamily="2" charset="2"/>
              <a:buChar char="Ø"/>
            </a:pPr>
            <a:r>
              <a:rPr lang="en-US" sz="1600" dirty="0">
                <a:latin typeface="Segoe Ul"/>
              </a:rPr>
              <a:t>Symbol 6:  Owned “autos” subject to a compulsory uninsured motorist law</a:t>
            </a:r>
          </a:p>
          <a:p>
            <a:pPr marL="285750" indent="-285750">
              <a:buFont typeface="Wingdings" panose="05000000000000000000" pitchFamily="2" charset="2"/>
              <a:buChar char="Ø"/>
            </a:pPr>
            <a:r>
              <a:rPr lang="en-US" sz="1600" dirty="0">
                <a:latin typeface="Segoe Ul"/>
              </a:rPr>
              <a:t>Symbol 7:  Specifically described “autos”</a:t>
            </a:r>
          </a:p>
          <a:p>
            <a:pPr marL="285750" indent="-285750">
              <a:buFont typeface="Wingdings" panose="05000000000000000000" pitchFamily="2" charset="2"/>
              <a:buChar char="Ø"/>
            </a:pPr>
            <a:r>
              <a:rPr lang="en-US" sz="1600" dirty="0">
                <a:latin typeface="Segoe Ul"/>
              </a:rPr>
              <a:t>Symbol 8:  Hired “autos” only</a:t>
            </a:r>
          </a:p>
          <a:p>
            <a:pPr marL="285750" indent="-285750">
              <a:buFont typeface="Wingdings" panose="05000000000000000000" pitchFamily="2" charset="2"/>
              <a:buChar char="Ø"/>
            </a:pPr>
            <a:r>
              <a:rPr lang="en-US" sz="1600" dirty="0">
                <a:latin typeface="Segoe Ul"/>
              </a:rPr>
              <a:t>Symbol 9:  Non-owned “autos” only</a:t>
            </a:r>
          </a:p>
          <a:p>
            <a:pPr marL="285750" indent="-285750">
              <a:buFont typeface="Wingdings" panose="05000000000000000000" pitchFamily="2" charset="2"/>
              <a:buChar char="Ø"/>
            </a:pPr>
            <a:r>
              <a:rPr lang="en-US" sz="1600" dirty="0">
                <a:latin typeface="Segoe Ul"/>
              </a:rPr>
              <a:t>Symbol 19:  Mobile equipment subject to compulsory motor vehicle insurance laws only</a:t>
            </a:r>
          </a:p>
          <a:p>
            <a:pPr marL="285750" indent="-285750">
              <a:buFont typeface="Wingdings" panose="05000000000000000000" pitchFamily="2" charset="2"/>
              <a:buChar char="Ø"/>
            </a:pPr>
            <a:endParaRPr lang="en-US" sz="800" dirty="0">
              <a:latin typeface="Segoe Ul"/>
            </a:endParaRPr>
          </a:p>
          <a:p>
            <a:r>
              <a:rPr lang="en-US" sz="1600" i="1" dirty="0">
                <a:latin typeface="Segoe Ul"/>
              </a:rPr>
              <a:t>The most commonly used symbols are 1, 2, 7, 8 and 9. Symbol 19 is sometimes included on business auto policies that use symbol 7 but is not offered by all insurance carriers</a:t>
            </a:r>
            <a:r>
              <a:rPr lang="en-US" sz="1600" i="1" dirty="0">
                <a:solidFill>
                  <a:srgbClr val="464545"/>
                </a:solidFill>
                <a:latin typeface="Segoe Ul"/>
              </a:rPr>
              <a:t>.</a:t>
            </a:r>
          </a:p>
          <a:p>
            <a:endParaRPr lang="en-US" sz="1000" dirty="0">
              <a:solidFill>
                <a:srgbClr val="464545"/>
              </a:solidFill>
              <a:latin typeface="Segoe Ul"/>
            </a:endParaRPr>
          </a:p>
          <a:p>
            <a:r>
              <a:rPr lang="en-US" sz="2467" b="1" dirty="0">
                <a:solidFill>
                  <a:srgbClr val="00B0F0"/>
                </a:solidFill>
                <a:latin typeface="Segoe UI Light" panose="020B0502040204020203" pitchFamily="34" charset="0"/>
                <a:cs typeface="Arial" pitchFamily="34" charset="0"/>
              </a:rPr>
              <a:t>Section II – Covered Autos Liability Coverage</a:t>
            </a:r>
          </a:p>
          <a:p>
            <a:endParaRPr lang="en-US" sz="1000" b="1" dirty="0">
              <a:solidFill>
                <a:srgbClr val="00B0F0"/>
              </a:solidFill>
              <a:latin typeface="Segoe UI Light" panose="020B0502040204020203" pitchFamily="34" charset="0"/>
              <a:cs typeface="Arial" pitchFamily="34" charset="0"/>
            </a:endParaRPr>
          </a:p>
          <a:p>
            <a:r>
              <a:rPr lang="en-US" sz="1600" dirty="0">
                <a:solidFill>
                  <a:srgbClr val="464545"/>
                </a:solidFill>
                <a:latin typeface="Segoe Ul"/>
              </a:rPr>
              <a:t>Insurer agrees to pay all sums an “insured” must legally,</a:t>
            </a:r>
          </a:p>
          <a:p>
            <a:pPr marL="285750" lvl="2" indent="-285750">
              <a:buFont typeface="Wingdings" panose="05000000000000000000" pitchFamily="2" charset="2"/>
              <a:buChar char="Ø"/>
            </a:pPr>
            <a:r>
              <a:rPr lang="en-US" sz="1600" dirty="0">
                <a:solidFill>
                  <a:srgbClr val="464545"/>
                </a:solidFill>
                <a:latin typeface="Segoe Ul"/>
              </a:rPr>
              <a:t>Pay for Damages (Bodily Injury and Property Damage) </a:t>
            </a:r>
          </a:p>
          <a:p>
            <a:pPr marL="285750" lvl="2" indent="-285750">
              <a:buFont typeface="Wingdings" panose="05000000000000000000" pitchFamily="2" charset="2"/>
              <a:buChar char="Ø"/>
            </a:pPr>
            <a:r>
              <a:rPr lang="en-US" sz="1600" dirty="0">
                <a:solidFill>
                  <a:srgbClr val="464545"/>
                </a:solidFill>
                <a:latin typeface="Segoe Ul"/>
              </a:rPr>
              <a:t>Pay for covered pollution cost or expense</a:t>
            </a:r>
          </a:p>
          <a:p>
            <a:pPr marL="285750" lvl="2" indent="-285750">
              <a:buFont typeface="Wingdings" panose="05000000000000000000" pitchFamily="2" charset="2"/>
              <a:buChar char="Ø"/>
            </a:pPr>
            <a:r>
              <a:rPr lang="en-US" sz="1600" dirty="0">
                <a:solidFill>
                  <a:srgbClr val="464545"/>
                </a:solidFill>
                <a:latin typeface="Segoe Ul"/>
              </a:rPr>
              <a:t>Pay for defense costs</a:t>
            </a:r>
          </a:p>
          <a:p>
            <a:pPr marL="285750" lvl="2" indent="-285750">
              <a:buFont typeface="Wingdings" panose="05000000000000000000" pitchFamily="2" charset="2"/>
              <a:buChar char="Ø"/>
            </a:pPr>
            <a:endParaRPr lang="en-US" sz="1600" dirty="0">
              <a:solidFill>
                <a:srgbClr val="464545"/>
              </a:solidFill>
              <a:latin typeface="Segoe Ul"/>
            </a:endParaRPr>
          </a:p>
          <a:p>
            <a:r>
              <a:rPr lang="en-US" sz="1600" dirty="0">
                <a:solidFill>
                  <a:srgbClr val="464545"/>
                </a:solidFill>
                <a:latin typeface="Segoe Ul"/>
              </a:rPr>
              <a:t>Coverage extensions (payable in addition to the limit of insurance):</a:t>
            </a:r>
          </a:p>
          <a:p>
            <a:pPr marL="285750" lvl="2" indent="-285750">
              <a:buFont typeface="Wingdings" panose="05000000000000000000" pitchFamily="2" charset="2"/>
              <a:buChar char="Ø"/>
            </a:pPr>
            <a:r>
              <a:rPr lang="en-US" sz="1600" dirty="0">
                <a:solidFill>
                  <a:srgbClr val="464545"/>
                </a:solidFill>
                <a:latin typeface="Segoe Ul"/>
              </a:rPr>
              <a:t>All expenses incurred by the insurer</a:t>
            </a:r>
          </a:p>
          <a:p>
            <a:pPr marL="285750" lvl="2" indent="-285750">
              <a:buFont typeface="Wingdings" panose="05000000000000000000" pitchFamily="2" charset="2"/>
              <a:buChar char="Ø"/>
            </a:pPr>
            <a:r>
              <a:rPr lang="en-US" sz="1600" dirty="0">
                <a:solidFill>
                  <a:srgbClr val="464545"/>
                </a:solidFill>
                <a:latin typeface="Segoe Ul"/>
              </a:rPr>
              <a:t>Cost of bail bonds up to $ 2,000</a:t>
            </a:r>
          </a:p>
          <a:p>
            <a:pPr marL="285750" lvl="2" indent="-285750">
              <a:buFont typeface="Wingdings" panose="05000000000000000000" pitchFamily="2" charset="2"/>
              <a:buChar char="Ø"/>
            </a:pPr>
            <a:r>
              <a:rPr lang="en-US" sz="1600" dirty="0">
                <a:solidFill>
                  <a:srgbClr val="464545"/>
                </a:solidFill>
                <a:latin typeface="Segoe Ul"/>
              </a:rPr>
              <a:t>Reasonable expenses incurred by the insured at insurer’s request</a:t>
            </a:r>
          </a:p>
          <a:p>
            <a:pPr marL="285750" lvl="2" indent="-285750">
              <a:buFont typeface="Wingdings" panose="05000000000000000000" pitchFamily="2" charset="2"/>
              <a:buChar char="Ø"/>
            </a:pPr>
            <a:r>
              <a:rPr lang="en-US" sz="1600" dirty="0">
                <a:solidFill>
                  <a:srgbClr val="464545"/>
                </a:solidFill>
                <a:latin typeface="Segoe Ul"/>
              </a:rPr>
              <a:t>Interest on judgements</a:t>
            </a:r>
            <a:endParaRPr lang="en-US" sz="1600" b="0" i="0" dirty="0">
              <a:solidFill>
                <a:srgbClr val="464545"/>
              </a:solidFill>
              <a:effectLst/>
              <a:latin typeface="Segoe Ul"/>
            </a:endParaRPr>
          </a:p>
        </p:txBody>
      </p:sp>
      <p:graphicFrame>
        <p:nvGraphicFramePr>
          <p:cNvPr id="6" name="Diagram 5"/>
          <p:cNvGraphicFramePr/>
          <p:nvPr>
            <p:extLst>
              <p:ext uri="{D42A27DB-BD31-4B8C-83A1-F6EECF244321}">
                <p14:modId xmlns:p14="http://schemas.microsoft.com/office/powerpoint/2010/main" val="3599183550"/>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Diagram 6"/>
          <p:cNvGraphicFramePr/>
          <p:nvPr>
            <p:extLst>
              <p:ext uri="{D42A27DB-BD31-4B8C-83A1-F6EECF244321}">
                <p14:modId xmlns:p14="http://schemas.microsoft.com/office/powerpoint/2010/main" val="2515452382"/>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8" name="Diagram 7"/>
          <p:cNvGraphicFramePr/>
          <p:nvPr>
            <p:extLst>
              <p:ext uri="{D42A27DB-BD31-4B8C-83A1-F6EECF244321}">
                <p14:modId xmlns:p14="http://schemas.microsoft.com/office/powerpoint/2010/main" val="855588904"/>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233466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1656" y="1127340"/>
            <a:ext cx="8261150" cy="5150192"/>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Section III – Physical Damage Coverage</a:t>
            </a:r>
          </a:p>
          <a:p>
            <a:endParaRPr lang="en-US" sz="1000" b="1" dirty="0">
              <a:solidFill>
                <a:srgbClr val="00B0F0"/>
              </a:solidFill>
              <a:latin typeface="Segoe UI Light" panose="020B0502040204020203" pitchFamily="34" charset="0"/>
              <a:cs typeface="Arial" pitchFamily="34" charset="0"/>
            </a:endParaRPr>
          </a:p>
          <a:p>
            <a:pPr marL="285750" lvl="2" indent="-285750">
              <a:buFont typeface="Wingdings" panose="05000000000000000000" pitchFamily="2" charset="2"/>
              <a:buChar char="Ø"/>
            </a:pPr>
            <a:r>
              <a:rPr lang="en-US" sz="1600" dirty="0">
                <a:solidFill>
                  <a:srgbClr val="464545"/>
                </a:solidFill>
                <a:latin typeface="Segoe Ul"/>
              </a:rPr>
              <a:t>Collision coverage</a:t>
            </a:r>
          </a:p>
          <a:p>
            <a:pPr marL="285750" lvl="2" indent="-285750">
              <a:buFont typeface="Wingdings" panose="05000000000000000000" pitchFamily="2" charset="2"/>
              <a:buChar char="Ø"/>
            </a:pPr>
            <a:r>
              <a:rPr lang="en-US" sz="1600" dirty="0">
                <a:solidFill>
                  <a:srgbClr val="464545"/>
                </a:solidFill>
                <a:latin typeface="Segoe Ul"/>
              </a:rPr>
              <a:t>Comprehensive coverage</a:t>
            </a:r>
          </a:p>
          <a:p>
            <a:pPr marL="285750" lvl="2" indent="-285750">
              <a:buFont typeface="Wingdings" panose="05000000000000000000" pitchFamily="2" charset="2"/>
              <a:buChar char="Ø"/>
            </a:pPr>
            <a:r>
              <a:rPr lang="en-US" sz="1600" dirty="0">
                <a:solidFill>
                  <a:srgbClr val="464545"/>
                </a:solidFill>
                <a:latin typeface="Segoe Ul"/>
              </a:rPr>
              <a:t>Specified causes of loss coverage</a:t>
            </a:r>
          </a:p>
          <a:p>
            <a:pPr marL="0" lvl="2"/>
            <a:r>
              <a:rPr lang="en-US" sz="1600" dirty="0">
                <a:solidFill>
                  <a:srgbClr val="464545"/>
                </a:solidFill>
                <a:latin typeface="Segoe Ul"/>
              </a:rPr>
              <a:t>Coverage extensions include towing, transportation and loss of use expenses</a:t>
            </a:r>
          </a:p>
          <a:p>
            <a:endParaRPr lang="en-US" sz="1600" dirty="0">
              <a:latin typeface="Segoe Ul"/>
            </a:endParaRPr>
          </a:p>
          <a:p>
            <a:r>
              <a:rPr lang="en-US" sz="2000" dirty="0">
                <a:latin typeface="Segoe Ul"/>
              </a:rPr>
              <a:t>Common exclusions include:</a:t>
            </a:r>
          </a:p>
          <a:p>
            <a:pPr marL="742950" lvl="1" indent="-285750">
              <a:buFont typeface="Wingdings" panose="05000000000000000000" pitchFamily="2" charset="2"/>
              <a:buChar char="Ø"/>
            </a:pPr>
            <a:r>
              <a:rPr lang="en-US" sz="1600" dirty="0">
                <a:solidFill>
                  <a:srgbClr val="464545"/>
                </a:solidFill>
                <a:latin typeface="Segoe Ul"/>
              </a:rPr>
              <a:t>    Liability coverage</a:t>
            </a:r>
          </a:p>
          <a:p>
            <a:pPr marL="1257300" lvl="2" indent="-342900">
              <a:buFont typeface="Arial" panose="020B0604020202020204" pitchFamily="34" charset="0"/>
              <a:buChar char="•"/>
            </a:pPr>
            <a:r>
              <a:rPr lang="en-US" sz="1600" dirty="0">
                <a:latin typeface="Segoe Ul"/>
              </a:rPr>
              <a:t>Expected or intended injury</a:t>
            </a:r>
          </a:p>
          <a:p>
            <a:pPr marL="1257300" lvl="2" indent="-342900">
              <a:buFont typeface="Arial" panose="020B0604020202020204" pitchFamily="34" charset="0"/>
              <a:buChar char="•"/>
            </a:pPr>
            <a:r>
              <a:rPr lang="en-US" sz="1600" dirty="0">
                <a:latin typeface="Segoe Ul"/>
              </a:rPr>
              <a:t>Contractual liability</a:t>
            </a:r>
          </a:p>
          <a:p>
            <a:pPr marL="1257300" lvl="2" indent="-342900">
              <a:buFont typeface="Arial" panose="020B0604020202020204" pitchFamily="34" charset="0"/>
              <a:buChar char="•"/>
            </a:pPr>
            <a:r>
              <a:rPr lang="en-US" sz="1600" dirty="0">
                <a:latin typeface="Segoe Ul"/>
              </a:rPr>
              <a:t>Care, custody or control</a:t>
            </a:r>
          </a:p>
          <a:p>
            <a:pPr marL="1257300" lvl="2" indent="-342900">
              <a:buFont typeface="Arial" panose="020B0604020202020204" pitchFamily="34" charset="0"/>
              <a:buChar char="•"/>
            </a:pPr>
            <a:r>
              <a:rPr lang="en-US" sz="1600" dirty="0">
                <a:latin typeface="Segoe Ul"/>
              </a:rPr>
              <a:t>Loading or unloading</a:t>
            </a:r>
          </a:p>
          <a:p>
            <a:pPr marL="1257300" lvl="2" indent="-342900">
              <a:buFont typeface="Arial" panose="020B0604020202020204" pitchFamily="34" charset="0"/>
              <a:buChar char="•"/>
            </a:pPr>
            <a:r>
              <a:rPr lang="en-US" sz="1600" dirty="0">
                <a:latin typeface="Segoe Ul"/>
              </a:rPr>
              <a:t>Operations and completed operations</a:t>
            </a:r>
          </a:p>
          <a:p>
            <a:pPr marL="1257300" lvl="2" indent="-342900">
              <a:buFont typeface="Arial" panose="020B0604020202020204" pitchFamily="34" charset="0"/>
              <a:buChar char="•"/>
            </a:pPr>
            <a:r>
              <a:rPr lang="en-US" sz="1600" dirty="0">
                <a:latin typeface="Segoe Ul"/>
              </a:rPr>
              <a:t>Pollution, war and racing</a:t>
            </a:r>
          </a:p>
          <a:p>
            <a:pPr marL="1257300" lvl="2" indent="-342900">
              <a:buFont typeface="Arial" panose="020B0604020202020204" pitchFamily="34" charset="0"/>
              <a:buChar char="•"/>
            </a:pPr>
            <a:endParaRPr lang="en-US" sz="1600" dirty="0">
              <a:latin typeface="Segoe Ul"/>
            </a:endParaRPr>
          </a:p>
          <a:p>
            <a:pPr marL="742950" lvl="1" indent="-285750">
              <a:buFont typeface="Wingdings" panose="05000000000000000000" pitchFamily="2" charset="2"/>
              <a:buChar char="Ø"/>
            </a:pPr>
            <a:r>
              <a:rPr lang="en-US" sz="1600" dirty="0">
                <a:solidFill>
                  <a:srgbClr val="464545"/>
                </a:solidFill>
                <a:latin typeface="Segoe Ul"/>
              </a:rPr>
              <a:t>Physical damage coverage</a:t>
            </a:r>
          </a:p>
          <a:p>
            <a:pPr marL="1257300" lvl="2" indent="-342900">
              <a:buFont typeface="Arial" panose="020B0604020202020204" pitchFamily="34" charset="0"/>
              <a:buChar char="•"/>
            </a:pPr>
            <a:r>
              <a:rPr lang="en-US" sz="1600" dirty="0">
                <a:latin typeface="Segoe Ul"/>
              </a:rPr>
              <a:t>Electronic equipment</a:t>
            </a:r>
          </a:p>
          <a:p>
            <a:pPr marL="1257300" lvl="2" indent="-342900">
              <a:buFont typeface="Arial" panose="020B0604020202020204" pitchFamily="34" charset="0"/>
              <a:buChar char="•"/>
            </a:pPr>
            <a:r>
              <a:rPr lang="en-US" sz="1600" dirty="0">
                <a:latin typeface="Segoe Ul"/>
              </a:rPr>
              <a:t>Nuclear hazard</a:t>
            </a:r>
          </a:p>
          <a:p>
            <a:pPr marL="1257300" lvl="2" indent="-342900">
              <a:buFont typeface="Arial" panose="020B0604020202020204" pitchFamily="34" charset="0"/>
              <a:buChar char="•"/>
            </a:pPr>
            <a:r>
              <a:rPr lang="en-US" sz="1600" dirty="0">
                <a:latin typeface="Segoe Ul"/>
              </a:rPr>
              <a:t>War and military action</a:t>
            </a:r>
            <a:r>
              <a:rPr lang="en-US" dirty="0"/>
              <a:t>s</a:t>
            </a:r>
            <a:endParaRPr lang="en-US" sz="2467" b="1" dirty="0">
              <a:solidFill>
                <a:srgbClr val="00B0F0"/>
              </a:solidFill>
              <a:latin typeface="Segoe UI Light" panose="020B0502040204020203" pitchFamily="34" charset="0"/>
              <a:cs typeface="Arial" pitchFamily="34" charset="0"/>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4" name="TextBox 3"/>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pic>
        <p:nvPicPr>
          <p:cNvPr id="6" name="Picture 5"/>
          <p:cNvPicPr>
            <a:picLocks noChangeAspect="1"/>
          </p:cNvPicPr>
          <p:nvPr/>
        </p:nvPicPr>
        <p:blipFill>
          <a:blip r:embed="rId3"/>
          <a:stretch>
            <a:fillRect/>
          </a:stretch>
        </p:blipFill>
        <p:spPr>
          <a:xfrm>
            <a:off x="5089022" y="2716016"/>
            <a:ext cx="2964872" cy="1807174"/>
          </a:xfrm>
          <a:prstGeom prst="rect">
            <a:avLst/>
          </a:prstGeom>
        </p:spPr>
      </p:pic>
      <p:graphicFrame>
        <p:nvGraphicFramePr>
          <p:cNvPr id="7" name="Diagram 6"/>
          <p:cNvGraphicFramePr/>
          <p:nvPr>
            <p:extLst>
              <p:ext uri="{D42A27DB-BD31-4B8C-83A1-F6EECF244321}">
                <p14:modId xmlns:p14="http://schemas.microsoft.com/office/powerpoint/2010/main" val="490429233"/>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Diagram 7"/>
          <p:cNvGraphicFramePr/>
          <p:nvPr>
            <p:extLst>
              <p:ext uri="{D42A27DB-BD31-4B8C-83A1-F6EECF244321}">
                <p14:modId xmlns:p14="http://schemas.microsoft.com/office/powerpoint/2010/main" val="2061239337"/>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9" name="Diagram 8"/>
          <p:cNvGraphicFramePr/>
          <p:nvPr>
            <p:extLst>
              <p:ext uri="{D42A27DB-BD31-4B8C-83A1-F6EECF244321}">
                <p14:modId xmlns:p14="http://schemas.microsoft.com/office/powerpoint/2010/main" val="2430708149"/>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1426221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 name="Rectangle 4"/>
          <p:cNvSpPr/>
          <p:nvPr/>
        </p:nvSpPr>
        <p:spPr>
          <a:xfrm>
            <a:off x="452302" y="1250086"/>
            <a:ext cx="8978301" cy="6401945"/>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Section IV – Business Auto Conditions</a:t>
            </a:r>
          </a:p>
          <a:p>
            <a:endParaRPr lang="en-US" sz="2467" b="1" dirty="0">
              <a:solidFill>
                <a:srgbClr val="00B0F0"/>
              </a:solidFill>
              <a:latin typeface="Segoe UI Light" panose="020B0502040204020203" pitchFamily="34" charset="0"/>
              <a:cs typeface="Arial" pitchFamily="34" charset="0"/>
            </a:endParaRPr>
          </a:p>
          <a:p>
            <a:r>
              <a:rPr lang="en-US" sz="1600" dirty="0">
                <a:latin typeface="Segoe Ul"/>
              </a:rPr>
              <a:t>	The first five conditions are the loss conditions</a:t>
            </a:r>
          </a:p>
          <a:p>
            <a:pPr marL="1657350" lvl="3" indent="-285750">
              <a:buFont typeface="Arial" panose="020B0604020202020204" pitchFamily="34" charset="0"/>
              <a:buChar char="•"/>
            </a:pPr>
            <a:r>
              <a:rPr lang="en-US" sz="1600" dirty="0">
                <a:latin typeface="Segoe Ul"/>
              </a:rPr>
              <a:t>Appraisal for physical damage losses</a:t>
            </a:r>
          </a:p>
          <a:p>
            <a:pPr marL="1657350" lvl="3" indent="-285750">
              <a:buFont typeface="Arial" panose="020B0604020202020204" pitchFamily="34" charset="0"/>
              <a:buChar char="•"/>
            </a:pPr>
            <a:r>
              <a:rPr lang="en-US" sz="1600" dirty="0">
                <a:latin typeface="Segoe Ul"/>
              </a:rPr>
              <a:t>Duties in the event of an accident, claim, suit or loss</a:t>
            </a:r>
          </a:p>
          <a:p>
            <a:pPr marL="1657350" lvl="3" indent="-285750">
              <a:buFont typeface="Arial" panose="020B0604020202020204" pitchFamily="34" charset="0"/>
              <a:buChar char="•"/>
            </a:pPr>
            <a:r>
              <a:rPr lang="en-US" sz="1600" dirty="0">
                <a:latin typeface="Segoe Ul"/>
              </a:rPr>
              <a:t>Legal action against the insurer</a:t>
            </a:r>
          </a:p>
          <a:p>
            <a:pPr marL="1657350" lvl="3" indent="-285750">
              <a:buFont typeface="Arial" panose="020B0604020202020204" pitchFamily="34" charset="0"/>
              <a:buChar char="•"/>
            </a:pPr>
            <a:r>
              <a:rPr lang="en-US" sz="1600" dirty="0">
                <a:latin typeface="Segoe Ul"/>
              </a:rPr>
              <a:t>Loss payment – Physical damage coverages</a:t>
            </a:r>
          </a:p>
          <a:p>
            <a:pPr marL="1657350" lvl="3" indent="-285750">
              <a:buFont typeface="Arial" panose="020B0604020202020204" pitchFamily="34" charset="0"/>
              <a:buChar char="•"/>
            </a:pPr>
            <a:r>
              <a:rPr lang="en-US" sz="1600" dirty="0">
                <a:latin typeface="Segoe Ul"/>
              </a:rPr>
              <a:t>Transfer of rights against others</a:t>
            </a:r>
          </a:p>
          <a:p>
            <a:pPr marL="1657350" lvl="3" indent="-285750">
              <a:buFont typeface="Arial" panose="020B0604020202020204" pitchFamily="34" charset="0"/>
              <a:buChar char="•"/>
            </a:pPr>
            <a:endParaRPr lang="en-US" sz="1600" dirty="0">
              <a:latin typeface="Segoe Ul"/>
            </a:endParaRPr>
          </a:p>
          <a:p>
            <a:pPr marL="171450" lvl="4"/>
            <a:r>
              <a:rPr lang="en-US" sz="1600" dirty="0">
                <a:latin typeface="Segoe Ul"/>
              </a:rPr>
              <a:t>	The other eight conditions are general conditions</a:t>
            </a:r>
          </a:p>
          <a:p>
            <a:pPr marL="1657350" lvl="3" indent="-285750">
              <a:buFont typeface="Arial" panose="020B0604020202020204" pitchFamily="34" charset="0"/>
              <a:buChar char="•"/>
            </a:pPr>
            <a:r>
              <a:rPr lang="en-US" sz="1600" dirty="0">
                <a:latin typeface="Segoe Ul"/>
              </a:rPr>
              <a:t>Bankruptcy</a:t>
            </a:r>
          </a:p>
          <a:p>
            <a:pPr marL="1657350" lvl="3" indent="-285750">
              <a:buFont typeface="Arial" panose="020B0604020202020204" pitchFamily="34" charset="0"/>
              <a:buChar char="•"/>
            </a:pPr>
            <a:r>
              <a:rPr lang="en-US" sz="1600" dirty="0">
                <a:latin typeface="Segoe Ul"/>
              </a:rPr>
              <a:t>Concealment, Misrepresentation or fraud</a:t>
            </a:r>
          </a:p>
          <a:p>
            <a:pPr marL="1657350" lvl="3" indent="-285750">
              <a:buFont typeface="Arial" panose="020B0604020202020204" pitchFamily="34" charset="0"/>
              <a:buChar char="•"/>
            </a:pPr>
            <a:r>
              <a:rPr lang="en-US" sz="1600" dirty="0">
                <a:latin typeface="Segoe Ul"/>
              </a:rPr>
              <a:t>Liberalization</a:t>
            </a:r>
          </a:p>
          <a:p>
            <a:pPr marL="1657350" lvl="3" indent="-285750">
              <a:buFont typeface="Arial" panose="020B0604020202020204" pitchFamily="34" charset="0"/>
              <a:buChar char="•"/>
            </a:pPr>
            <a:r>
              <a:rPr lang="en-US" sz="1600" dirty="0">
                <a:latin typeface="Segoe Ul"/>
              </a:rPr>
              <a:t>No Benefit to Bailee -Physical damage insurance only</a:t>
            </a:r>
          </a:p>
          <a:p>
            <a:pPr marL="1657350" lvl="3" indent="-285750">
              <a:buFont typeface="Arial" panose="020B0604020202020204" pitchFamily="34" charset="0"/>
              <a:buChar char="•"/>
            </a:pPr>
            <a:r>
              <a:rPr lang="en-US" sz="1600" dirty="0">
                <a:latin typeface="Segoe Ul"/>
              </a:rPr>
              <a:t>Other Insurance</a:t>
            </a:r>
          </a:p>
          <a:p>
            <a:pPr marL="1657350" lvl="3" indent="-285750">
              <a:buFont typeface="Arial" panose="020B0604020202020204" pitchFamily="34" charset="0"/>
              <a:buChar char="•"/>
            </a:pPr>
            <a:r>
              <a:rPr lang="en-US" sz="1600" dirty="0">
                <a:latin typeface="Segoe Ul"/>
              </a:rPr>
              <a:t>Premium Audit</a:t>
            </a:r>
          </a:p>
          <a:p>
            <a:pPr marL="1657350" lvl="3" indent="-285750">
              <a:buFont typeface="Arial" panose="020B0604020202020204" pitchFamily="34" charset="0"/>
              <a:buChar char="•"/>
            </a:pPr>
            <a:r>
              <a:rPr lang="en-US" sz="1600" dirty="0">
                <a:latin typeface="Segoe Ul"/>
              </a:rPr>
              <a:t>Policy Period, Coverage Territory</a:t>
            </a:r>
          </a:p>
          <a:p>
            <a:pPr marL="1657350" lvl="3" indent="-285750">
              <a:buFont typeface="Arial" panose="020B0604020202020204" pitchFamily="34" charset="0"/>
              <a:buChar char="•"/>
            </a:pPr>
            <a:r>
              <a:rPr lang="en-US" sz="1600" dirty="0">
                <a:latin typeface="Segoe Ul"/>
              </a:rPr>
              <a:t>Two or more coverage forms or policies issued by the insurer</a:t>
            </a:r>
          </a:p>
          <a:p>
            <a:pPr marL="171450" lvl="4"/>
            <a:endParaRPr lang="en-US" sz="1600" dirty="0">
              <a:latin typeface="Segoe Ul"/>
            </a:endParaRPr>
          </a:p>
          <a:p>
            <a:pPr marL="171450" lvl="4"/>
            <a:endParaRPr lang="en-US" sz="1600" dirty="0">
              <a:latin typeface="Segoe Ul"/>
            </a:endParaRPr>
          </a:p>
          <a:p>
            <a:pPr marL="171450" lvl="4"/>
            <a:endParaRPr lang="en-US" sz="1600" dirty="0">
              <a:latin typeface="Segoe Ul"/>
            </a:endParaRPr>
          </a:p>
          <a:p>
            <a:pPr marL="1657350" lvl="3" indent="-285750">
              <a:buFont typeface="Arial" panose="020B0604020202020204" pitchFamily="34" charset="0"/>
              <a:buChar char="•"/>
            </a:pPr>
            <a:endParaRPr lang="en-US" sz="1600" dirty="0">
              <a:latin typeface="Segoe Ul"/>
            </a:endParaRPr>
          </a:p>
          <a:p>
            <a:r>
              <a:rPr lang="en-US" sz="1600" dirty="0">
                <a:latin typeface="Segoe Ul"/>
              </a:rPr>
              <a:t>	</a:t>
            </a:r>
          </a:p>
          <a:p>
            <a:r>
              <a:rPr lang="en-US" sz="2467" dirty="0">
                <a:solidFill>
                  <a:srgbClr val="00B0F0"/>
                </a:solidFill>
                <a:latin typeface="Segoe Ul"/>
                <a:cs typeface="Arial" pitchFamily="34" charset="0"/>
              </a:rPr>
              <a:t> 	</a:t>
            </a:r>
          </a:p>
        </p:txBody>
      </p:sp>
      <p:graphicFrame>
        <p:nvGraphicFramePr>
          <p:cNvPr id="6" name="Diagram 5"/>
          <p:cNvGraphicFramePr/>
          <p:nvPr>
            <p:extLst>
              <p:ext uri="{D42A27DB-BD31-4B8C-83A1-F6EECF244321}">
                <p14:modId xmlns:p14="http://schemas.microsoft.com/office/powerpoint/2010/main" val="3566979879"/>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extLst>
              <p:ext uri="{D42A27DB-BD31-4B8C-83A1-F6EECF244321}">
                <p14:modId xmlns:p14="http://schemas.microsoft.com/office/powerpoint/2010/main" val="868340951"/>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 7"/>
          <p:cNvGraphicFramePr/>
          <p:nvPr>
            <p:extLst>
              <p:ext uri="{D42A27DB-BD31-4B8C-83A1-F6EECF244321}">
                <p14:modId xmlns:p14="http://schemas.microsoft.com/office/powerpoint/2010/main" val="1350516438"/>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104083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5" name="Rectangle 4"/>
          <p:cNvSpPr/>
          <p:nvPr/>
        </p:nvSpPr>
        <p:spPr>
          <a:xfrm>
            <a:off x="407471" y="1238288"/>
            <a:ext cx="7572748" cy="3149645"/>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Endorsements:</a:t>
            </a:r>
          </a:p>
          <a:p>
            <a:endParaRPr lang="en-US" sz="1200" b="1" dirty="0">
              <a:solidFill>
                <a:srgbClr val="00B0F0"/>
              </a:solidFill>
              <a:latin typeface="Segoe UI Light" panose="020B0502040204020203" pitchFamily="34" charset="0"/>
              <a:cs typeface="Arial" pitchFamily="34" charset="0"/>
            </a:endParaRPr>
          </a:p>
          <a:p>
            <a:pPr marL="285750" indent="-285750">
              <a:buFont typeface="Wingdings" pitchFamily="2" charset="2"/>
              <a:buChar char="Ø"/>
            </a:pPr>
            <a:r>
              <a:rPr lang="en-US" dirty="0"/>
              <a:t>Endorsements can be used to enhance the coverages provided by the BACF. Common endorsements:</a:t>
            </a:r>
          </a:p>
          <a:p>
            <a:pPr marL="742950" lvl="1" indent="-285750">
              <a:buFont typeface="Arial" panose="020B0604020202020204" pitchFamily="34" charset="0"/>
              <a:buChar char="•"/>
            </a:pPr>
            <a:r>
              <a:rPr lang="en-US" dirty="0"/>
              <a:t>Medical payments – pays regardless of insured’s fault, no aggregate limits defined</a:t>
            </a:r>
          </a:p>
          <a:p>
            <a:pPr marL="742950" lvl="1" indent="-285750">
              <a:buFont typeface="Arial" panose="020B0604020202020204" pitchFamily="34" charset="0"/>
              <a:buChar char="•"/>
            </a:pPr>
            <a:r>
              <a:rPr lang="en-US" dirty="0"/>
              <a:t>Personal injury protection and added personal injury protection – pays regardless of fault for medical expense, income loss and other expenses resulting from the bodily injury to occupants of a covered auto</a:t>
            </a:r>
          </a:p>
          <a:p>
            <a:pPr marL="742950" lvl="1" indent="-285750">
              <a:buFont typeface="Arial" panose="020B0604020202020204" pitchFamily="34" charset="0"/>
              <a:buChar char="•"/>
            </a:pPr>
            <a:r>
              <a:rPr lang="en-US" dirty="0"/>
              <a:t>Uninsured and underinsured motorists</a:t>
            </a:r>
          </a:p>
        </p:txBody>
      </p:sp>
      <p:graphicFrame>
        <p:nvGraphicFramePr>
          <p:cNvPr id="6" name="Diagram 5"/>
          <p:cNvGraphicFramePr/>
          <p:nvPr>
            <p:extLst>
              <p:ext uri="{D42A27DB-BD31-4B8C-83A1-F6EECF244321}">
                <p14:modId xmlns:p14="http://schemas.microsoft.com/office/powerpoint/2010/main" val="3566979879"/>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extLst>
              <p:ext uri="{D42A27DB-BD31-4B8C-83A1-F6EECF244321}">
                <p14:modId xmlns:p14="http://schemas.microsoft.com/office/powerpoint/2010/main" val="2670924327"/>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 7"/>
          <p:cNvGraphicFramePr/>
          <p:nvPr>
            <p:extLst>
              <p:ext uri="{D42A27DB-BD31-4B8C-83A1-F6EECF244321}">
                <p14:modId xmlns:p14="http://schemas.microsoft.com/office/powerpoint/2010/main" val="1350516438"/>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159807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1656" y="1146411"/>
            <a:ext cx="7812634" cy="5037405"/>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Rating Factors:</a:t>
            </a:r>
          </a:p>
          <a:p>
            <a:endParaRPr lang="en-US" sz="2467" b="1" dirty="0">
              <a:solidFill>
                <a:srgbClr val="00B0F0"/>
              </a:solidFill>
              <a:latin typeface="Segoe UI Light" panose="020B0502040204020203" pitchFamily="34" charset="0"/>
              <a:cs typeface="Arial" pitchFamily="34" charset="0"/>
            </a:endParaRPr>
          </a:p>
          <a:p>
            <a:r>
              <a:rPr lang="en-US" sz="1600" dirty="0">
                <a:latin typeface="Segoe Ul"/>
              </a:rPr>
              <a:t>The rating procedure to be used for a particular insured depends on which of the five classification subsections apply to the insured’s auto</a:t>
            </a:r>
          </a:p>
          <a:p>
            <a:endParaRPr lang="en-US" sz="1600" dirty="0">
              <a:latin typeface="Segoe Ul"/>
            </a:endParaRPr>
          </a:p>
          <a:p>
            <a:pPr marL="342900" indent="-342900">
              <a:buFont typeface="+mj-lt"/>
              <a:buAutoNum type="arabicPeriod"/>
            </a:pPr>
            <a:r>
              <a:rPr lang="en-US" sz="1600" dirty="0">
                <a:latin typeface="Segoe Ul"/>
              </a:rPr>
              <a:t>Private passenger vehicles</a:t>
            </a:r>
          </a:p>
          <a:p>
            <a:pPr marL="342900" indent="-342900">
              <a:buFont typeface="+mj-lt"/>
              <a:buAutoNum type="arabicPeriod"/>
            </a:pPr>
            <a:r>
              <a:rPr lang="en-US" sz="1600" dirty="0">
                <a:latin typeface="Segoe Ul"/>
              </a:rPr>
              <a:t>Trucks, tractors and trailers</a:t>
            </a:r>
          </a:p>
          <a:p>
            <a:pPr marL="342900" indent="-342900">
              <a:buFont typeface="+mj-lt"/>
              <a:buAutoNum type="arabicPeriod"/>
            </a:pPr>
            <a:r>
              <a:rPr lang="en-US" sz="1600" dirty="0">
                <a:latin typeface="Segoe Ul"/>
              </a:rPr>
              <a:t>Public transportation vehicles</a:t>
            </a:r>
          </a:p>
          <a:p>
            <a:pPr marL="342900" indent="-342900">
              <a:buFont typeface="+mj-lt"/>
              <a:buAutoNum type="arabicPeriod"/>
            </a:pPr>
            <a:r>
              <a:rPr lang="en-US" sz="1600" dirty="0">
                <a:latin typeface="Segoe Ul"/>
              </a:rPr>
              <a:t>Garages</a:t>
            </a:r>
          </a:p>
          <a:p>
            <a:pPr marL="342900" indent="-342900">
              <a:buFont typeface="+mj-lt"/>
              <a:buAutoNum type="arabicPeriod"/>
            </a:pPr>
            <a:r>
              <a:rPr lang="en-US" sz="1600" dirty="0">
                <a:latin typeface="Segoe Ul"/>
              </a:rPr>
              <a:t>Special types of Vehicles</a:t>
            </a:r>
          </a:p>
          <a:p>
            <a:pPr marL="285750" indent="-285750">
              <a:buFont typeface="Wingdings" panose="05000000000000000000" pitchFamily="2" charset="2"/>
              <a:buChar char="Ø"/>
            </a:pPr>
            <a:endParaRPr lang="en-US" sz="1600" dirty="0">
              <a:latin typeface="Segoe Ul"/>
            </a:endParaRPr>
          </a:p>
          <a:p>
            <a:pPr marL="285750" indent="-285750">
              <a:buFont typeface="Wingdings" panose="05000000000000000000" pitchFamily="2" charset="2"/>
              <a:buChar char="Ø"/>
            </a:pPr>
            <a:r>
              <a:rPr lang="en-US" sz="1600" dirty="0">
                <a:latin typeface="Segoe Ul"/>
              </a:rPr>
              <a:t>Primary rating factors</a:t>
            </a:r>
          </a:p>
          <a:p>
            <a:pPr marL="742950" lvl="1" indent="-285750">
              <a:buFont typeface="Arial" panose="020B0604020202020204" pitchFamily="34" charset="0"/>
              <a:buChar char="•"/>
            </a:pPr>
            <a:r>
              <a:rPr lang="en-US" sz="1600" dirty="0">
                <a:latin typeface="Segoe Ul"/>
              </a:rPr>
              <a:t>Territory</a:t>
            </a:r>
          </a:p>
          <a:p>
            <a:pPr marL="742950" lvl="1" indent="-285750">
              <a:buFont typeface="Arial" panose="020B0604020202020204" pitchFamily="34" charset="0"/>
              <a:buChar char="•"/>
            </a:pPr>
            <a:r>
              <a:rPr lang="en-US" sz="1600" dirty="0">
                <a:latin typeface="Segoe Ul"/>
              </a:rPr>
              <a:t>Policy limit</a:t>
            </a:r>
          </a:p>
          <a:p>
            <a:pPr marL="742950" lvl="1" indent="-285750">
              <a:buFont typeface="Arial" panose="020B0604020202020204" pitchFamily="34" charset="0"/>
              <a:buChar char="•"/>
            </a:pPr>
            <a:r>
              <a:rPr lang="en-US" sz="1600" dirty="0">
                <a:latin typeface="Segoe Ul"/>
              </a:rPr>
              <a:t>Vehicle original cost</a:t>
            </a:r>
          </a:p>
          <a:p>
            <a:pPr marL="742950" lvl="1" indent="-285750">
              <a:buFont typeface="Arial" panose="020B0604020202020204" pitchFamily="34" charset="0"/>
              <a:buChar char="•"/>
            </a:pPr>
            <a:r>
              <a:rPr lang="en-US" sz="1600" dirty="0">
                <a:latin typeface="Segoe Ul"/>
              </a:rPr>
              <a:t>Deductible</a:t>
            </a:r>
          </a:p>
          <a:p>
            <a:pPr marL="742950" lvl="1" indent="-285750">
              <a:buFont typeface="Arial" panose="020B0604020202020204" pitchFamily="34" charset="0"/>
              <a:buChar char="•"/>
            </a:pPr>
            <a:r>
              <a:rPr lang="en-US" sz="1600" dirty="0">
                <a:latin typeface="Segoe Ul"/>
              </a:rPr>
              <a:t>Vehicle’s size class</a:t>
            </a:r>
          </a:p>
          <a:p>
            <a:pPr marL="742950" lvl="1" indent="-285750">
              <a:buFont typeface="Arial" panose="020B0604020202020204" pitchFamily="34" charset="0"/>
              <a:buChar char="•"/>
            </a:pPr>
            <a:r>
              <a:rPr lang="en-US" sz="1600" dirty="0">
                <a:latin typeface="Segoe Ul"/>
              </a:rPr>
              <a:t>Business use</a:t>
            </a:r>
          </a:p>
          <a:p>
            <a:pPr marL="742950" lvl="1" indent="-285750">
              <a:buFont typeface="Arial" panose="020B0604020202020204" pitchFamily="34" charset="0"/>
              <a:buChar char="•"/>
            </a:pPr>
            <a:r>
              <a:rPr lang="en-US" sz="1600" dirty="0">
                <a:latin typeface="Segoe Ul"/>
              </a:rPr>
              <a:t>Radius class</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4" name="TextBox 3"/>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graphicFrame>
        <p:nvGraphicFramePr>
          <p:cNvPr id="6" name="Diagram 5"/>
          <p:cNvGraphicFramePr/>
          <p:nvPr>
            <p:extLst>
              <p:ext uri="{D42A27DB-BD31-4B8C-83A1-F6EECF244321}">
                <p14:modId xmlns:p14="http://schemas.microsoft.com/office/powerpoint/2010/main" val="1734646171"/>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extLst>
              <p:ext uri="{D42A27DB-BD31-4B8C-83A1-F6EECF244321}">
                <p14:modId xmlns:p14="http://schemas.microsoft.com/office/powerpoint/2010/main" val="138866503"/>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 7"/>
          <p:cNvGraphicFramePr/>
          <p:nvPr>
            <p:extLst>
              <p:ext uri="{D42A27DB-BD31-4B8C-83A1-F6EECF244321}">
                <p14:modId xmlns:p14="http://schemas.microsoft.com/office/powerpoint/2010/main" val="2162567446"/>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530002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a:solidFill>
                  <a:schemeClr val="tx1"/>
                </a:solidFill>
                <a:latin typeface="Segoe UI Semibold" panose="020B0702040204020203" pitchFamily="34" charset="0"/>
                <a:cs typeface="Segoe UI Semibold" panose="020B0702040204020203" pitchFamily="34" charset="0"/>
              </a:rPr>
              <a:t>Commercial Auto</a:t>
            </a: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6" name="TextBox 5"/>
          <p:cNvSpPr txBox="1"/>
          <p:nvPr/>
        </p:nvSpPr>
        <p:spPr>
          <a:xfrm>
            <a:off x="541656" y="1268604"/>
            <a:ext cx="3098042" cy="471989"/>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Sample Forms</a:t>
            </a:r>
          </a:p>
        </p:txBody>
      </p:sp>
      <p:sp>
        <p:nvSpPr>
          <p:cNvPr id="7" name="TextBox 6"/>
          <p:cNvSpPr txBox="1"/>
          <p:nvPr/>
        </p:nvSpPr>
        <p:spPr>
          <a:xfrm>
            <a:off x="541656" y="6596390"/>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graphicFrame>
        <p:nvGraphicFramePr>
          <p:cNvPr id="8" name="Diagram 7"/>
          <p:cNvGraphicFramePr/>
          <p:nvPr>
            <p:extLst>
              <p:ext uri="{D42A27DB-BD31-4B8C-83A1-F6EECF244321}">
                <p14:modId xmlns:p14="http://schemas.microsoft.com/office/powerpoint/2010/main" val="1029756171"/>
              </p:ext>
            </p:extLst>
          </p:nvPr>
        </p:nvGraphicFramePr>
        <p:xfrm>
          <a:off x="8354291" y="1344668"/>
          <a:ext cx="3518572" cy="2339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p:cNvGraphicFramePr/>
          <p:nvPr>
            <p:extLst>
              <p:ext uri="{D42A27DB-BD31-4B8C-83A1-F6EECF244321}">
                <p14:modId xmlns:p14="http://schemas.microsoft.com/office/powerpoint/2010/main" val="786185783"/>
              </p:ext>
            </p:extLst>
          </p:nvPr>
        </p:nvGraphicFramePr>
        <p:xfrm>
          <a:off x="8354291" y="3486392"/>
          <a:ext cx="3518572" cy="22582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Diagram 9"/>
          <p:cNvGraphicFramePr/>
          <p:nvPr>
            <p:extLst>
              <p:ext uri="{D42A27DB-BD31-4B8C-83A1-F6EECF244321}">
                <p14:modId xmlns:p14="http://schemas.microsoft.com/office/powerpoint/2010/main" val="2655323317"/>
              </p:ext>
            </p:extLst>
          </p:nvPr>
        </p:nvGraphicFramePr>
        <p:xfrm>
          <a:off x="8354291" y="5534267"/>
          <a:ext cx="3518571" cy="82367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025443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1390" y="640860"/>
            <a:ext cx="9804188" cy="264653"/>
          </a:xfrm>
          <a:prstGeom prst="rect">
            <a:avLst/>
          </a:prstGeom>
        </p:spPr>
      </p:pic>
      <p:sp>
        <p:nvSpPr>
          <p:cNvPr id="6" name="TextBox 5"/>
          <p:cNvSpPr txBox="1"/>
          <p:nvPr/>
        </p:nvSpPr>
        <p:spPr>
          <a:xfrm>
            <a:off x="173462" y="6493359"/>
            <a:ext cx="11191741" cy="261610"/>
          </a:xfrm>
          <a:prstGeom prst="rect">
            <a:avLst/>
          </a:prstGeom>
          <a:noFill/>
        </p:spPr>
        <p:txBody>
          <a:bodyPr wrap="square" rtlCol="0">
            <a:spAutoFit/>
          </a:bodyPr>
          <a:lstStyle/>
          <a:p>
            <a:r>
              <a:rPr lang="en-IN" sz="1100" dirty="0"/>
              <a:t>Note: All Information contained herein is proprietary &amp; confidential material of ValueMomentum Inc. All rights are reserved.  </a:t>
            </a:r>
          </a:p>
        </p:txBody>
      </p:sp>
      <p:sp>
        <p:nvSpPr>
          <p:cNvPr id="8" name="Rectangle 7"/>
          <p:cNvSpPr/>
          <p:nvPr/>
        </p:nvSpPr>
        <p:spPr>
          <a:xfrm>
            <a:off x="3971189" y="2967335"/>
            <a:ext cx="4249626" cy="1015663"/>
          </a:xfrm>
          <a:prstGeom prst="rect">
            <a:avLst/>
          </a:prstGeom>
          <a:noFill/>
        </p:spPr>
        <p:txBody>
          <a:bodyPr wrap="none" lIns="91440" tIns="45720" rIns="91440" bIns="45720">
            <a:spAutoFit/>
          </a:bodyPr>
          <a:lstStyle/>
          <a:p>
            <a:pPr algn="ctr"/>
            <a:r>
              <a:rPr 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Tree>
    <p:extLst>
      <p:ext uri="{BB962C8B-B14F-4D97-AF65-F5344CB8AC3E}">
        <p14:creationId xmlns:p14="http://schemas.microsoft.com/office/powerpoint/2010/main" val="462392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41087d73-5bfe-4c6e-a130-3d602495565a" ContentTypeId="0x010100F7548365F7A28B41B9A685ED46C1AC26"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Best Practice</SubCategory>
    <Tags xmlns="09339d3a-aaa0-497d-ae73-d8a5832d420d">Commercial Auto</Tags>
  </documentManagement>
</p:properties>
</file>

<file path=customXml/itemProps1.xml><?xml version="1.0" encoding="utf-8"?>
<ds:datastoreItem xmlns:ds="http://schemas.openxmlformats.org/officeDocument/2006/customXml" ds:itemID="{C8F1C963-9B52-41DC-94AC-595A28F39377}"/>
</file>

<file path=customXml/itemProps2.xml><?xml version="1.0" encoding="utf-8"?>
<ds:datastoreItem xmlns:ds="http://schemas.openxmlformats.org/officeDocument/2006/customXml" ds:itemID="{0B331503-B310-4A48-ABF3-16879287DCC2}"/>
</file>

<file path=customXml/itemProps3.xml><?xml version="1.0" encoding="utf-8"?>
<ds:datastoreItem xmlns:ds="http://schemas.openxmlformats.org/officeDocument/2006/customXml" ds:itemID="{9754D931-FFB5-4BC9-9599-B4E168C0231D}"/>
</file>

<file path=customXml/itemProps4.xml><?xml version="1.0" encoding="utf-8"?>
<ds:datastoreItem xmlns:ds="http://schemas.openxmlformats.org/officeDocument/2006/customXml" ds:itemID="{29B35B41-4342-4476-9A66-4DA6B0A30A0B}"/>
</file>

<file path=docMetadata/LabelInfo.xml><?xml version="1.0" encoding="utf-8"?>
<clbl:labelList xmlns:clbl="http://schemas.microsoft.com/office/2020/mipLabelMetadata">
  <clbl:label id="{13085c86-4bcb-460a-a6f0-b373421c6323}" enabled="0" method="" siteId="{13085c86-4bcb-460a-a6f0-b373421c6323}" removed="1"/>
</clbl:labelList>
</file>

<file path=docProps/app.xml><?xml version="1.0" encoding="utf-8"?>
<Properties xmlns="http://schemas.openxmlformats.org/officeDocument/2006/extended-properties" xmlns:vt="http://schemas.openxmlformats.org/officeDocument/2006/docPropsVTypes">
  <TotalTime>14991</TotalTime>
  <Words>1844</Words>
  <Application>Microsoft Office PowerPoint</Application>
  <PresentationFormat>Widescreen</PresentationFormat>
  <Paragraphs>244</Paragraphs>
  <Slides>13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Calibri Light</vt:lpstr>
      <vt:lpstr>Segoe UI</vt:lpstr>
      <vt:lpstr>Segoe UI Light</vt:lpstr>
      <vt:lpstr>Segoe UI Semibold</vt:lpstr>
      <vt:lpstr>Segoe Ul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79</cp:revision>
  <dcterms:created xsi:type="dcterms:W3CDTF">2016-07-06T01:57:31Z</dcterms:created>
  <dcterms:modified xsi:type="dcterms:W3CDTF">2024-03-04T03:13:23Z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ies>
</file>