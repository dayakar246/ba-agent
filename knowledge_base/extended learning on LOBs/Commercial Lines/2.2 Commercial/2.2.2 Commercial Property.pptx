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3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4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5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6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3" r:id="rId2"/>
    <p:sldId id="265" r:id="rId3"/>
    <p:sldId id="267" r:id="rId4"/>
    <p:sldId id="277" r:id="rId5"/>
    <p:sldId id="268" r:id="rId6"/>
    <p:sldId id="279" r:id="rId7"/>
    <p:sldId id="269" r:id="rId8"/>
    <p:sldId id="270" r:id="rId9"/>
    <p:sldId id="281" r:id="rId10"/>
    <p:sldId id="273" r:id="rId11"/>
    <p:sldId id="271" r:id="rId12"/>
    <p:sldId id="280" r:id="rId13"/>
    <p:sldId id="2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nmougapriya Oumabady" initials="SO" lastIdx="2" clrIdx="0">
    <p:extLst>
      <p:ext uri="{19B8F6BF-5375-455C-9EA6-DF929625EA0E}">
        <p15:presenceInfo xmlns:p15="http://schemas.microsoft.com/office/powerpoint/2012/main" userId="S-1-5-21-3473287621-2730435421-3663612829-3764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85996" autoAdjust="0"/>
  </p:normalViewPr>
  <p:slideViewPr>
    <p:cSldViewPr snapToGrid="0">
      <p:cViewPr varScale="1">
        <p:scale>
          <a:sx n="64" d="100"/>
          <a:sy n="64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Commercial Property coverage part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DC09EA8-DBFB-4C18-AE3C-C8FC3989DDEF}" type="presOf" srcId="{6E4FFBC2-6C99-4467-A342-4F646E8105E8}" destId="{CA3CA37D-96A6-40F5-8283-7F5E5E75CC28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F6CAE5D1-5D9A-406F-BE34-68ED76B37C5D}" type="presOf" srcId="{AEA98A0A-5971-4387-8F87-30E2E87D1BBC}" destId="{5DF62DFD-4FA4-479D-BACA-0B5672D793AE}" srcOrd="0" destOrd="0" presId="urn:microsoft.com/office/officeart/2005/8/layout/chevron2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C9A1C4DB-55D3-47CE-9950-B930CEE46188}" type="presOf" srcId="{FD44662F-72BB-4119-801E-24399F494A56}" destId="{2F79F4EE-99A1-4CEC-8FEE-C636AD274778}" srcOrd="0" destOrd="0" presId="urn:microsoft.com/office/officeart/2005/8/layout/chevron2"/>
    <dgm:cxn modelId="{A20848E5-B439-4FC3-9F7B-FDBBA7A36108}" type="presOf" srcId="{68FAD2B8-B928-4799-8BC6-C42A1A6B3879}" destId="{BA57226D-E733-47AB-9C1E-7F48998AF898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FB60FDB8-A2CF-448A-8658-BD654C893F7D}" type="presOf" srcId="{7C839073-D423-4CF0-A279-F3597BB99994}" destId="{AD927985-2E20-4855-8300-EF608B954011}" srcOrd="0" destOrd="0" presId="urn:microsoft.com/office/officeart/2005/8/layout/chevron2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4DC44430-8778-47B5-80AF-F692D82B4A09}" type="presOf" srcId="{273FB2FC-BB42-42E4-809F-8792EAAA4D36}" destId="{6597B828-368A-4EAC-99FD-85AB3B3FB0C4}" srcOrd="0" destOrd="0" presId="urn:microsoft.com/office/officeart/2005/8/layout/chevron2"/>
    <dgm:cxn modelId="{EC61345E-E5B5-4789-81C7-E0AE7DB5A070}" type="presOf" srcId="{6BB193CD-2BCB-422D-9372-D29AD8AB2E75}" destId="{3196A1B1-B062-4292-A00B-1AF4EFB306CF}" srcOrd="0" destOrd="0" presId="urn:microsoft.com/office/officeart/2005/8/layout/chevron2"/>
    <dgm:cxn modelId="{BF5752E7-D9CA-4F32-8DAF-9DEC038C99B2}" type="presParOf" srcId="{BA57226D-E733-47AB-9C1E-7F48998AF898}" destId="{CC146864-BFF0-4842-89BF-1105AD66F5D5}" srcOrd="0" destOrd="0" presId="urn:microsoft.com/office/officeart/2005/8/layout/chevron2"/>
    <dgm:cxn modelId="{CFEE0D33-6F93-4594-BBEC-E0717EB60D03}" type="presParOf" srcId="{CC146864-BFF0-4842-89BF-1105AD66F5D5}" destId="{6597B828-368A-4EAC-99FD-85AB3B3FB0C4}" srcOrd="0" destOrd="0" presId="urn:microsoft.com/office/officeart/2005/8/layout/chevron2"/>
    <dgm:cxn modelId="{6D65A582-2C44-4D48-913F-33B6D4742C50}" type="presParOf" srcId="{CC146864-BFF0-4842-89BF-1105AD66F5D5}" destId="{5DF62DFD-4FA4-479D-BACA-0B5672D793AE}" srcOrd="1" destOrd="0" presId="urn:microsoft.com/office/officeart/2005/8/layout/chevron2"/>
    <dgm:cxn modelId="{46E6CF6A-4A49-48D5-8152-E0E51D9F73CB}" type="presParOf" srcId="{BA57226D-E733-47AB-9C1E-7F48998AF898}" destId="{33D84CC3-27D8-4296-A650-E0BD45C89460}" srcOrd="1" destOrd="0" presId="urn:microsoft.com/office/officeart/2005/8/layout/chevron2"/>
    <dgm:cxn modelId="{9DFADDCE-2AE1-467D-AA18-15453E3A084D}" type="presParOf" srcId="{BA57226D-E733-47AB-9C1E-7F48998AF898}" destId="{8884328B-B7DF-4FEB-88E1-5749EF4A08C1}" srcOrd="2" destOrd="0" presId="urn:microsoft.com/office/officeart/2005/8/layout/chevron2"/>
    <dgm:cxn modelId="{91058050-AD41-467C-A00E-27D30B7EDC3F}" type="presParOf" srcId="{8884328B-B7DF-4FEB-88E1-5749EF4A08C1}" destId="{CA3CA37D-96A6-40F5-8283-7F5E5E75CC28}" srcOrd="0" destOrd="0" presId="urn:microsoft.com/office/officeart/2005/8/layout/chevron2"/>
    <dgm:cxn modelId="{264D97D7-4CC2-4E95-AEE8-A8116C20624E}" type="presParOf" srcId="{8884328B-B7DF-4FEB-88E1-5749EF4A08C1}" destId="{2F79F4EE-99A1-4CEC-8FEE-C636AD274778}" srcOrd="1" destOrd="0" presId="urn:microsoft.com/office/officeart/2005/8/layout/chevron2"/>
    <dgm:cxn modelId="{9404A773-3881-4343-AEAF-F256DD42C9D2}" type="presParOf" srcId="{BA57226D-E733-47AB-9C1E-7F48998AF898}" destId="{A446C02B-6598-45A5-94CC-35BC3846B78B}" srcOrd="3" destOrd="0" presId="urn:microsoft.com/office/officeart/2005/8/layout/chevron2"/>
    <dgm:cxn modelId="{D3D4E913-6366-47C5-A6A7-1848854ECF94}" type="presParOf" srcId="{BA57226D-E733-47AB-9C1E-7F48998AF898}" destId="{697118F7-20AA-4D55-BECB-464BCC2F1F89}" srcOrd="4" destOrd="0" presId="urn:microsoft.com/office/officeart/2005/8/layout/chevron2"/>
    <dgm:cxn modelId="{17E97706-8351-4726-97FE-8C2AD341A1C5}" type="presParOf" srcId="{697118F7-20AA-4D55-BECB-464BCC2F1F89}" destId="{3196A1B1-B062-4292-A00B-1AF4EFB306CF}" srcOrd="0" destOrd="0" presId="urn:microsoft.com/office/officeart/2005/8/layout/chevron2"/>
    <dgm:cxn modelId="{2C2FF200-BDDD-4BE5-BDA3-4C94B16921BD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EA98A0A-5971-4387-8F87-30E2E87D1BBC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Coverages/ Additional Coverages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Coverage Limits and Rating Factors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Forms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 custScaleX="11113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 custScaleX="10872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 custScaleX="10468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C15FA72-CB1A-4989-AB5B-A3EB04908AED}" type="presOf" srcId="{6BB193CD-2BCB-422D-9372-D29AD8AB2E75}" destId="{3196A1B1-B062-4292-A00B-1AF4EFB306CF}" srcOrd="0" destOrd="0" presId="urn:microsoft.com/office/officeart/2005/8/layout/chevron2"/>
    <dgm:cxn modelId="{B4C610D3-108F-467B-9735-E486B340D250}" type="presOf" srcId="{7C839073-D423-4CF0-A279-F3597BB99994}" destId="{AD927985-2E20-4855-8300-EF608B954011}" srcOrd="0" destOrd="0" presId="urn:microsoft.com/office/officeart/2005/8/layout/chevron2"/>
    <dgm:cxn modelId="{F70E19AA-7E63-4A8E-9451-0DF8930B8DBC}" type="presOf" srcId="{273FB2FC-BB42-42E4-809F-8792EAAA4D36}" destId="{6597B828-368A-4EAC-99FD-85AB3B3FB0C4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0664466B-474F-4D55-9BCC-76F341F970D8}" type="presOf" srcId="{FD44662F-72BB-4119-801E-24399F494A56}" destId="{2F79F4EE-99A1-4CEC-8FEE-C636AD274778}" srcOrd="0" destOrd="0" presId="urn:microsoft.com/office/officeart/2005/8/layout/chevron2"/>
    <dgm:cxn modelId="{65852FDC-BE0F-4BE7-B371-4260AB07249A}" type="presOf" srcId="{AEA98A0A-5971-4387-8F87-30E2E87D1BBC}" destId="{5DF62DFD-4FA4-479D-BACA-0B5672D793AE}" srcOrd="0" destOrd="0" presId="urn:microsoft.com/office/officeart/2005/8/layout/chevron2"/>
    <dgm:cxn modelId="{3334A6A8-A7A2-44B0-9DFC-4D8EB4C1D5AB}" type="presOf" srcId="{68FAD2B8-B928-4799-8BC6-C42A1A6B3879}" destId="{BA57226D-E733-47AB-9C1E-7F48998AF898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E53B8180-4D4F-423A-9B2D-8441FF86C898}" type="presOf" srcId="{6E4FFBC2-6C99-4467-A342-4F646E8105E8}" destId="{CA3CA37D-96A6-40F5-8283-7F5E5E75CC28}" srcOrd="0" destOrd="0" presId="urn:microsoft.com/office/officeart/2005/8/layout/chevron2"/>
    <dgm:cxn modelId="{5269AEC0-B9A3-4236-840B-8F8DC53F9583}" type="presParOf" srcId="{BA57226D-E733-47AB-9C1E-7F48998AF898}" destId="{CC146864-BFF0-4842-89BF-1105AD66F5D5}" srcOrd="0" destOrd="0" presId="urn:microsoft.com/office/officeart/2005/8/layout/chevron2"/>
    <dgm:cxn modelId="{BC746DAC-27F3-4796-926F-C73E6DFB1713}" type="presParOf" srcId="{CC146864-BFF0-4842-89BF-1105AD66F5D5}" destId="{6597B828-368A-4EAC-99FD-85AB3B3FB0C4}" srcOrd="0" destOrd="0" presId="urn:microsoft.com/office/officeart/2005/8/layout/chevron2"/>
    <dgm:cxn modelId="{18382AD9-34FA-4B39-B094-9D8881F53E4C}" type="presParOf" srcId="{CC146864-BFF0-4842-89BF-1105AD66F5D5}" destId="{5DF62DFD-4FA4-479D-BACA-0B5672D793AE}" srcOrd="1" destOrd="0" presId="urn:microsoft.com/office/officeart/2005/8/layout/chevron2"/>
    <dgm:cxn modelId="{D2537C76-2710-4629-B583-CF6C135AEFB9}" type="presParOf" srcId="{BA57226D-E733-47AB-9C1E-7F48998AF898}" destId="{33D84CC3-27D8-4296-A650-E0BD45C89460}" srcOrd="1" destOrd="0" presId="urn:microsoft.com/office/officeart/2005/8/layout/chevron2"/>
    <dgm:cxn modelId="{493E6DDD-0E5C-4716-A2D9-A71D1F5FE092}" type="presParOf" srcId="{BA57226D-E733-47AB-9C1E-7F48998AF898}" destId="{8884328B-B7DF-4FEB-88E1-5749EF4A08C1}" srcOrd="2" destOrd="0" presId="urn:microsoft.com/office/officeart/2005/8/layout/chevron2"/>
    <dgm:cxn modelId="{A7D50FE2-F267-4B88-BA46-4A3E4AD0A918}" type="presParOf" srcId="{8884328B-B7DF-4FEB-88E1-5749EF4A08C1}" destId="{CA3CA37D-96A6-40F5-8283-7F5E5E75CC28}" srcOrd="0" destOrd="0" presId="urn:microsoft.com/office/officeart/2005/8/layout/chevron2"/>
    <dgm:cxn modelId="{954D9324-74A0-4F14-8927-79756D0D9B14}" type="presParOf" srcId="{8884328B-B7DF-4FEB-88E1-5749EF4A08C1}" destId="{2F79F4EE-99A1-4CEC-8FEE-C636AD274778}" srcOrd="1" destOrd="0" presId="urn:microsoft.com/office/officeart/2005/8/layout/chevron2"/>
    <dgm:cxn modelId="{20B8B8EC-5C30-4376-A317-83951DC0B1F3}" type="presParOf" srcId="{BA57226D-E733-47AB-9C1E-7F48998AF898}" destId="{A446C02B-6598-45A5-94CC-35BC3846B78B}" srcOrd="3" destOrd="0" presId="urn:microsoft.com/office/officeart/2005/8/layout/chevron2"/>
    <dgm:cxn modelId="{27320997-6F06-4081-81F6-AF31BE47D818}" type="presParOf" srcId="{BA57226D-E733-47AB-9C1E-7F48998AF898}" destId="{697118F7-20AA-4D55-BECB-464BCC2F1F89}" srcOrd="4" destOrd="0" presId="urn:microsoft.com/office/officeart/2005/8/layout/chevron2"/>
    <dgm:cxn modelId="{A31F8CBC-7FC5-440D-9748-8B0F54A08C1F}" type="presParOf" srcId="{697118F7-20AA-4D55-BECB-464BCC2F1F89}" destId="{3196A1B1-B062-4292-A00B-1AF4EFB306CF}" srcOrd="0" destOrd="0" presId="urn:microsoft.com/office/officeart/2005/8/layout/chevron2"/>
    <dgm:cxn modelId="{AFBC07CB-9E32-4A66-85DC-B10EB4573FCD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04FE5CCD-BAED-41CD-B024-3792054C4F0D}" type="presOf" srcId="{68FAD2B8-B928-4799-8BC6-C42A1A6B3879}" destId="{BA57226D-E733-47AB-9C1E-7F48998AF898}" srcOrd="0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Commercial Property coverage part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610E537-A955-4F72-892C-C95018336474}" type="presOf" srcId="{6BB193CD-2BCB-422D-9372-D29AD8AB2E75}" destId="{3196A1B1-B062-4292-A00B-1AF4EFB306CF}" srcOrd="0" destOrd="0" presId="urn:microsoft.com/office/officeart/2005/8/layout/chevron2"/>
    <dgm:cxn modelId="{A3FA354A-5B8F-4544-A9A8-37EBF91C8F63}" type="presOf" srcId="{6E4FFBC2-6C99-4467-A342-4F646E8105E8}" destId="{CA3CA37D-96A6-40F5-8283-7F5E5E75CC28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AF4E21AF-FB1C-4BA2-A4AE-CD0A1430C46C}" type="presOf" srcId="{FD44662F-72BB-4119-801E-24399F494A56}" destId="{2F79F4EE-99A1-4CEC-8FEE-C636AD274778}" srcOrd="0" destOrd="0" presId="urn:microsoft.com/office/officeart/2005/8/layout/chevron2"/>
    <dgm:cxn modelId="{41B267F0-76A7-4DB3-BE39-3332974DF9D1}" type="presOf" srcId="{7C839073-D423-4CF0-A279-F3597BB99994}" destId="{AD927985-2E20-4855-8300-EF608B954011}" srcOrd="0" destOrd="0" presId="urn:microsoft.com/office/officeart/2005/8/layout/chevron2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39824D7A-ED7A-48B2-9071-D7F89CA5F2BA}" type="presOf" srcId="{68FAD2B8-B928-4799-8BC6-C42A1A6B3879}" destId="{BA57226D-E733-47AB-9C1E-7F48998AF898}" srcOrd="0" destOrd="0" presId="urn:microsoft.com/office/officeart/2005/8/layout/chevron2"/>
    <dgm:cxn modelId="{F09B7741-3FD2-4A78-B16C-194EA4ADC1C8}" type="presOf" srcId="{AEA98A0A-5971-4387-8F87-30E2E87D1BBC}" destId="{5DF62DFD-4FA4-479D-BACA-0B5672D793AE}" srcOrd="0" destOrd="0" presId="urn:microsoft.com/office/officeart/2005/8/layout/chevron2"/>
    <dgm:cxn modelId="{548ED9B8-0A1B-431D-8E52-2CA4F40E490E}" type="presOf" srcId="{273FB2FC-BB42-42E4-809F-8792EAAA4D36}" destId="{6597B828-368A-4EAC-99FD-85AB3B3FB0C4}" srcOrd="0" destOrd="0" presId="urn:microsoft.com/office/officeart/2005/8/layout/chevron2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7D5D9977-C784-4885-8437-1530026C1C63}" type="presParOf" srcId="{BA57226D-E733-47AB-9C1E-7F48998AF898}" destId="{CC146864-BFF0-4842-89BF-1105AD66F5D5}" srcOrd="0" destOrd="0" presId="urn:microsoft.com/office/officeart/2005/8/layout/chevron2"/>
    <dgm:cxn modelId="{755BEF31-37E2-41FB-9316-562E37D605AB}" type="presParOf" srcId="{CC146864-BFF0-4842-89BF-1105AD66F5D5}" destId="{6597B828-368A-4EAC-99FD-85AB3B3FB0C4}" srcOrd="0" destOrd="0" presId="urn:microsoft.com/office/officeart/2005/8/layout/chevron2"/>
    <dgm:cxn modelId="{80A4C400-FA80-4EFB-B2CA-993C90F0DF4F}" type="presParOf" srcId="{CC146864-BFF0-4842-89BF-1105AD66F5D5}" destId="{5DF62DFD-4FA4-479D-BACA-0B5672D793AE}" srcOrd="1" destOrd="0" presId="urn:microsoft.com/office/officeart/2005/8/layout/chevron2"/>
    <dgm:cxn modelId="{B0827447-45D1-4818-A40E-0DA64F7D8F9A}" type="presParOf" srcId="{BA57226D-E733-47AB-9C1E-7F48998AF898}" destId="{33D84CC3-27D8-4296-A650-E0BD45C89460}" srcOrd="1" destOrd="0" presId="urn:microsoft.com/office/officeart/2005/8/layout/chevron2"/>
    <dgm:cxn modelId="{E1E89083-1F5B-4EBF-BC3F-020DE0E501E6}" type="presParOf" srcId="{BA57226D-E733-47AB-9C1E-7F48998AF898}" destId="{8884328B-B7DF-4FEB-88E1-5749EF4A08C1}" srcOrd="2" destOrd="0" presId="urn:microsoft.com/office/officeart/2005/8/layout/chevron2"/>
    <dgm:cxn modelId="{D75600EF-48AC-4936-86EB-9D53E0DD70B1}" type="presParOf" srcId="{8884328B-B7DF-4FEB-88E1-5749EF4A08C1}" destId="{CA3CA37D-96A6-40F5-8283-7F5E5E75CC28}" srcOrd="0" destOrd="0" presId="urn:microsoft.com/office/officeart/2005/8/layout/chevron2"/>
    <dgm:cxn modelId="{DEB156F8-0844-490C-A3EC-B403EA24B548}" type="presParOf" srcId="{8884328B-B7DF-4FEB-88E1-5749EF4A08C1}" destId="{2F79F4EE-99A1-4CEC-8FEE-C636AD274778}" srcOrd="1" destOrd="0" presId="urn:microsoft.com/office/officeart/2005/8/layout/chevron2"/>
    <dgm:cxn modelId="{42789AF3-FB64-4262-A6A3-421501518819}" type="presParOf" srcId="{BA57226D-E733-47AB-9C1E-7F48998AF898}" destId="{A446C02B-6598-45A5-94CC-35BC3846B78B}" srcOrd="3" destOrd="0" presId="urn:microsoft.com/office/officeart/2005/8/layout/chevron2"/>
    <dgm:cxn modelId="{8788BCE8-05B4-4416-AD08-E5E9CA7B1946}" type="presParOf" srcId="{BA57226D-E733-47AB-9C1E-7F48998AF898}" destId="{697118F7-20AA-4D55-BECB-464BCC2F1F89}" srcOrd="4" destOrd="0" presId="urn:microsoft.com/office/officeart/2005/8/layout/chevron2"/>
    <dgm:cxn modelId="{1A537E97-656B-4C32-8A53-F0163143FB06}" type="presParOf" srcId="{697118F7-20AA-4D55-BECB-464BCC2F1F89}" destId="{3196A1B1-B062-4292-A00B-1AF4EFB306CF}" srcOrd="0" destOrd="0" presId="urn:microsoft.com/office/officeart/2005/8/layout/chevron2"/>
    <dgm:cxn modelId="{D90BE8AF-F744-4303-8EC0-7D6F5AE24279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EA98A0A-5971-4387-8F87-30E2E87D1BBC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Coverages / Additional Coverages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Coverage Limits and Rating Factors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Forms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 custScaleX="11113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 custScaleX="10872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 custScaleX="10468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C44FE99-948F-4F55-937E-CE4AA9BA19BD}" type="presOf" srcId="{68FAD2B8-B928-4799-8BC6-C42A1A6B3879}" destId="{BA57226D-E733-47AB-9C1E-7F48998AF898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0AAACBFA-5397-4BF3-8E16-D928119884E0}" type="presOf" srcId="{7C839073-D423-4CF0-A279-F3597BB99994}" destId="{AD927985-2E20-4855-8300-EF608B954011}" srcOrd="0" destOrd="0" presId="urn:microsoft.com/office/officeart/2005/8/layout/chevron2"/>
    <dgm:cxn modelId="{2F71C120-7D5E-4CE4-A153-2EBBC0E9966C}" type="presOf" srcId="{273FB2FC-BB42-42E4-809F-8792EAAA4D36}" destId="{6597B828-368A-4EAC-99FD-85AB3B3FB0C4}" srcOrd="0" destOrd="0" presId="urn:microsoft.com/office/officeart/2005/8/layout/chevron2"/>
    <dgm:cxn modelId="{734DB2DD-F9C4-4EBF-B7EC-AFA0E334524A}" type="presOf" srcId="{6E4FFBC2-6C99-4467-A342-4F646E8105E8}" destId="{CA3CA37D-96A6-40F5-8283-7F5E5E75CC28}" srcOrd="0" destOrd="0" presId="urn:microsoft.com/office/officeart/2005/8/layout/chevron2"/>
    <dgm:cxn modelId="{CA8682FB-AC5D-4A8F-A25A-74A2F0B66E7C}" type="presOf" srcId="{AEA98A0A-5971-4387-8F87-30E2E87D1BBC}" destId="{5DF62DFD-4FA4-479D-BACA-0B5672D793AE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AC585068-141E-41E6-A659-7C6F235A6AA3}" type="presOf" srcId="{6BB193CD-2BCB-422D-9372-D29AD8AB2E75}" destId="{3196A1B1-B062-4292-A00B-1AF4EFB306CF}" srcOrd="0" destOrd="0" presId="urn:microsoft.com/office/officeart/2005/8/layout/chevron2"/>
    <dgm:cxn modelId="{D146E7AC-70F1-4B14-8420-228465FDABFF}" type="presOf" srcId="{FD44662F-72BB-4119-801E-24399F494A56}" destId="{2F79F4EE-99A1-4CEC-8FEE-C636AD274778}" srcOrd="0" destOrd="0" presId="urn:microsoft.com/office/officeart/2005/8/layout/chevron2"/>
    <dgm:cxn modelId="{5131B0A1-1435-4695-BE0E-C17DF635AD57}" type="presParOf" srcId="{BA57226D-E733-47AB-9C1E-7F48998AF898}" destId="{CC146864-BFF0-4842-89BF-1105AD66F5D5}" srcOrd="0" destOrd="0" presId="urn:microsoft.com/office/officeart/2005/8/layout/chevron2"/>
    <dgm:cxn modelId="{14C42E0C-94B4-49E3-BE5D-F29D9D384510}" type="presParOf" srcId="{CC146864-BFF0-4842-89BF-1105AD66F5D5}" destId="{6597B828-368A-4EAC-99FD-85AB3B3FB0C4}" srcOrd="0" destOrd="0" presId="urn:microsoft.com/office/officeart/2005/8/layout/chevron2"/>
    <dgm:cxn modelId="{0CE78C1E-217B-4E33-9EB3-747FC33FDF33}" type="presParOf" srcId="{CC146864-BFF0-4842-89BF-1105AD66F5D5}" destId="{5DF62DFD-4FA4-479D-BACA-0B5672D793AE}" srcOrd="1" destOrd="0" presId="urn:microsoft.com/office/officeart/2005/8/layout/chevron2"/>
    <dgm:cxn modelId="{80B90674-F729-4C63-98A4-12F59713ACE3}" type="presParOf" srcId="{BA57226D-E733-47AB-9C1E-7F48998AF898}" destId="{33D84CC3-27D8-4296-A650-E0BD45C89460}" srcOrd="1" destOrd="0" presId="urn:microsoft.com/office/officeart/2005/8/layout/chevron2"/>
    <dgm:cxn modelId="{B50DC0BE-6992-4768-AC7B-45685E012A1B}" type="presParOf" srcId="{BA57226D-E733-47AB-9C1E-7F48998AF898}" destId="{8884328B-B7DF-4FEB-88E1-5749EF4A08C1}" srcOrd="2" destOrd="0" presId="urn:microsoft.com/office/officeart/2005/8/layout/chevron2"/>
    <dgm:cxn modelId="{3347A8CB-C61F-4C9C-8248-54D759E11179}" type="presParOf" srcId="{8884328B-B7DF-4FEB-88E1-5749EF4A08C1}" destId="{CA3CA37D-96A6-40F5-8283-7F5E5E75CC28}" srcOrd="0" destOrd="0" presId="urn:microsoft.com/office/officeart/2005/8/layout/chevron2"/>
    <dgm:cxn modelId="{AA52CC42-2415-4604-8610-71F1EE7BEF82}" type="presParOf" srcId="{8884328B-B7DF-4FEB-88E1-5749EF4A08C1}" destId="{2F79F4EE-99A1-4CEC-8FEE-C636AD274778}" srcOrd="1" destOrd="0" presId="urn:microsoft.com/office/officeart/2005/8/layout/chevron2"/>
    <dgm:cxn modelId="{0F7B21C7-CE32-4FB5-8073-8FD76AC38C1D}" type="presParOf" srcId="{BA57226D-E733-47AB-9C1E-7F48998AF898}" destId="{A446C02B-6598-45A5-94CC-35BC3846B78B}" srcOrd="3" destOrd="0" presId="urn:microsoft.com/office/officeart/2005/8/layout/chevron2"/>
    <dgm:cxn modelId="{230EB9A7-ED58-409C-BB18-FE0B6FCE7FD8}" type="presParOf" srcId="{BA57226D-E733-47AB-9C1E-7F48998AF898}" destId="{697118F7-20AA-4D55-BECB-464BCC2F1F89}" srcOrd="4" destOrd="0" presId="urn:microsoft.com/office/officeart/2005/8/layout/chevron2"/>
    <dgm:cxn modelId="{C19160A1-9E70-48B7-89A0-0A62DD55249D}" type="presParOf" srcId="{697118F7-20AA-4D55-BECB-464BCC2F1F89}" destId="{3196A1B1-B062-4292-A00B-1AF4EFB306CF}" srcOrd="0" destOrd="0" presId="urn:microsoft.com/office/officeart/2005/8/layout/chevron2"/>
    <dgm:cxn modelId="{930E3313-F02A-4E1F-92B3-2A5A82913797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D96BA4FA-0594-4113-ABFF-9A217710BE8F}" type="presOf" srcId="{68FAD2B8-B928-4799-8BC6-C42A1A6B3879}" destId="{BA57226D-E733-47AB-9C1E-7F48998AF898}" srcOrd="0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>
        <a:noFill/>
      </dgm:spPr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Commercial Property coverage part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387A797-D774-4B05-A067-6D2D73821B9F}" type="presOf" srcId="{6E4FFBC2-6C99-4467-A342-4F646E8105E8}" destId="{CA3CA37D-96A6-40F5-8283-7F5E5E75CC28}" srcOrd="0" destOrd="0" presId="urn:microsoft.com/office/officeart/2005/8/layout/chevron2"/>
    <dgm:cxn modelId="{59938E58-4267-4D27-9462-4F8D9D4E0408}" type="presOf" srcId="{273FB2FC-BB42-42E4-809F-8792EAAA4D36}" destId="{6597B828-368A-4EAC-99FD-85AB3B3FB0C4}" srcOrd="0" destOrd="0" presId="urn:microsoft.com/office/officeart/2005/8/layout/chevron2"/>
    <dgm:cxn modelId="{31FD6A8C-A8D2-4886-956F-464E8E60602B}" type="presOf" srcId="{6BB193CD-2BCB-422D-9372-D29AD8AB2E75}" destId="{3196A1B1-B062-4292-A00B-1AF4EFB306CF}" srcOrd="0" destOrd="0" presId="urn:microsoft.com/office/officeart/2005/8/layout/chevron2"/>
    <dgm:cxn modelId="{AA8AD352-1533-47AB-9A5E-694CAC105670}" type="presOf" srcId="{68FAD2B8-B928-4799-8BC6-C42A1A6B3879}" destId="{BA57226D-E733-47AB-9C1E-7F48998AF898}" srcOrd="0" destOrd="0" presId="urn:microsoft.com/office/officeart/2005/8/layout/chevron2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45CD3225-08DC-4DC8-82FF-CFE6DF947621}" type="presOf" srcId="{FD44662F-72BB-4119-801E-24399F494A56}" destId="{2F79F4EE-99A1-4CEC-8FEE-C636AD274778}" srcOrd="0" destOrd="0" presId="urn:microsoft.com/office/officeart/2005/8/layout/chevron2"/>
    <dgm:cxn modelId="{1B631A9C-3578-4E37-A372-CD4F00FD0ABA}" type="presOf" srcId="{7C839073-D423-4CF0-A279-F3597BB99994}" destId="{AD927985-2E20-4855-8300-EF608B954011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FA191AF9-ED4D-4121-B8C3-A7408BF5F7D9}" type="presOf" srcId="{AEA98A0A-5971-4387-8F87-30E2E87D1BBC}" destId="{5DF62DFD-4FA4-479D-BACA-0B5672D793AE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DF7FC037-37C4-442B-A6D7-D2F2F4E3810D}" type="presParOf" srcId="{BA57226D-E733-47AB-9C1E-7F48998AF898}" destId="{CC146864-BFF0-4842-89BF-1105AD66F5D5}" srcOrd="0" destOrd="0" presId="urn:microsoft.com/office/officeart/2005/8/layout/chevron2"/>
    <dgm:cxn modelId="{4FE0B071-E2C7-4E96-8C0D-BB34687F54A5}" type="presParOf" srcId="{CC146864-BFF0-4842-89BF-1105AD66F5D5}" destId="{6597B828-368A-4EAC-99FD-85AB3B3FB0C4}" srcOrd="0" destOrd="0" presId="urn:microsoft.com/office/officeart/2005/8/layout/chevron2"/>
    <dgm:cxn modelId="{74C4A3F8-DE9A-4A4B-9772-661FF661E8CA}" type="presParOf" srcId="{CC146864-BFF0-4842-89BF-1105AD66F5D5}" destId="{5DF62DFD-4FA4-479D-BACA-0B5672D793AE}" srcOrd="1" destOrd="0" presId="urn:microsoft.com/office/officeart/2005/8/layout/chevron2"/>
    <dgm:cxn modelId="{FC0CB857-1E7B-484C-91AC-02E39B2B3BBF}" type="presParOf" srcId="{BA57226D-E733-47AB-9C1E-7F48998AF898}" destId="{33D84CC3-27D8-4296-A650-E0BD45C89460}" srcOrd="1" destOrd="0" presId="urn:microsoft.com/office/officeart/2005/8/layout/chevron2"/>
    <dgm:cxn modelId="{BE673B51-2A5C-4E7D-8BEB-487371BA6158}" type="presParOf" srcId="{BA57226D-E733-47AB-9C1E-7F48998AF898}" destId="{8884328B-B7DF-4FEB-88E1-5749EF4A08C1}" srcOrd="2" destOrd="0" presId="urn:microsoft.com/office/officeart/2005/8/layout/chevron2"/>
    <dgm:cxn modelId="{6E2052C1-E1DD-421D-8BB1-AB0EFDAF35CA}" type="presParOf" srcId="{8884328B-B7DF-4FEB-88E1-5749EF4A08C1}" destId="{CA3CA37D-96A6-40F5-8283-7F5E5E75CC28}" srcOrd="0" destOrd="0" presId="urn:microsoft.com/office/officeart/2005/8/layout/chevron2"/>
    <dgm:cxn modelId="{63D9008F-2A61-4E87-A395-DBDD2BE4AE5D}" type="presParOf" srcId="{8884328B-B7DF-4FEB-88E1-5749EF4A08C1}" destId="{2F79F4EE-99A1-4CEC-8FEE-C636AD274778}" srcOrd="1" destOrd="0" presId="urn:microsoft.com/office/officeart/2005/8/layout/chevron2"/>
    <dgm:cxn modelId="{0C307F42-11B2-46C9-9FE9-F3680CF7B74B}" type="presParOf" srcId="{BA57226D-E733-47AB-9C1E-7F48998AF898}" destId="{A446C02B-6598-45A5-94CC-35BC3846B78B}" srcOrd="3" destOrd="0" presId="urn:microsoft.com/office/officeart/2005/8/layout/chevron2"/>
    <dgm:cxn modelId="{226F2B23-6A53-435B-9E85-359575D42E54}" type="presParOf" srcId="{BA57226D-E733-47AB-9C1E-7F48998AF898}" destId="{697118F7-20AA-4D55-BECB-464BCC2F1F89}" srcOrd="4" destOrd="0" presId="urn:microsoft.com/office/officeart/2005/8/layout/chevron2"/>
    <dgm:cxn modelId="{D44BD9CD-253C-49FD-988F-CD29C57A6E61}" type="presParOf" srcId="{697118F7-20AA-4D55-BECB-464BCC2F1F89}" destId="{3196A1B1-B062-4292-A00B-1AF4EFB306CF}" srcOrd="0" destOrd="0" presId="urn:microsoft.com/office/officeart/2005/8/layout/chevron2"/>
    <dgm:cxn modelId="{BF989547-F7BC-4349-89F5-B00792FFF3D8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EA98A0A-5971-4387-8F87-30E2E87D1BBC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Coverages/ Additional Coverages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Coverage Limits and Rating Factors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Forms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 custScaleX="11113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 custScaleX="10872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 custScaleX="10468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F6BBE6D-0A53-49BE-BD1F-9E57D1434BE3}" type="presOf" srcId="{7C839073-D423-4CF0-A279-F3597BB99994}" destId="{AD927985-2E20-4855-8300-EF608B954011}" srcOrd="0" destOrd="0" presId="urn:microsoft.com/office/officeart/2005/8/layout/chevron2"/>
    <dgm:cxn modelId="{DB8E5618-D4F7-49D0-A837-E94F8CCC3E2F}" type="presOf" srcId="{FD44662F-72BB-4119-801E-24399F494A56}" destId="{2F79F4EE-99A1-4CEC-8FEE-C636AD274778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28B2F56B-1A79-4384-BE8C-C18030F57540}" type="presOf" srcId="{6BB193CD-2BCB-422D-9372-D29AD8AB2E75}" destId="{3196A1B1-B062-4292-A00B-1AF4EFB306CF}" srcOrd="0" destOrd="0" presId="urn:microsoft.com/office/officeart/2005/8/layout/chevron2"/>
    <dgm:cxn modelId="{1F63C0A1-130A-424C-83B1-D0003495C2B5}" type="presOf" srcId="{AEA98A0A-5971-4387-8F87-30E2E87D1BBC}" destId="{5DF62DFD-4FA4-479D-BACA-0B5672D793AE}" srcOrd="0" destOrd="0" presId="urn:microsoft.com/office/officeart/2005/8/layout/chevron2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0A792317-7F9B-4E40-8FC5-C653FBB54443}" type="presOf" srcId="{273FB2FC-BB42-42E4-809F-8792EAAA4D36}" destId="{6597B828-368A-4EAC-99FD-85AB3B3FB0C4}" srcOrd="0" destOrd="0" presId="urn:microsoft.com/office/officeart/2005/8/layout/chevron2"/>
    <dgm:cxn modelId="{E67D6207-A3BC-4CA5-8A3A-F8E8EA8466DA}" type="presOf" srcId="{6E4FFBC2-6C99-4467-A342-4F646E8105E8}" destId="{CA3CA37D-96A6-40F5-8283-7F5E5E75CC28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669A3458-87F6-401D-B075-E8057BC2F54F}" type="presOf" srcId="{68FAD2B8-B928-4799-8BC6-C42A1A6B3879}" destId="{BA57226D-E733-47AB-9C1E-7F48998AF898}" srcOrd="0" destOrd="0" presId="urn:microsoft.com/office/officeart/2005/8/layout/chevron2"/>
    <dgm:cxn modelId="{AD9813E9-AAD6-45E7-A07C-54D1A85CAE07}" type="presParOf" srcId="{BA57226D-E733-47AB-9C1E-7F48998AF898}" destId="{CC146864-BFF0-4842-89BF-1105AD66F5D5}" srcOrd="0" destOrd="0" presId="urn:microsoft.com/office/officeart/2005/8/layout/chevron2"/>
    <dgm:cxn modelId="{97552CF4-C700-4494-9C56-3093258EBD1E}" type="presParOf" srcId="{CC146864-BFF0-4842-89BF-1105AD66F5D5}" destId="{6597B828-368A-4EAC-99FD-85AB3B3FB0C4}" srcOrd="0" destOrd="0" presId="urn:microsoft.com/office/officeart/2005/8/layout/chevron2"/>
    <dgm:cxn modelId="{E1C46F84-6D77-4664-9528-B17B30A3831A}" type="presParOf" srcId="{CC146864-BFF0-4842-89BF-1105AD66F5D5}" destId="{5DF62DFD-4FA4-479D-BACA-0B5672D793AE}" srcOrd="1" destOrd="0" presId="urn:microsoft.com/office/officeart/2005/8/layout/chevron2"/>
    <dgm:cxn modelId="{4245AB08-9846-4A5A-AD1F-834E43B1697A}" type="presParOf" srcId="{BA57226D-E733-47AB-9C1E-7F48998AF898}" destId="{33D84CC3-27D8-4296-A650-E0BD45C89460}" srcOrd="1" destOrd="0" presId="urn:microsoft.com/office/officeart/2005/8/layout/chevron2"/>
    <dgm:cxn modelId="{FA6949D1-F932-46AE-B8A4-9817F7468FFC}" type="presParOf" srcId="{BA57226D-E733-47AB-9C1E-7F48998AF898}" destId="{8884328B-B7DF-4FEB-88E1-5749EF4A08C1}" srcOrd="2" destOrd="0" presId="urn:microsoft.com/office/officeart/2005/8/layout/chevron2"/>
    <dgm:cxn modelId="{AFD3F3F7-9DA6-4623-B5C2-8DF1FB940027}" type="presParOf" srcId="{8884328B-B7DF-4FEB-88E1-5749EF4A08C1}" destId="{CA3CA37D-96A6-40F5-8283-7F5E5E75CC28}" srcOrd="0" destOrd="0" presId="urn:microsoft.com/office/officeart/2005/8/layout/chevron2"/>
    <dgm:cxn modelId="{4CA2E77A-AA66-43E3-A223-60CC41EF2E9B}" type="presParOf" srcId="{8884328B-B7DF-4FEB-88E1-5749EF4A08C1}" destId="{2F79F4EE-99A1-4CEC-8FEE-C636AD274778}" srcOrd="1" destOrd="0" presId="urn:microsoft.com/office/officeart/2005/8/layout/chevron2"/>
    <dgm:cxn modelId="{EDA0AB7F-739A-42BC-A6F5-5F7B55D5BBF4}" type="presParOf" srcId="{BA57226D-E733-47AB-9C1E-7F48998AF898}" destId="{A446C02B-6598-45A5-94CC-35BC3846B78B}" srcOrd="3" destOrd="0" presId="urn:microsoft.com/office/officeart/2005/8/layout/chevron2"/>
    <dgm:cxn modelId="{25CC1AB9-65BE-4D4F-977B-06A4733721BA}" type="presParOf" srcId="{BA57226D-E733-47AB-9C1E-7F48998AF898}" destId="{697118F7-20AA-4D55-BECB-464BCC2F1F89}" srcOrd="4" destOrd="0" presId="urn:microsoft.com/office/officeart/2005/8/layout/chevron2"/>
    <dgm:cxn modelId="{67EA0248-460B-4B9E-A42B-6C9A537965AB}" type="presParOf" srcId="{697118F7-20AA-4D55-BECB-464BCC2F1F89}" destId="{3196A1B1-B062-4292-A00B-1AF4EFB306CF}" srcOrd="0" destOrd="0" presId="urn:microsoft.com/office/officeart/2005/8/layout/chevron2"/>
    <dgm:cxn modelId="{9E549F84-9A2C-4104-87FB-FA32B7818D1D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6F162931-24D1-41C4-8344-E485D30374ED}" type="presOf" srcId="{68FAD2B8-B928-4799-8BC6-C42A1A6B3879}" destId="{BA57226D-E733-47AB-9C1E-7F48998AF898}" srcOrd="0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>
        <a:noFill/>
      </dgm:spPr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Commercial Property coverage part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CF37F6AD-6ED9-4A5D-BDD5-C768C250C1FE}" type="presOf" srcId="{68FAD2B8-B928-4799-8BC6-C42A1A6B3879}" destId="{BA57226D-E733-47AB-9C1E-7F48998AF898}" srcOrd="0" destOrd="0" presId="urn:microsoft.com/office/officeart/2005/8/layout/chevron2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C0AD3BCA-918A-4FA8-8CBE-BF99FE899930}" type="presOf" srcId="{273FB2FC-BB42-42E4-809F-8792EAAA4D36}" destId="{6597B828-368A-4EAC-99FD-85AB3B3FB0C4}" srcOrd="0" destOrd="0" presId="urn:microsoft.com/office/officeart/2005/8/layout/chevron2"/>
    <dgm:cxn modelId="{5DD0DABE-7B55-4486-850B-02C5C822C855}" type="presOf" srcId="{AEA98A0A-5971-4387-8F87-30E2E87D1BBC}" destId="{5DF62DFD-4FA4-479D-BACA-0B5672D793AE}" srcOrd="0" destOrd="0" presId="urn:microsoft.com/office/officeart/2005/8/layout/chevron2"/>
    <dgm:cxn modelId="{5D491D0B-6AB8-4882-B4B7-14358B12466C}" type="presOf" srcId="{6BB193CD-2BCB-422D-9372-D29AD8AB2E75}" destId="{3196A1B1-B062-4292-A00B-1AF4EFB306CF}" srcOrd="0" destOrd="0" presId="urn:microsoft.com/office/officeart/2005/8/layout/chevron2"/>
    <dgm:cxn modelId="{62651132-4073-4E84-83D7-8EB9462E0BDD}" type="presOf" srcId="{6E4FFBC2-6C99-4467-A342-4F646E8105E8}" destId="{CA3CA37D-96A6-40F5-8283-7F5E5E75CC28}" srcOrd="0" destOrd="0" presId="urn:microsoft.com/office/officeart/2005/8/layout/chevron2"/>
    <dgm:cxn modelId="{7003DCE5-ECE8-4ADC-BB82-6D711C02B3EF}" type="presOf" srcId="{7C839073-D423-4CF0-A279-F3597BB99994}" destId="{AD927985-2E20-4855-8300-EF608B954011}" srcOrd="0" destOrd="0" presId="urn:microsoft.com/office/officeart/2005/8/layout/chevron2"/>
    <dgm:cxn modelId="{0690403D-2B0B-4C01-B0C5-D42AD933CE00}" type="presOf" srcId="{FD44662F-72BB-4119-801E-24399F494A56}" destId="{2F79F4EE-99A1-4CEC-8FEE-C636AD274778}" srcOrd="0" destOrd="0" presId="urn:microsoft.com/office/officeart/2005/8/layout/chevron2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DD6A7228-4C0B-405E-846E-45B2058B3CA7}" type="presParOf" srcId="{BA57226D-E733-47AB-9C1E-7F48998AF898}" destId="{CC146864-BFF0-4842-89BF-1105AD66F5D5}" srcOrd="0" destOrd="0" presId="urn:microsoft.com/office/officeart/2005/8/layout/chevron2"/>
    <dgm:cxn modelId="{EC097381-3E15-4049-83C9-7B352DF6C572}" type="presParOf" srcId="{CC146864-BFF0-4842-89BF-1105AD66F5D5}" destId="{6597B828-368A-4EAC-99FD-85AB3B3FB0C4}" srcOrd="0" destOrd="0" presId="urn:microsoft.com/office/officeart/2005/8/layout/chevron2"/>
    <dgm:cxn modelId="{2E9B00E1-65E1-4CF4-8644-7554D83859F5}" type="presParOf" srcId="{CC146864-BFF0-4842-89BF-1105AD66F5D5}" destId="{5DF62DFD-4FA4-479D-BACA-0B5672D793AE}" srcOrd="1" destOrd="0" presId="urn:microsoft.com/office/officeart/2005/8/layout/chevron2"/>
    <dgm:cxn modelId="{8A2FD1AE-6B60-4E8F-9997-0A91E47EBE16}" type="presParOf" srcId="{BA57226D-E733-47AB-9C1E-7F48998AF898}" destId="{33D84CC3-27D8-4296-A650-E0BD45C89460}" srcOrd="1" destOrd="0" presId="urn:microsoft.com/office/officeart/2005/8/layout/chevron2"/>
    <dgm:cxn modelId="{F74F188F-97A8-4BC0-B72C-38D919897911}" type="presParOf" srcId="{BA57226D-E733-47AB-9C1E-7F48998AF898}" destId="{8884328B-B7DF-4FEB-88E1-5749EF4A08C1}" srcOrd="2" destOrd="0" presId="urn:microsoft.com/office/officeart/2005/8/layout/chevron2"/>
    <dgm:cxn modelId="{593A0F91-2092-4CFD-B02C-AD07F69185E3}" type="presParOf" srcId="{8884328B-B7DF-4FEB-88E1-5749EF4A08C1}" destId="{CA3CA37D-96A6-40F5-8283-7F5E5E75CC28}" srcOrd="0" destOrd="0" presId="urn:microsoft.com/office/officeart/2005/8/layout/chevron2"/>
    <dgm:cxn modelId="{6DD63C22-0CFD-4C7B-85A5-50D566C843ED}" type="presParOf" srcId="{8884328B-B7DF-4FEB-88E1-5749EF4A08C1}" destId="{2F79F4EE-99A1-4CEC-8FEE-C636AD274778}" srcOrd="1" destOrd="0" presId="urn:microsoft.com/office/officeart/2005/8/layout/chevron2"/>
    <dgm:cxn modelId="{4973D642-0418-4A4F-A7D2-FAB7F0DA9810}" type="presParOf" srcId="{BA57226D-E733-47AB-9C1E-7F48998AF898}" destId="{A446C02B-6598-45A5-94CC-35BC3846B78B}" srcOrd="3" destOrd="0" presId="urn:microsoft.com/office/officeart/2005/8/layout/chevron2"/>
    <dgm:cxn modelId="{FD40596D-09D4-4BFB-A09B-1817D49F24F0}" type="presParOf" srcId="{BA57226D-E733-47AB-9C1E-7F48998AF898}" destId="{697118F7-20AA-4D55-BECB-464BCC2F1F89}" srcOrd="4" destOrd="0" presId="urn:microsoft.com/office/officeart/2005/8/layout/chevron2"/>
    <dgm:cxn modelId="{BE7E7404-DFA8-4790-9241-A1FFFE234F06}" type="presParOf" srcId="{697118F7-20AA-4D55-BECB-464BCC2F1F89}" destId="{3196A1B1-B062-4292-A00B-1AF4EFB306CF}" srcOrd="0" destOrd="0" presId="urn:microsoft.com/office/officeart/2005/8/layout/chevron2"/>
    <dgm:cxn modelId="{FF839D23-9B8B-4408-86C5-2BBB8C5F14FC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EA98A0A-5971-4387-8F87-30E2E87D1BBC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Coverages/ Additional Coverages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Coverage Limits and Rating Factors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Forms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 custScaleX="11113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 custScaleX="10872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 custScaleX="10468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6E6303F1-B9DB-4022-A719-8BB84B3DD76E}" type="presOf" srcId="{68FAD2B8-B928-4799-8BC6-C42A1A6B3879}" destId="{BA57226D-E733-47AB-9C1E-7F48998AF898}" srcOrd="0" destOrd="0" presId="urn:microsoft.com/office/officeart/2005/8/layout/chevron2"/>
    <dgm:cxn modelId="{91D818E0-F36D-4C9E-8BAF-E1E974FE6AFF}" type="presOf" srcId="{6BB193CD-2BCB-422D-9372-D29AD8AB2E75}" destId="{3196A1B1-B062-4292-A00B-1AF4EFB306CF}" srcOrd="0" destOrd="0" presId="urn:microsoft.com/office/officeart/2005/8/layout/chevron2"/>
    <dgm:cxn modelId="{6CB7889C-79E4-4611-BBB3-313E80719373}" type="presOf" srcId="{FD44662F-72BB-4119-801E-24399F494A56}" destId="{2F79F4EE-99A1-4CEC-8FEE-C636AD274778}" srcOrd="0" destOrd="0" presId="urn:microsoft.com/office/officeart/2005/8/layout/chevron2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BD06E8F4-5FA7-4DA1-9F6B-CE682A203806}" type="presOf" srcId="{6E4FFBC2-6C99-4467-A342-4F646E8105E8}" destId="{CA3CA37D-96A6-40F5-8283-7F5E5E75CC28}" srcOrd="0" destOrd="0" presId="urn:microsoft.com/office/officeart/2005/8/layout/chevron2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27852382-2F52-427E-9F8B-542698E5BFF5}" type="presOf" srcId="{AEA98A0A-5971-4387-8F87-30E2E87D1BBC}" destId="{5DF62DFD-4FA4-479D-BACA-0B5672D793AE}" srcOrd="0" destOrd="0" presId="urn:microsoft.com/office/officeart/2005/8/layout/chevron2"/>
    <dgm:cxn modelId="{E33C489B-416B-4216-AF91-DB323ED65FF1}" type="presOf" srcId="{273FB2FC-BB42-42E4-809F-8792EAAA4D36}" destId="{6597B828-368A-4EAC-99FD-85AB3B3FB0C4}" srcOrd="0" destOrd="0" presId="urn:microsoft.com/office/officeart/2005/8/layout/chevron2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C705E0A5-E045-44DE-9268-5013E36B9A86}" type="presOf" srcId="{7C839073-D423-4CF0-A279-F3597BB99994}" destId="{AD927985-2E20-4855-8300-EF608B954011}" srcOrd="0" destOrd="0" presId="urn:microsoft.com/office/officeart/2005/8/layout/chevron2"/>
    <dgm:cxn modelId="{53764902-9991-4D3D-963F-7E4EC6153399}" type="presParOf" srcId="{BA57226D-E733-47AB-9C1E-7F48998AF898}" destId="{CC146864-BFF0-4842-89BF-1105AD66F5D5}" srcOrd="0" destOrd="0" presId="urn:microsoft.com/office/officeart/2005/8/layout/chevron2"/>
    <dgm:cxn modelId="{91BB7622-6048-420B-A2FF-E72D893633C1}" type="presParOf" srcId="{CC146864-BFF0-4842-89BF-1105AD66F5D5}" destId="{6597B828-368A-4EAC-99FD-85AB3B3FB0C4}" srcOrd="0" destOrd="0" presId="urn:microsoft.com/office/officeart/2005/8/layout/chevron2"/>
    <dgm:cxn modelId="{0E467F17-900B-4214-BF31-74B511F3362B}" type="presParOf" srcId="{CC146864-BFF0-4842-89BF-1105AD66F5D5}" destId="{5DF62DFD-4FA4-479D-BACA-0B5672D793AE}" srcOrd="1" destOrd="0" presId="urn:microsoft.com/office/officeart/2005/8/layout/chevron2"/>
    <dgm:cxn modelId="{D4347D0E-3239-476D-9109-DD5869E61B4B}" type="presParOf" srcId="{BA57226D-E733-47AB-9C1E-7F48998AF898}" destId="{33D84CC3-27D8-4296-A650-E0BD45C89460}" srcOrd="1" destOrd="0" presId="urn:microsoft.com/office/officeart/2005/8/layout/chevron2"/>
    <dgm:cxn modelId="{DBC72AC6-99E1-497B-998B-19C9872F6B77}" type="presParOf" srcId="{BA57226D-E733-47AB-9C1E-7F48998AF898}" destId="{8884328B-B7DF-4FEB-88E1-5749EF4A08C1}" srcOrd="2" destOrd="0" presId="urn:microsoft.com/office/officeart/2005/8/layout/chevron2"/>
    <dgm:cxn modelId="{47EFBA02-B38B-40B9-9AAF-BF825EBBD13C}" type="presParOf" srcId="{8884328B-B7DF-4FEB-88E1-5749EF4A08C1}" destId="{CA3CA37D-96A6-40F5-8283-7F5E5E75CC28}" srcOrd="0" destOrd="0" presId="urn:microsoft.com/office/officeart/2005/8/layout/chevron2"/>
    <dgm:cxn modelId="{F785AE23-464F-4B46-8994-A1A3553FA336}" type="presParOf" srcId="{8884328B-B7DF-4FEB-88E1-5749EF4A08C1}" destId="{2F79F4EE-99A1-4CEC-8FEE-C636AD274778}" srcOrd="1" destOrd="0" presId="urn:microsoft.com/office/officeart/2005/8/layout/chevron2"/>
    <dgm:cxn modelId="{39CCAB93-AC8B-4629-9A4C-82C06DE7ABFD}" type="presParOf" srcId="{BA57226D-E733-47AB-9C1E-7F48998AF898}" destId="{A446C02B-6598-45A5-94CC-35BC3846B78B}" srcOrd="3" destOrd="0" presId="urn:microsoft.com/office/officeart/2005/8/layout/chevron2"/>
    <dgm:cxn modelId="{13358839-A43C-4B76-8DC0-C7FD3FDE9362}" type="presParOf" srcId="{BA57226D-E733-47AB-9C1E-7F48998AF898}" destId="{697118F7-20AA-4D55-BECB-464BCC2F1F89}" srcOrd="4" destOrd="0" presId="urn:microsoft.com/office/officeart/2005/8/layout/chevron2"/>
    <dgm:cxn modelId="{4925433D-99BC-4450-841B-7A208E40E84A}" type="presParOf" srcId="{697118F7-20AA-4D55-BECB-464BCC2F1F89}" destId="{3196A1B1-B062-4292-A00B-1AF4EFB306CF}" srcOrd="0" destOrd="0" presId="urn:microsoft.com/office/officeart/2005/8/layout/chevron2"/>
    <dgm:cxn modelId="{336D01D2-FA98-4348-8B3C-3DA41E283843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B37EA9F5-2754-4F33-82ED-685FEB4F4878}" type="presOf" srcId="{68FAD2B8-B928-4799-8BC6-C42A1A6B3879}" destId="{BA57226D-E733-47AB-9C1E-7F48998AF898}" srcOrd="0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>
        <a:noFill/>
      </dgm:spPr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Commercial Property coverage part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0C4D2EB-14CE-49A6-9B46-2C4260308CD4}" type="presOf" srcId="{68FAD2B8-B928-4799-8BC6-C42A1A6B3879}" destId="{BA57226D-E733-47AB-9C1E-7F48998AF898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A47A6D99-35F8-4E94-9D24-27F595AB0135}" type="presOf" srcId="{FD44662F-72BB-4119-801E-24399F494A56}" destId="{2F79F4EE-99A1-4CEC-8FEE-C636AD274778}" srcOrd="0" destOrd="0" presId="urn:microsoft.com/office/officeart/2005/8/layout/chevron2"/>
    <dgm:cxn modelId="{0CDA3276-B4DF-45FF-9BC7-6DB184EDA3CF}" type="presOf" srcId="{AEA98A0A-5971-4387-8F87-30E2E87D1BBC}" destId="{5DF62DFD-4FA4-479D-BACA-0B5672D793AE}" srcOrd="0" destOrd="0" presId="urn:microsoft.com/office/officeart/2005/8/layout/chevron2"/>
    <dgm:cxn modelId="{B1A1D79A-86AD-4D52-B1AF-7E7046DFB17E}" type="presOf" srcId="{6BB193CD-2BCB-422D-9372-D29AD8AB2E75}" destId="{3196A1B1-B062-4292-A00B-1AF4EFB306CF}" srcOrd="0" destOrd="0" presId="urn:microsoft.com/office/officeart/2005/8/layout/chevron2"/>
    <dgm:cxn modelId="{864FD0D5-59F9-491D-AC9D-6A118E07CC44}" type="presOf" srcId="{273FB2FC-BB42-42E4-809F-8792EAAA4D36}" destId="{6597B828-368A-4EAC-99FD-85AB3B3FB0C4}" srcOrd="0" destOrd="0" presId="urn:microsoft.com/office/officeart/2005/8/layout/chevron2"/>
    <dgm:cxn modelId="{8842875C-B9DC-4F31-B760-56D25B8F9878}" type="presOf" srcId="{7C839073-D423-4CF0-A279-F3597BB99994}" destId="{AD927985-2E20-4855-8300-EF608B954011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2C5BEF9F-57E5-4459-A115-3EF5D22996A6}" type="presOf" srcId="{6E4FFBC2-6C99-4467-A342-4F646E8105E8}" destId="{CA3CA37D-96A6-40F5-8283-7F5E5E75CC28}" srcOrd="0" destOrd="0" presId="urn:microsoft.com/office/officeart/2005/8/layout/chevron2"/>
    <dgm:cxn modelId="{D30AD913-FC2C-4C8B-B16E-97F82B4FD33E}" type="presParOf" srcId="{BA57226D-E733-47AB-9C1E-7F48998AF898}" destId="{CC146864-BFF0-4842-89BF-1105AD66F5D5}" srcOrd="0" destOrd="0" presId="urn:microsoft.com/office/officeart/2005/8/layout/chevron2"/>
    <dgm:cxn modelId="{85358CC8-30EF-4FF4-89F5-AA433A1FD9A4}" type="presParOf" srcId="{CC146864-BFF0-4842-89BF-1105AD66F5D5}" destId="{6597B828-368A-4EAC-99FD-85AB3B3FB0C4}" srcOrd="0" destOrd="0" presId="urn:microsoft.com/office/officeart/2005/8/layout/chevron2"/>
    <dgm:cxn modelId="{9B2038F4-B70D-4D8A-96A0-C17CB1812AE8}" type="presParOf" srcId="{CC146864-BFF0-4842-89BF-1105AD66F5D5}" destId="{5DF62DFD-4FA4-479D-BACA-0B5672D793AE}" srcOrd="1" destOrd="0" presId="urn:microsoft.com/office/officeart/2005/8/layout/chevron2"/>
    <dgm:cxn modelId="{B86E2D0A-8F9B-4E4E-9BAC-FDE9AE68CA0D}" type="presParOf" srcId="{BA57226D-E733-47AB-9C1E-7F48998AF898}" destId="{33D84CC3-27D8-4296-A650-E0BD45C89460}" srcOrd="1" destOrd="0" presId="urn:microsoft.com/office/officeart/2005/8/layout/chevron2"/>
    <dgm:cxn modelId="{F77BA82C-F707-4996-8CB7-ACC2D0D2BCBB}" type="presParOf" srcId="{BA57226D-E733-47AB-9C1E-7F48998AF898}" destId="{8884328B-B7DF-4FEB-88E1-5749EF4A08C1}" srcOrd="2" destOrd="0" presId="urn:microsoft.com/office/officeart/2005/8/layout/chevron2"/>
    <dgm:cxn modelId="{59D85363-E235-45DE-ACC7-28D7575C9D55}" type="presParOf" srcId="{8884328B-B7DF-4FEB-88E1-5749EF4A08C1}" destId="{CA3CA37D-96A6-40F5-8283-7F5E5E75CC28}" srcOrd="0" destOrd="0" presId="urn:microsoft.com/office/officeart/2005/8/layout/chevron2"/>
    <dgm:cxn modelId="{A208B971-582F-4684-B115-D799E67ABBF9}" type="presParOf" srcId="{8884328B-B7DF-4FEB-88E1-5749EF4A08C1}" destId="{2F79F4EE-99A1-4CEC-8FEE-C636AD274778}" srcOrd="1" destOrd="0" presId="urn:microsoft.com/office/officeart/2005/8/layout/chevron2"/>
    <dgm:cxn modelId="{815674B6-E2F5-4081-90D3-97A2B0C17081}" type="presParOf" srcId="{BA57226D-E733-47AB-9C1E-7F48998AF898}" destId="{A446C02B-6598-45A5-94CC-35BC3846B78B}" srcOrd="3" destOrd="0" presId="urn:microsoft.com/office/officeart/2005/8/layout/chevron2"/>
    <dgm:cxn modelId="{BEB7D587-5F9A-4470-958C-3B3F77D83E0B}" type="presParOf" srcId="{BA57226D-E733-47AB-9C1E-7F48998AF898}" destId="{697118F7-20AA-4D55-BECB-464BCC2F1F89}" srcOrd="4" destOrd="0" presId="urn:microsoft.com/office/officeart/2005/8/layout/chevron2"/>
    <dgm:cxn modelId="{08E0F66A-1DA9-4953-B5E6-D9E9C7FCD104}" type="presParOf" srcId="{697118F7-20AA-4D55-BECB-464BCC2F1F89}" destId="{3196A1B1-B062-4292-A00B-1AF4EFB306CF}" srcOrd="0" destOrd="0" presId="urn:microsoft.com/office/officeart/2005/8/layout/chevron2"/>
    <dgm:cxn modelId="{53CF1C6C-D046-4CAE-96AE-A65548A72867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EA98A0A-5971-4387-8F87-30E2E87D1BBC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Coverages/ Additional Coverages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Coverage Limits and Rating Factors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Forms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 custScaleX="11113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 custScaleX="10872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 custScaleX="10468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0BF532F-165F-4FCC-AE14-27E33B502E81}" type="presOf" srcId="{AEA98A0A-5971-4387-8F87-30E2E87D1BBC}" destId="{5DF62DFD-4FA4-479D-BACA-0B5672D793AE}" srcOrd="0" destOrd="0" presId="urn:microsoft.com/office/officeart/2005/8/layout/chevron2"/>
    <dgm:cxn modelId="{D78D7EA2-1313-49E8-A93C-4DF10AFD18CA}" type="presOf" srcId="{FD44662F-72BB-4119-801E-24399F494A56}" destId="{2F79F4EE-99A1-4CEC-8FEE-C636AD274778}" srcOrd="0" destOrd="0" presId="urn:microsoft.com/office/officeart/2005/8/layout/chevron2"/>
    <dgm:cxn modelId="{4AD8D87A-7173-4FBB-8C7B-3FA9B7DC9046}" type="presOf" srcId="{68FAD2B8-B928-4799-8BC6-C42A1A6B3879}" destId="{BA57226D-E733-47AB-9C1E-7F48998AF898}" srcOrd="0" destOrd="0" presId="urn:microsoft.com/office/officeart/2005/8/layout/chevron2"/>
    <dgm:cxn modelId="{F7579C8C-B458-49F3-A0FB-5EA18F31FC61}" type="presOf" srcId="{7C839073-D423-4CF0-A279-F3597BB99994}" destId="{AD927985-2E20-4855-8300-EF608B954011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1A55C083-D6F5-43C2-9B84-05F3FE2D56E2}" type="presOf" srcId="{6E4FFBC2-6C99-4467-A342-4F646E8105E8}" destId="{CA3CA37D-96A6-40F5-8283-7F5E5E75CC28}" srcOrd="0" destOrd="0" presId="urn:microsoft.com/office/officeart/2005/8/layout/chevron2"/>
    <dgm:cxn modelId="{2108034C-DA01-40F9-B2B6-F1EB9325C213}" type="presOf" srcId="{273FB2FC-BB42-42E4-809F-8792EAAA4D36}" destId="{6597B828-368A-4EAC-99FD-85AB3B3FB0C4}" srcOrd="0" destOrd="0" presId="urn:microsoft.com/office/officeart/2005/8/layout/chevron2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F5B974EC-2433-4247-87D5-7F64C02C5482}" type="presOf" srcId="{6BB193CD-2BCB-422D-9372-D29AD8AB2E75}" destId="{3196A1B1-B062-4292-A00B-1AF4EFB306CF}" srcOrd="0" destOrd="0" presId="urn:microsoft.com/office/officeart/2005/8/layout/chevron2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3C887937-13A5-40FC-99D3-4A07A56F8F94}" type="presParOf" srcId="{BA57226D-E733-47AB-9C1E-7F48998AF898}" destId="{CC146864-BFF0-4842-89BF-1105AD66F5D5}" srcOrd="0" destOrd="0" presId="urn:microsoft.com/office/officeart/2005/8/layout/chevron2"/>
    <dgm:cxn modelId="{1367B5B9-F961-432B-B95E-CB7DEDB619D2}" type="presParOf" srcId="{CC146864-BFF0-4842-89BF-1105AD66F5D5}" destId="{6597B828-368A-4EAC-99FD-85AB3B3FB0C4}" srcOrd="0" destOrd="0" presId="urn:microsoft.com/office/officeart/2005/8/layout/chevron2"/>
    <dgm:cxn modelId="{C7A620ED-166C-48CF-891E-929182306E77}" type="presParOf" srcId="{CC146864-BFF0-4842-89BF-1105AD66F5D5}" destId="{5DF62DFD-4FA4-479D-BACA-0B5672D793AE}" srcOrd="1" destOrd="0" presId="urn:microsoft.com/office/officeart/2005/8/layout/chevron2"/>
    <dgm:cxn modelId="{E8998056-4200-4C5B-9E71-3C95A106326F}" type="presParOf" srcId="{BA57226D-E733-47AB-9C1E-7F48998AF898}" destId="{33D84CC3-27D8-4296-A650-E0BD45C89460}" srcOrd="1" destOrd="0" presId="urn:microsoft.com/office/officeart/2005/8/layout/chevron2"/>
    <dgm:cxn modelId="{ACDB460B-F73D-4201-B70F-CC5177C73BCE}" type="presParOf" srcId="{BA57226D-E733-47AB-9C1E-7F48998AF898}" destId="{8884328B-B7DF-4FEB-88E1-5749EF4A08C1}" srcOrd="2" destOrd="0" presId="urn:microsoft.com/office/officeart/2005/8/layout/chevron2"/>
    <dgm:cxn modelId="{E8690357-75A5-4658-960A-64E7BB12DFE2}" type="presParOf" srcId="{8884328B-B7DF-4FEB-88E1-5749EF4A08C1}" destId="{CA3CA37D-96A6-40F5-8283-7F5E5E75CC28}" srcOrd="0" destOrd="0" presId="urn:microsoft.com/office/officeart/2005/8/layout/chevron2"/>
    <dgm:cxn modelId="{2AE53976-9DB0-4471-9301-C102140E39AE}" type="presParOf" srcId="{8884328B-B7DF-4FEB-88E1-5749EF4A08C1}" destId="{2F79F4EE-99A1-4CEC-8FEE-C636AD274778}" srcOrd="1" destOrd="0" presId="urn:microsoft.com/office/officeart/2005/8/layout/chevron2"/>
    <dgm:cxn modelId="{0D72EED2-CB8F-4956-B3EE-FA6B4DCC8FB6}" type="presParOf" srcId="{BA57226D-E733-47AB-9C1E-7F48998AF898}" destId="{A446C02B-6598-45A5-94CC-35BC3846B78B}" srcOrd="3" destOrd="0" presId="urn:microsoft.com/office/officeart/2005/8/layout/chevron2"/>
    <dgm:cxn modelId="{66A11B0D-F39A-43A3-B76E-DA5DF9960320}" type="presParOf" srcId="{BA57226D-E733-47AB-9C1E-7F48998AF898}" destId="{697118F7-20AA-4D55-BECB-464BCC2F1F89}" srcOrd="4" destOrd="0" presId="urn:microsoft.com/office/officeart/2005/8/layout/chevron2"/>
    <dgm:cxn modelId="{726789BC-7B91-42B1-B533-C511633EA66B}" type="presParOf" srcId="{697118F7-20AA-4D55-BECB-464BCC2F1F89}" destId="{3196A1B1-B062-4292-A00B-1AF4EFB306CF}" srcOrd="0" destOrd="0" presId="urn:microsoft.com/office/officeart/2005/8/layout/chevron2"/>
    <dgm:cxn modelId="{995C6546-62C0-44C8-8B2E-B4BB5487C63E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8A235AFF-E7B9-4DCE-9906-FA03621651E6}" type="presOf" srcId="{68FAD2B8-B928-4799-8BC6-C42A1A6B3879}" destId="{BA57226D-E733-47AB-9C1E-7F48998AF898}" srcOrd="0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>
        <a:noFill/>
      </dgm:spPr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Commercial Property coverage part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2A8AA6D-975D-411F-B595-C8F99BAD3535}" type="presOf" srcId="{6BB193CD-2BCB-422D-9372-D29AD8AB2E75}" destId="{3196A1B1-B062-4292-A00B-1AF4EFB306CF}" srcOrd="0" destOrd="0" presId="urn:microsoft.com/office/officeart/2005/8/layout/chevron2"/>
    <dgm:cxn modelId="{9BC24404-F493-45C5-907B-5939A7CE5A63}" type="presOf" srcId="{273FB2FC-BB42-42E4-809F-8792EAAA4D36}" destId="{6597B828-368A-4EAC-99FD-85AB3B3FB0C4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E984DDEF-B186-4993-9CE8-CF6C373E9461}" type="presOf" srcId="{FD44662F-72BB-4119-801E-24399F494A56}" destId="{2F79F4EE-99A1-4CEC-8FEE-C636AD274778}" srcOrd="0" destOrd="0" presId="urn:microsoft.com/office/officeart/2005/8/layout/chevron2"/>
    <dgm:cxn modelId="{49D0A506-0F08-4063-8852-22CC6C970B37}" type="presOf" srcId="{7C839073-D423-4CF0-A279-F3597BB99994}" destId="{AD927985-2E20-4855-8300-EF608B954011}" srcOrd="0" destOrd="0" presId="urn:microsoft.com/office/officeart/2005/8/layout/chevron2"/>
    <dgm:cxn modelId="{E5533FDA-6835-43C2-8711-65430A93BA9C}" type="presOf" srcId="{6E4FFBC2-6C99-4467-A342-4F646E8105E8}" destId="{CA3CA37D-96A6-40F5-8283-7F5E5E75CC28}" srcOrd="0" destOrd="0" presId="urn:microsoft.com/office/officeart/2005/8/layout/chevron2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CB510BC1-626C-4739-802F-DE9389DB4C31}" type="presOf" srcId="{AEA98A0A-5971-4387-8F87-30E2E87D1BBC}" destId="{5DF62DFD-4FA4-479D-BACA-0B5672D793AE}" srcOrd="0" destOrd="0" presId="urn:microsoft.com/office/officeart/2005/8/layout/chevron2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9C7B4747-B005-4EDE-878E-67C42A36CDE6}" type="presOf" srcId="{68FAD2B8-B928-4799-8BC6-C42A1A6B3879}" destId="{BA57226D-E733-47AB-9C1E-7F48998AF898}" srcOrd="0" destOrd="0" presId="urn:microsoft.com/office/officeart/2005/8/layout/chevron2"/>
    <dgm:cxn modelId="{94EC1E75-056D-4F3D-9974-824B7F8988AB}" type="presParOf" srcId="{BA57226D-E733-47AB-9C1E-7F48998AF898}" destId="{CC146864-BFF0-4842-89BF-1105AD66F5D5}" srcOrd="0" destOrd="0" presId="urn:microsoft.com/office/officeart/2005/8/layout/chevron2"/>
    <dgm:cxn modelId="{B8C24D7C-FB68-41F8-A0EE-067714838F26}" type="presParOf" srcId="{CC146864-BFF0-4842-89BF-1105AD66F5D5}" destId="{6597B828-368A-4EAC-99FD-85AB3B3FB0C4}" srcOrd="0" destOrd="0" presId="urn:microsoft.com/office/officeart/2005/8/layout/chevron2"/>
    <dgm:cxn modelId="{7D3451FB-7D6C-47FE-B03C-0825309C15AB}" type="presParOf" srcId="{CC146864-BFF0-4842-89BF-1105AD66F5D5}" destId="{5DF62DFD-4FA4-479D-BACA-0B5672D793AE}" srcOrd="1" destOrd="0" presId="urn:microsoft.com/office/officeart/2005/8/layout/chevron2"/>
    <dgm:cxn modelId="{012FFB14-2B7E-4669-B1C1-F247F782A1A5}" type="presParOf" srcId="{BA57226D-E733-47AB-9C1E-7F48998AF898}" destId="{33D84CC3-27D8-4296-A650-E0BD45C89460}" srcOrd="1" destOrd="0" presId="urn:microsoft.com/office/officeart/2005/8/layout/chevron2"/>
    <dgm:cxn modelId="{1446A254-6CB7-44B4-A1CC-1F75F906C325}" type="presParOf" srcId="{BA57226D-E733-47AB-9C1E-7F48998AF898}" destId="{8884328B-B7DF-4FEB-88E1-5749EF4A08C1}" srcOrd="2" destOrd="0" presId="urn:microsoft.com/office/officeart/2005/8/layout/chevron2"/>
    <dgm:cxn modelId="{EA70B8F9-56EF-462B-A0EE-C6053EE356C1}" type="presParOf" srcId="{8884328B-B7DF-4FEB-88E1-5749EF4A08C1}" destId="{CA3CA37D-96A6-40F5-8283-7F5E5E75CC28}" srcOrd="0" destOrd="0" presId="urn:microsoft.com/office/officeart/2005/8/layout/chevron2"/>
    <dgm:cxn modelId="{9DE9A122-ADDB-45B1-89F5-DBEB70C6B513}" type="presParOf" srcId="{8884328B-B7DF-4FEB-88E1-5749EF4A08C1}" destId="{2F79F4EE-99A1-4CEC-8FEE-C636AD274778}" srcOrd="1" destOrd="0" presId="urn:microsoft.com/office/officeart/2005/8/layout/chevron2"/>
    <dgm:cxn modelId="{E523EB22-7A4B-4070-BD24-999CFA569B3E}" type="presParOf" srcId="{BA57226D-E733-47AB-9C1E-7F48998AF898}" destId="{A446C02B-6598-45A5-94CC-35BC3846B78B}" srcOrd="3" destOrd="0" presId="urn:microsoft.com/office/officeart/2005/8/layout/chevron2"/>
    <dgm:cxn modelId="{30ECC7D7-A724-4566-BCF2-5AF7E1FEB491}" type="presParOf" srcId="{BA57226D-E733-47AB-9C1E-7F48998AF898}" destId="{697118F7-20AA-4D55-BECB-464BCC2F1F89}" srcOrd="4" destOrd="0" presId="urn:microsoft.com/office/officeart/2005/8/layout/chevron2"/>
    <dgm:cxn modelId="{FFB4EBBB-0E9D-41C1-9F1E-82E0448507B4}" type="presParOf" srcId="{697118F7-20AA-4D55-BECB-464BCC2F1F89}" destId="{3196A1B1-B062-4292-A00B-1AF4EFB306CF}" srcOrd="0" destOrd="0" presId="urn:microsoft.com/office/officeart/2005/8/layout/chevron2"/>
    <dgm:cxn modelId="{D4BF6D3E-9094-40F9-8948-B141DD620E73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EA98A0A-5971-4387-8F87-30E2E87D1BBC}">
      <dgm:prSet phldrT="[Text]" custT="1"/>
      <dgm:spPr>
        <a:noFill/>
      </dgm:spPr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Coverages/ Additional Coverages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E4FFBC2-6C99-4467-A342-4F646E8105E8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D44662F-72BB-4119-801E-24399F494A56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600" smtClean="0">
              <a:latin typeface="Segoe UI" panose="020B0502040204020203" pitchFamily="34" charset="0"/>
              <a:cs typeface="Segoe UI" panose="020B0502040204020203" pitchFamily="34" charset="0"/>
            </a:rPr>
            <a:t>Coverage Limits and Rating Factors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Forms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 custScaleX="11113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 custScaleX="10872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 custScaleX="10468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AFBA07C-94A0-4F03-97A0-97305713466E}" type="presOf" srcId="{273FB2FC-BB42-42E4-809F-8792EAAA4D36}" destId="{6597B828-368A-4EAC-99FD-85AB3B3FB0C4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C53FFAA1-A087-4EA1-A96D-951BB96854C0}" type="presOf" srcId="{6E4FFBC2-6C99-4467-A342-4F646E8105E8}" destId="{CA3CA37D-96A6-40F5-8283-7F5E5E75CC28}" srcOrd="0" destOrd="0" presId="urn:microsoft.com/office/officeart/2005/8/layout/chevron2"/>
    <dgm:cxn modelId="{A6B23EEF-C532-4A39-81F0-70FB4E189F0E}" type="presOf" srcId="{7C839073-D423-4CF0-A279-F3597BB99994}" destId="{AD927985-2E20-4855-8300-EF608B954011}" srcOrd="0" destOrd="0" presId="urn:microsoft.com/office/officeart/2005/8/layout/chevron2"/>
    <dgm:cxn modelId="{CC8DE82A-3C99-44AA-B622-F2BE1958B96D}" type="presOf" srcId="{AEA98A0A-5971-4387-8F87-30E2E87D1BBC}" destId="{5DF62DFD-4FA4-479D-BACA-0B5672D793AE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C9CF6D01-261F-4579-B32F-37EBADD5D5D9}" type="presOf" srcId="{68FAD2B8-B928-4799-8BC6-C42A1A6B3879}" destId="{BA57226D-E733-47AB-9C1E-7F48998AF898}" srcOrd="0" destOrd="0" presId="urn:microsoft.com/office/officeart/2005/8/layout/chevron2"/>
    <dgm:cxn modelId="{325FE47F-AE6E-4FC3-A063-6D477FBA0B19}" type="presOf" srcId="{6BB193CD-2BCB-422D-9372-D29AD8AB2E75}" destId="{3196A1B1-B062-4292-A00B-1AF4EFB306CF}" srcOrd="0" destOrd="0" presId="urn:microsoft.com/office/officeart/2005/8/layout/chevron2"/>
    <dgm:cxn modelId="{5147F042-436E-4350-A402-D05FD27D4DEC}" type="presOf" srcId="{FD44662F-72BB-4119-801E-24399F494A56}" destId="{2F79F4EE-99A1-4CEC-8FEE-C636AD274778}" srcOrd="0" destOrd="0" presId="urn:microsoft.com/office/officeart/2005/8/layout/chevron2"/>
    <dgm:cxn modelId="{7CC5997D-7188-4305-92E9-C4E171138B36}" type="presParOf" srcId="{BA57226D-E733-47AB-9C1E-7F48998AF898}" destId="{CC146864-BFF0-4842-89BF-1105AD66F5D5}" srcOrd="0" destOrd="0" presId="urn:microsoft.com/office/officeart/2005/8/layout/chevron2"/>
    <dgm:cxn modelId="{9F0CDE20-7198-4C1C-B46E-316FE7FEFECD}" type="presParOf" srcId="{CC146864-BFF0-4842-89BF-1105AD66F5D5}" destId="{6597B828-368A-4EAC-99FD-85AB3B3FB0C4}" srcOrd="0" destOrd="0" presId="urn:microsoft.com/office/officeart/2005/8/layout/chevron2"/>
    <dgm:cxn modelId="{0B7A903D-2784-4F64-B91C-812197D2C436}" type="presParOf" srcId="{CC146864-BFF0-4842-89BF-1105AD66F5D5}" destId="{5DF62DFD-4FA4-479D-BACA-0B5672D793AE}" srcOrd="1" destOrd="0" presId="urn:microsoft.com/office/officeart/2005/8/layout/chevron2"/>
    <dgm:cxn modelId="{5FB2EA4E-05B7-474F-840E-C32BC5FE5CAB}" type="presParOf" srcId="{BA57226D-E733-47AB-9C1E-7F48998AF898}" destId="{33D84CC3-27D8-4296-A650-E0BD45C89460}" srcOrd="1" destOrd="0" presId="urn:microsoft.com/office/officeart/2005/8/layout/chevron2"/>
    <dgm:cxn modelId="{82EC66BD-989A-4EFF-B365-18C463A44C74}" type="presParOf" srcId="{BA57226D-E733-47AB-9C1E-7F48998AF898}" destId="{8884328B-B7DF-4FEB-88E1-5749EF4A08C1}" srcOrd="2" destOrd="0" presId="urn:microsoft.com/office/officeart/2005/8/layout/chevron2"/>
    <dgm:cxn modelId="{6B7C8CA7-9CA1-49B4-8093-F84F2CAE00D0}" type="presParOf" srcId="{8884328B-B7DF-4FEB-88E1-5749EF4A08C1}" destId="{CA3CA37D-96A6-40F5-8283-7F5E5E75CC28}" srcOrd="0" destOrd="0" presId="urn:microsoft.com/office/officeart/2005/8/layout/chevron2"/>
    <dgm:cxn modelId="{A51A01DC-5864-4B7A-A078-F0DD5704A8A8}" type="presParOf" srcId="{8884328B-B7DF-4FEB-88E1-5749EF4A08C1}" destId="{2F79F4EE-99A1-4CEC-8FEE-C636AD274778}" srcOrd="1" destOrd="0" presId="urn:microsoft.com/office/officeart/2005/8/layout/chevron2"/>
    <dgm:cxn modelId="{D632EBDB-92CB-4821-8FC7-6BB31E43DACB}" type="presParOf" srcId="{BA57226D-E733-47AB-9C1E-7F48998AF898}" destId="{A446C02B-6598-45A5-94CC-35BC3846B78B}" srcOrd="3" destOrd="0" presId="urn:microsoft.com/office/officeart/2005/8/layout/chevron2"/>
    <dgm:cxn modelId="{A198A737-F140-49AC-A0D0-07F24B58C8BC}" type="presParOf" srcId="{BA57226D-E733-47AB-9C1E-7F48998AF898}" destId="{697118F7-20AA-4D55-BECB-464BCC2F1F89}" srcOrd="4" destOrd="0" presId="urn:microsoft.com/office/officeart/2005/8/layout/chevron2"/>
    <dgm:cxn modelId="{18345EC6-63C4-4318-B110-C67216B2A0BF}" type="presParOf" srcId="{697118F7-20AA-4D55-BECB-464BCC2F1F89}" destId="{3196A1B1-B062-4292-A00B-1AF4EFB306CF}" srcOrd="0" destOrd="0" presId="urn:microsoft.com/office/officeart/2005/8/layout/chevron2"/>
    <dgm:cxn modelId="{214F2AFE-97F7-42FA-BE14-D10D0E7522CF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87DBFBD5-5019-4CFF-9FAC-3537D71BB938}" type="presOf" srcId="{68FAD2B8-B928-4799-8BC6-C42A1A6B3879}" destId="{BA57226D-E733-47AB-9C1E-7F48998AF898}" srcOrd="0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>
        <a:noFill/>
      </dgm:spPr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Commercial Property coverage part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1EAAB9C5-5EF3-468D-A45A-7CB4E9474232}" type="presOf" srcId="{273FB2FC-BB42-42E4-809F-8792EAAA4D36}" destId="{6597B828-368A-4EAC-99FD-85AB3B3FB0C4}" srcOrd="0" destOrd="0" presId="urn:microsoft.com/office/officeart/2005/8/layout/chevron2"/>
    <dgm:cxn modelId="{AB5115C0-E51B-417E-96D9-95D07721877E}" type="presOf" srcId="{FD44662F-72BB-4119-801E-24399F494A56}" destId="{2F79F4EE-99A1-4CEC-8FEE-C636AD274778}" srcOrd="0" destOrd="0" presId="urn:microsoft.com/office/officeart/2005/8/layout/chevron2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B8A5E4D3-4331-4014-ACF8-848D603D90E7}" type="presOf" srcId="{AEA98A0A-5971-4387-8F87-30E2E87D1BBC}" destId="{5DF62DFD-4FA4-479D-BACA-0B5672D793AE}" srcOrd="0" destOrd="0" presId="urn:microsoft.com/office/officeart/2005/8/layout/chevron2"/>
    <dgm:cxn modelId="{FD49355E-5271-45AD-A83B-53337730DC57}" type="presOf" srcId="{68FAD2B8-B928-4799-8BC6-C42A1A6B3879}" destId="{BA57226D-E733-47AB-9C1E-7F48998AF898}" srcOrd="0" destOrd="0" presId="urn:microsoft.com/office/officeart/2005/8/layout/chevron2"/>
    <dgm:cxn modelId="{50F2315F-DEFF-4441-ADC5-8598B2C75CAD}" type="presOf" srcId="{6E4FFBC2-6C99-4467-A342-4F646E8105E8}" destId="{CA3CA37D-96A6-40F5-8283-7F5E5E75CC28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B7377DF6-EF90-4C5F-A700-B3524B1D9D21}" type="presOf" srcId="{6BB193CD-2BCB-422D-9372-D29AD8AB2E75}" destId="{3196A1B1-B062-4292-A00B-1AF4EFB306CF}" srcOrd="0" destOrd="0" presId="urn:microsoft.com/office/officeart/2005/8/layout/chevron2"/>
    <dgm:cxn modelId="{6BA71F78-CBCC-41EC-8F4D-53AC9CAC66BA}" type="presOf" srcId="{7C839073-D423-4CF0-A279-F3597BB99994}" destId="{AD927985-2E20-4855-8300-EF608B954011}" srcOrd="0" destOrd="0" presId="urn:microsoft.com/office/officeart/2005/8/layout/chevron2"/>
    <dgm:cxn modelId="{3793457E-8AA5-4D5A-9079-92A1FDAD46C4}" type="presParOf" srcId="{BA57226D-E733-47AB-9C1E-7F48998AF898}" destId="{CC146864-BFF0-4842-89BF-1105AD66F5D5}" srcOrd="0" destOrd="0" presId="urn:microsoft.com/office/officeart/2005/8/layout/chevron2"/>
    <dgm:cxn modelId="{DEBBAF47-40B1-4E02-92FA-9EF39DD03E06}" type="presParOf" srcId="{CC146864-BFF0-4842-89BF-1105AD66F5D5}" destId="{6597B828-368A-4EAC-99FD-85AB3B3FB0C4}" srcOrd="0" destOrd="0" presId="urn:microsoft.com/office/officeart/2005/8/layout/chevron2"/>
    <dgm:cxn modelId="{BF37843D-5C20-4DEB-846D-9DB2D63D1E98}" type="presParOf" srcId="{CC146864-BFF0-4842-89BF-1105AD66F5D5}" destId="{5DF62DFD-4FA4-479D-BACA-0B5672D793AE}" srcOrd="1" destOrd="0" presId="urn:microsoft.com/office/officeart/2005/8/layout/chevron2"/>
    <dgm:cxn modelId="{56D6EE03-5E28-4AFB-9EA7-14851BAC2182}" type="presParOf" srcId="{BA57226D-E733-47AB-9C1E-7F48998AF898}" destId="{33D84CC3-27D8-4296-A650-E0BD45C89460}" srcOrd="1" destOrd="0" presId="urn:microsoft.com/office/officeart/2005/8/layout/chevron2"/>
    <dgm:cxn modelId="{8780AA79-0CE2-4EE0-AE8D-A3FD94F4088F}" type="presParOf" srcId="{BA57226D-E733-47AB-9C1E-7F48998AF898}" destId="{8884328B-B7DF-4FEB-88E1-5749EF4A08C1}" srcOrd="2" destOrd="0" presId="urn:microsoft.com/office/officeart/2005/8/layout/chevron2"/>
    <dgm:cxn modelId="{77CC34AC-B9F2-439C-81DE-7B58558BF6A6}" type="presParOf" srcId="{8884328B-B7DF-4FEB-88E1-5749EF4A08C1}" destId="{CA3CA37D-96A6-40F5-8283-7F5E5E75CC28}" srcOrd="0" destOrd="0" presId="urn:microsoft.com/office/officeart/2005/8/layout/chevron2"/>
    <dgm:cxn modelId="{4B2A76AD-A36E-4D53-8C17-845DB2169955}" type="presParOf" srcId="{8884328B-B7DF-4FEB-88E1-5749EF4A08C1}" destId="{2F79F4EE-99A1-4CEC-8FEE-C636AD274778}" srcOrd="1" destOrd="0" presId="urn:microsoft.com/office/officeart/2005/8/layout/chevron2"/>
    <dgm:cxn modelId="{7F5E0C76-CC98-4A6F-A023-347BA63B8080}" type="presParOf" srcId="{BA57226D-E733-47AB-9C1E-7F48998AF898}" destId="{A446C02B-6598-45A5-94CC-35BC3846B78B}" srcOrd="3" destOrd="0" presId="urn:microsoft.com/office/officeart/2005/8/layout/chevron2"/>
    <dgm:cxn modelId="{D08B42D8-BCE0-464B-BCB3-592DECADD24B}" type="presParOf" srcId="{BA57226D-E733-47AB-9C1E-7F48998AF898}" destId="{697118F7-20AA-4D55-BECB-464BCC2F1F89}" srcOrd="4" destOrd="0" presId="urn:microsoft.com/office/officeart/2005/8/layout/chevron2"/>
    <dgm:cxn modelId="{4DAAD6DA-24B3-464F-BDA6-9D7A56624AEC}" type="presParOf" srcId="{697118F7-20AA-4D55-BECB-464BCC2F1F89}" destId="{3196A1B1-B062-4292-A00B-1AF4EFB306CF}" srcOrd="0" destOrd="0" presId="urn:microsoft.com/office/officeart/2005/8/layout/chevron2"/>
    <dgm:cxn modelId="{49CA63BC-D0E7-469D-A6DD-27D547892567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EA98A0A-5971-4387-8F87-30E2E87D1BBC}">
      <dgm:prSet phldrT="[Text]" custT="1"/>
      <dgm:spPr>
        <a:noFill/>
      </dgm:spPr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Coverages/ Additional Coverages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E4FFBC2-6C99-4467-A342-4F646E8105E8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D44662F-72BB-4119-801E-24399F494A56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600" smtClean="0">
              <a:latin typeface="Segoe UI" panose="020B0502040204020203" pitchFamily="34" charset="0"/>
              <a:cs typeface="Segoe UI" panose="020B0502040204020203" pitchFamily="34" charset="0"/>
            </a:rPr>
            <a:t>Coverage Limits and Rating Factors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Forms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 custScaleX="11113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 custScaleX="10872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 custScaleX="10468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838122D-F86D-4CAE-BD4A-A5B8A3452512}" type="presOf" srcId="{6E4FFBC2-6C99-4467-A342-4F646E8105E8}" destId="{CA3CA37D-96A6-40F5-8283-7F5E5E75CC28}" srcOrd="0" destOrd="0" presId="urn:microsoft.com/office/officeart/2005/8/layout/chevron2"/>
    <dgm:cxn modelId="{0783336F-7A17-4E6B-AA87-1D48D1A9E4F2}" type="presOf" srcId="{FD44662F-72BB-4119-801E-24399F494A56}" destId="{2F79F4EE-99A1-4CEC-8FEE-C636AD274778}" srcOrd="0" destOrd="0" presId="urn:microsoft.com/office/officeart/2005/8/layout/chevron2"/>
    <dgm:cxn modelId="{C433210F-01B6-45F5-9542-875D61D71ADA}" type="presOf" srcId="{273FB2FC-BB42-42E4-809F-8792EAAA4D36}" destId="{6597B828-368A-4EAC-99FD-85AB3B3FB0C4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40F6420E-86FD-478E-AD4C-AD35310DE5D3}" type="presOf" srcId="{68FAD2B8-B928-4799-8BC6-C42A1A6B3879}" destId="{BA57226D-E733-47AB-9C1E-7F48998AF898}" srcOrd="0" destOrd="0" presId="urn:microsoft.com/office/officeart/2005/8/layout/chevron2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A60BA0D5-A4E6-4D32-8EC6-2F26496641FD}" type="presOf" srcId="{6BB193CD-2BCB-422D-9372-D29AD8AB2E75}" destId="{3196A1B1-B062-4292-A00B-1AF4EFB306CF}" srcOrd="0" destOrd="0" presId="urn:microsoft.com/office/officeart/2005/8/layout/chevron2"/>
    <dgm:cxn modelId="{ABF70B83-5FFF-4CDC-B569-2F7FA59AE64C}" type="presOf" srcId="{7C839073-D423-4CF0-A279-F3597BB99994}" destId="{AD927985-2E20-4855-8300-EF608B954011}" srcOrd="0" destOrd="0" presId="urn:microsoft.com/office/officeart/2005/8/layout/chevron2"/>
    <dgm:cxn modelId="{8DB1D897-ADDF-452F-8922-E0F5D6686068}" type="presOf" srcId="{AEA98A0A-5971-4387-8F87-30E2E87D1BBC}" destId="{5DF62DFD-4FA4-479D-BACA-0B5672D793AE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14786E6E-57FA-49F3-9524-5EE2EDFB5E42}" type="presParOf" srcId="{BA57226D-E733-47AB-9C1E-7F48998AF898}" destId="{CC146864-BFF0-4842-89BF-1105AD66F5D5}" srcOrd="0" destOrd="0" presId="urn:microsoft.com/office/officeart/2005/8/layout/chevron2"/>
    <dgm:cxn modelId="{18432454-0D18-4C9B-87AB-959C3F273DFF}" type="presParOf" srcId="{CC146864-BFF0-4842-89BF-1105AD66F5D5}" destId="{6597B828-368A-4EAC-99FD-85AB3B3FB0C4}" srcOrd="0" destOrd="0" presId="urn:microsoft.com/office/officeart/2005/8/layout/chevron2"/>
    <dgm:cxn modelId="{B2B01E0B-4AD9-4A77-9EF8-48980BD7FC7F}" type="presParOf" srcId="{CC146864-BFF0-4842-89BF-1105AD66F5D5}" destId="{5DF62DFD-4FA4-479D-BACA-0B5672D793AE}" srcOrd="1" destOrd="0" presId="urn:microsoft.com/office/officeart/2005/8/layout/chevron2"/>
    <dgm:cxn modelId="{B4DDE260-5C50-47B7-AE9E-8B41BB505874}" type="presParOf" srcId="{BA57226D-E733-47AB-9C1E-7F48998AF898}" destId="{33D84CC3-27D8-4296-A650-E0BD45C89460}" srcOrd="1" destOrd="0" presId="urn:microsoft.com/office/officeart/2005/8/layout/chevron2"/>
    <dgm:cxn modelId="{BF322AB6-E687-453C-8276-179E7C2A487E}" type="presParOf" srcId="{BA57226D-E733-47AB-9C1E-7F48998AF898}" destId="{8884328B-B7DF-4FEB-88E1-5749EF4A08C1}" srcOrd="2" destOrd="0" presId="urn:microsoft.com/office/officeart/2005/8/layout/chevron2"/>
    <dgm:cxn modelId="{0D47DD51-B2EA-4AC7-99A2-A918F3D6B71E}" type="presParOf" srcId="{8884328B-B7DF-4FEB-88E1-5749EF4A08C1}" destId="{CA3CA37D-96A6-40F5-8283-7F5E5E75CC28}" srcOrd="0" destOrd="0" presId="urn:microsoft.com/office/officeart/2005/8/layout/chevron2"/>
    <dgm:cxn modelId="{E864EA38-899A-445B-8EBF-709EDCC93F30}" type="presParOf" srcId="{8884328B-B7DF-4FEB-88E1-5749EF4A08C1}" destId="{2F79F4EE-99A1-4CEC-8FEE-C636AD274778}" srcOrd="1" destOrd="0" presId="urn:microsoft.com/office/officeart/2005/8/layout/chevron2"/>
    <dgm:cxn modelId="{A3C04F66-F13B-4E0F-B927-993588473D6B}" type="presParOf" srcId="{BA57226D-E733-47AB-9C1E-7F48998AF898}" destId="{A446C02B-6598-45A5-94CC-35BC3846B78B}" srcOrd="3" destOrd="0" presId="urn:microsoft.com/office/officeart/2005/8/layout/chevron2"/>
    <dgm:cxn modelId="{93072A43-38AD-4CE9-A380-C54BFCFA3924}" type="presParOf" srcId="{BA57226D-E733-47AB-9C1E-7F48998AF898}" destId="{697118F7-20AA-4D55-BECB-464BCC2F1F89}" srcOrd="4" destOrd="0" presId="urn:microsoft.com/office/officeart/2005/8/layout/chevron2"/>
    <dgm:cxn modelId="{F0702B65-7647-4C8F-B287-AC8B38B81185}" type="presParOf" srcId="{697118F7-20AA-4D55-BECB-464BCC2F1F89}" destId="{3196A1B1-B062-4292-A00B-1AF4EFB306CF}" srcOrd="0" destOrd="0" presId="urn:microsoft.com/office/officeart/2005/8/layout/chevron2"/>
    <dgm:cxn modelId="{0E1BC50F-4A06-4E3A-AF49-7F2E7A86C39C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E9EA90C2-3A05-4A01-A361-6F24B91390E9}" type="presOf" srcId="{68FAD2B8-B928-4799-8BC6-C42A1A6B3879}" destId="{BA57226D-E733-47AB-9C1E-7F48998AF898}" srcOrd="0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>
        <a:noFill/>
      </dgm:spPr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Commercial Property coverage part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96CF9FF-7A19-44C4-83C1-4E6787B9FAD6}" type="presOf" srcId="{68FAD2B8-B928-4799-8BC6-C42A1A6B3879}" destId="{BA57226D-E733-47AB-9C1E-7F48998AF898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D1691E77-5026-47E1-99B3-F3AC18EFFB83}" type="presOf" srcId="{FD44662F-72BB-4119-801E-24399F494A56}" destId="{2F79F4EE-99A1-4CEC-8FEE-C636AD274778}" srcOrd="0" destOrd="0" presId="urn:microsoft.com/office/officeart/2005/8/layout/chevron2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5E10A3FD-0912-4B12-868E-B5B24F91C0C1}" type="presOf" srcId="{7C839073-D423-4CF0-A279-F3597BB99994}" destId="{AD927985-2E20-4855-8300-EF608B954011}" srcOrd="0" destOrd="0" presId="urn:microsoft.com/office/officeart/2005/8/layout/chevron2"/>
    <dgm:cxn modelId="{D73DC859-B100-4341-A637-09CB42CA4B1D}" type="presOf" srcId="{6E4FFBC2-6C99-4467-A342-4F646E8105E8}" destId="{CA3CA37D-96A6-40F5-8283-7F5E5E75CC28}" srcOrd="0" destOrd="0" presId="urn:microsoft.com/office/officeart/2005/8/layout/chevron2"/>
    <dgm:cxn modelId="{12DCE9BA-7869-47D6-8BFD-178CAB25CAD0}" type="presOf" srcId="{AEA98A0A-5971-4387-8F87-30E2E87D1BBC}" destId="{5DF62DFD-4FA4-479D-BACA-0B5672D793AE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EC94F995-5FF6-438C-A909-1039CB46101E}" type="presOf" srcId="{6BB193CD-2BCB-422D-9372-D29AD8AB2E75}" destId="{3196A1B1-B062-4292-A00B-1AF4EFB306CF}" srcOrd="0" destOrd="0" presId="urn:microsoft.com/office/officeart/2005/8/layout/chevron2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C2B76040-767C-413C-AFB0-707D9B6F0DE0}" type="presOf" srcId="{273FB2FC-BB42-42E4-809F-8792EAAA4D36}" destId="{6597B828-368A-4EAC-99FD-85AB3B3FB0C4}" srcOrd="0" destOrd="0" presId="urn:microsoft.com/office/officeart/2005/8/layout/chevron2"/>
    <dgm:cxn modelId="{07909338-D10F-41B7-96DF-A5A4D1F3358D}" type="presParOf" srcId="{BA57226D-E733-47AB-9C1E-7F48998AF898}" destId="{CC146864-BFF0-4842-89BF-1105AD66F5D5}" srcOrd="0" destOrd="0" presId="urn:microsoft.com/office/officeart/2005/8/layout/chevron2"/>
    <dgm:cxn modelId="{62A32D00-2F28-4C30-B43E-8A8DA97A4282}" type="presParOf" srcId="{CC146864-BFF0-4842-89BF-1105AD66F5D5}" destId="{6597B828-368A-4EAC-99FD-85AB3B3FB0C4}" srcOrd="0" destOrd="0" presId="urn:microsoft.com/office/officeart/2005/8/layout/chevron2"/>
    <dgm:cxn modelId="{2FE83E5D-2F12-49BB-891E-3A219306F2E8}" type="presParOf" srcId="{CC146864-BFF0-4842-89BF-1105AD66F5D5}" destId="{5DF62DFD-4FA4-479D-BACA-0B5672D793AE}" srcOrd="1" destOrd="0" presId="urn:microsoft.com/office/officeart/2005/8/layout/chevron2"/>
    <dgm:cxn modelId="{020F1D29-29A0-41FD-99E7-25C107EFE0C4}" type="presParOf" srcId="{BA57226D-E733-47AB-9C1E-7F48998AF898}" destId="{33D84CC3-27D8-4296-A650-E0BD45C89460}" srcOrd="1" destOrd="0" presId="urn:microsoft.com/office/officeart/2005/8/layout/chevron2"/>
    <dgm:cxn modelId="{2D76EC8C-7EA1-45C5-9C0C-2EC01B1AA026}" type="presParOf" srcId="{BA57226D-E733-47AB-9C1E-7F48998AF898}" destId="{8884328B-B7DF-4FEB-88E1-5749EF4A08C1}" srcOrd="2" destOrd="0" presId="urn:microsoft.com/office/officeart/2005/8/layout/chevron2"/>
    <dgm:cxn modelId="{1B55E6D0-5413-498E-946F-0601063CA9A6}" type="presParOf" srcId="{8884328B-B7DF-4FEB-88E1-5749EF4A08C1}" destId="{CA3CA37D-96A6-40F5-8283-7F5E5E75CC28}" srcOrd="0" destOrd="0" presId="urn:microsoft.com/office/officeart/2005/8/layout/chevron2"/>
    <dgm:cxn modelId="{B437474C-8278-448A-90B3-2BA9D2E5BAB9}" type="presParOf" srcId="{8884328B-B7DF-4FEB-88E1-5749EF4A08C1}" destId="{2F79F4EE-99A1-4CEC-8FEE-C636AD274778}" srcOrd="1" destOrd="0" presId="urn:microsoft.com/office/officeart/2005/8/layout/chevron2"/>
    <dgm:cxn modelId="{04921494-20E7-4F9D-9769-C951622AB4CA}" type="presParOf" srcId="{BA57226D-E733-47AB-9C1E-7F48998AF898}" destId="{A446C02B-6598-45A5-94CC-35BC3846B78B}" srcOrd="3" destOrd="0" presId="urn:microsoft.com/office/officeart/2005/8/layout/chevron2"/>
    <dgm:cxn modelId="{AEA12A60-66FA-40A6-98CA-1308F322CBA5}" type="presParOf" srcId="{BA57226D-E733-47AB-9C1E-7F48998AF898}" destId="{697118F7-20AA-4D55-BECB-464BCC2F1F89}" srcOrd="4" destOrd="0" presId="urn:microsoft.com/office/officeart/2005/8/layout/chevron2"/>
    <dgm:cxn modelId="{AEF1EC11-48EF-4BE6-9763-7FF182F1ABC5}" type="presParOf" srcId="{697118F7-20AA-4D55-BECB-464BCC2F1F89}" destId="{3196A1B1-B062-4292-A00B-1AF4EFB306CF}" srcOrd="0" destOrd="0" presId="urn:microsoft.com/office/officeart/2005/8/layout/chevron2"/>
    <dgm:cxn modelId="{650CA60D-56F5-4F2F-BC83-AC97EE45E7A7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EA98A0A-5971-4387-8F87-30E2E87D1BBC}">
      <dgm:prSet phldrT="[Text]" custT="1"/>
      <dgm:spPr>
        <a:noFill/>
      </dgm:spPr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Coverages/ Additional Coverages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E4FFBC2-6C99-4467-A342-4F646E8105E8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D44662F-72BB-4119-801E-24399F494A56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600" smtClean="0">
              <a:latin typeface="Segoe UI" panose="020B0502040204020203" pitchFamily="34" charset="0"/>
              <a:cs typeface="Segoe UI" panose="020B0502040204020203" pitchFamily="34" charset="0"/>
            </a:rPr>
            <a:t>Coverage Limits and Rating Factors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Forms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 custScaleX="11113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 custScaleX="10872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 custScaleX="10468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2066708D-427F-46C0-93BB-22E346E623BF}" type="presOf" srcId="{6E4FFBC2-6C99-4467-A342-4F646E8105E8}" destId="{CA3CA37D-96A6-40F5-8283-7F5E5E75CC28}" srcOrd="0" destOrd="0" presId="urn:microsoft.com/office/officeart/2005/8/layout/chevron2"/>
    <dgm:cxn modelId="{460CDC48-8F33-452F-B7CA-9CDF39977424}" type="presOf" srcId="{273FB2FC-BB42-42E4-809F-8792EAAA4D36}" destId="{6597B828-368A-4EAC-99FD-85AB3B3FB0C4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220BA160-2EED-4537-8318-A77ACC6EE4A1}" type="presOf" srcId="{FD44662F-72BB-4119-801E-24399F494A56}" destId="{2F79F4EE-99A1-4CEC-8FEE-C636AD274778}" srcOrd="0" destOrd="0" presId="urn:microsoft.com/office/officeart/2005/8/layout/chevron2"/>
    <dgm:cxn modelId="{35206006-2B48-4568-8896-F12BE0BBCB35}" type="presOf" srcId="{7C839073-D423-4CF0-A279-F3597BB99994}" destId="{AD927985-2E20-4855-8300-EF608B954011}" srcOrd="0" destOrd="0" presId="urn:microsoft.com/office/officeart/2005/8/layout/chevron2"/>
    <dgm:cxn modelId="{30E2E89D-13A0-48CE-937E-91D69C201E82}" type="presOf" srcId="{68FAD2B8-B928-4799-8BC6-C42A1A6B3879}" destId="{BA57226D-E733-47AB-9C1E-7F48998AF898}" srcOrd="0" destOrd="0" presId="urn:microsoft.com/office/officeart/2005/8/layout/chevron2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DA563CD7-8676-477D-ACF3-61B76A9804AF}" type="presOf" srcId="{6BB193CD-2BCB-422D-9372-D29AD8AB2E75}" destId="{3196A1B1-B062-4292-A00B-1AF4EFB306CF}" srcOrd="0" destOrd="0" presId="urn:microsoft.com/office/officeart/2005/8/layout/chevron2"/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6644EF51-70CE-4C1F-82A1-9C5BDB2643D4}" type="presOf" srcId="{AEA98A0A-5971-4387-8F87-30E2E87D1BBC}" destId="{5DF62DFD-4FA4-479D-BACA-0B5672D793AE}" srcOrd="0" destOrd="0" presId="urn:microsoft.com/office/officeart/2005/8/layout/chevron2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EE904C18-CDEF-4FEC-8A0F-539F62C7D17D}" type="presParOf" srcId="{BA57226D-E733-47AB-9C1E-7F48998AF898}" destId="{CC146864-BFF0-4842-89BF-1105AD66F5D5}" srcOrd="0" destOrd="0" presId="urn:microsoft.com/office/officeart/2005/8/layout/chevron2"/>
    <dgm:cxn modelId="{6D6D1408-A9EC-4E86-92FD-BA1FC63336EA}" type="presParOf" srcId="{CC146864-BFF0-4842-89BF-1105AD66F5D5}" destId="{6597B828-368A-4EAC-99FD-85AB3B3FB0C4}" srcOrd="0" destOrd="0" presId="urn:microsoft.com/office/officeart/2005/8/layout/chevron2"/>
    <dgm:cxn modelId="{7AFED584-88AB-4A4D-B505-08567D950969}" type="presParOf" srcId="{CC146864-BFF0-4842-89BF-1105AD66F5D5}" destId="{5DF62DFD-4FA4-479D-BACA-0B5672D793AE}" srcOrd="1" destOrd="0" presId="urn:microsoft.com/office/officeart/2005/8/layout/chevron2"/>
    <dgm:cxn modelId="{0645EBD7-9535-416B-8D5E-2B6B2C518F38}" type="presParOf" srcId="{BA57226D-E733-47AB-9C1E-7F48998AF898}" destId="{33D84CC3-27D8-4296-A650-E0BD45C89460}" srcOrd="1" destOrd="0" presId="urn:microsoft.com/office/officeart/2005/8/layout/chevron2"/>
    <dgm:cxn modelId="{3D1A1040-57C7-48D5-919B-2BC8196D7DC9}" type="presParOf" srcId="{BA57226D-E733-47AB-9C1E-7F48998AF898}" destId="{8884328B-B7DF-4FEB-88E1-5749EF4A08C1}" srcOrd="2" destOrd="0" presId="urn:microsoft.com/office/officeart/2005/8/layout/chevron2"/>
    <dgm:cxn modelId="{88310734-CE46-49CA-845D-D92D2E74E97C}" type="presParOf" srcId="{8884328B-B7DF-4FEB-88E1-5749EF4A08C1}" destId="{CA3CA37D-96A6-40F5-8283-7F5E5E75CC28}" srcOrd="0" destOrd="0" presId="urn:microsoft.com/office/officeart/2005/8/layout/chevron2"/>
    <dgm:cxn modelId="{F4514186-E3B3-4DE9-88BA-3CE40A741F3E}" type="presParOf" srcId="{8884328B-B7DF-4FEB-88E1-5749EF4A08C1}" destId="{2F79F4EE-99A1-4CEC-8FEE-C636AD274778}" srcOrd="1" destOrd="0" presId="urn:microsoft.com/office/officeart/2005/8/layout/chevron2"/>
    <dgm:cxn modelId="{71660112-D3CB-4661-B3F3-2F33BEF1B90F}" type="presParOf" srcId="{BA57226D-E733-47AB-9C1E-7F48998AF898}" destId="{A446C02B-6598-45A5-94CC-35BC3846B78B}" srcOrd="3" destOrd="0" presId="urn:microsoft.com/office/officeart/2005/8/layout/chevron2"/>
    <dgm:cxn modelId="{04750F41-BE3A-4217-8F7D-185A4D12435A}" type="presParOf" srcId="{BA57226D-E733-47AB-9C1E-7F48998AF898}" destId="{697118F7-20AA-4D55-BECB-464BCC2F1F89}" srcOrd="4" destOrd="0" presId="urn:microsoft.com/office/officeart/2005/8/layout/chevron2"/>
    <dgm:cxn modelId="{531902AF-7222-4929-AAF0-D8928A47F5A3}" type="presParOf" srcId="{697118F7-20AA-4D55-BECB-464BCC2F1F89}" destId="{3196A1B1-B062-4292-A00B-1AF4EFB306CF}" srcOrd="0" destOrd="0" presId="urn:microsoft.com/office/officeart/2005/8/layout/chevron2"/>
    <dgm:cxn modelId="{18A8D91D-0816-48F4-96D5-8112ECB1D282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2A47BC58-C7B1-42DB-A9B2-E4323555ED18}" type="presOf" srcId="{68FAD2B8-B928-4799-8BC6-C42A1A6B3879}" destId="{BA57226D-E733-47AB-9C1E-7F48998AF898}" srcOrd="0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/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/>
        </a:p>
      </dgm:t>
    </dgm:pt>
    <dgm:pt modelId="{AEA98A0A-5971-4387-8F87-30E2E87D1BBC}">
      <dgm:prSet phldrT="[Text]" custT="1"/>
      <dgm:spPr>
        <a:noFill/>
      </dgm:spPr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/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/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/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/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/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/>
        </a:p>
      </dgm:t>
    </dgm:pt>
    <dgm:pt modelId="{6BB193CD-2BCB-422D-9372-D29AD8AB2E75}">
      <dgm:prSet phldrT="[Text]" phldr="1" custT="1"/>
      <dgm:spPr/>
      <dgm:t>
        <a:bodyPr/>
        <a:lstStyle/>
        <a:p>
          <a:endParaRPr lang="en-US" sz="16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/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/>
        </a:p>
      </dgm:t>
    </dgm:pt>
    <dgm:pt modelId="{7C839073-D423-4CF0-A279-F3597BB99994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Commercial Property coverage part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/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 custScaleY="858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49F516B1-8714-418B-AA56-FFA4CACC6865}" type="presOf" srcId="{6BB193CD-2BCB-422D-9372-D29AD8AB2E75}" destId="{3196A1B1-B062-4292-A00B-1AF4EFB306CF}" srcOrd="0" destOrd="0" presId="urn:microsoft.com/office/officeart/2005/8/layout/chevron2"/>
    <dgm:cxn modelId="{3E10A734-B65E-451C-B2F2-6653F38BA1BD}" type="presOf" srcId="{6E4FFBC2-6C99-4467-A342-4F646E8105E8}" destId="{CA3CA37D-96A6-40F5-8283-7F5E5E75CC28}" srcOrd="0" destOrd="0" presId="urn:microsoft.com/office/officeart/2005/8/layout/chevron2"/>
    <dgm:cxn modelId="{166EFC03-4396-421F-8F80-EF7A44D54446}" type="presOf" srcId="{7C839073-D423-4CF0-A279-F3597BB99994}" destId="{AD927985-2E20-4855-8300-EF608B954011}" srcOrd="0" destOrd="0" presId="urn:microsoft.com/office/officeart/2005/8/layout/chevron2"/>
    <dgm:cxn modelId="{50951B78-EB9C-4F5B-83FF-95095BDE79F4}" type="presOf" srcId="{68FAD2B8-B928-4799-8BC6-C42A1A6B3879}" destId="{BA57226D-E733-47AB-9C1E-7F48998AF898}" srcOrd="0" destOrd="0" presId="urn:microsoft.com/office/officeart/2005/8/layout/chevron2"/>
    <dgm:cxn modelId="{578FB4A5-2589-40AD-BA9F-16EF355E9805}" type="presOf" srcId="{273FB2FC-BB42-42E4-809F-8792EAAA4D36}" destId="{6597B828-368A-4EAC-99FD-85AB3B3FB0C4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C5642CB4-52D2-4BB8-9549-11AB15C0FEB7}" type="presOf" srcId="{AEA98A0A-5971-4387-8F87-30E2E87D1BBC}" destId="{5DF62DFD-4FA4-479D-BACA-0B5672D793AE}" srcOrd="0" destOrd="0" presId="urn:microsoft.com/office/officeart/2005/8/layout/chevron2"/>
    <dgm:cxn modelId="{FC61B78E-7911-4745-974E-DC9FBDB8E0CD}" type="presOf" srcId="{FD44662F-72BB-4119-801E-24399F494A56}" destId="{2F79F4EE-99A1-4CEC-8FEE-C636AD274778}" srcOrd="0" destOrd="0" presId="urn:microsoft.com/office/officeart/2005/8/layout/chevron2"/>
    <dgm:cxn modelId="{47AD6249-ECFB-41A3-A54C-5DD37A5F7FE1}" type="presParOf" srcId="{BA57226D-E733-47AB-9C1E-7F48998AF898}" destId="{CC146864-BFF0-4842-89BF-1105AD66F5D5}" srcOrd="0" destOrd="0" presId="urn:microsoft.com/office/officeart/2005/8/layout/chevron2"/>
    <dgm:cxn modelId="{52E61360-E80C-4EB9-A5F3-7872EA358C06}" type="presParOf" srcId="{CC146864-BFF0-4842-89BF-1105AD66F5D5}" destId="{6597B828-368A-4EAC-99FD-85AB3B3FB0C4}" srcOrd="0" destOrd="0" presId="urn:microsoft.com/office/officeart/2005/8/layout/chevron2"/>
    <dgm:cxn modelId="{8C8F2C4B-8303-4E8B-A0AF-40B709A016ED}" type="presParOf" srcId="{CC146864-BFF0-4842-89BF-1105AD66F5D5}" destId="{5DF62DFD-4FA4-479D-BACA-0B5672D793AE}" srcOrd="1" destOrd="0" presId="urn:microsoft.com/office/officeart/2005/8/layout/chevron2"/>
    <dgm:cxn modelId="{15ABED74-7E36-413A-B790-0A5B61E67B33}" type="presParOf" srcId="{BA57226D-E733-47AB-9C1E-7F48998AF898}" destId="{33D84CC3-27D8-4296-A650-E0BD45C89460}" srcOrd="1" destOrd="0" presId="urn:microsoft.com/office/officeart/2005/8/layout/chevron2"/>
    <dgm:cxn modelId="{C38682D2-2FE5-40A0-A86D-DB12F0BB23F6}" type="presParOf" srcId="{BA57226D-E733-47AB-9C1E-7F48998AF898}" destId="{8884328B-B7DF-4FEB-88E1-5749EF4A08C1}" srcOrd="2" destOrd="0" presId="urn:microsoft.com/office/officeart/2005/8/layout/chevron2"/>
    <dgm:cxn modelId="{77F499FF-122A-4330-A01B-3E7C09EE11C5}" type="presParOf" srcId="{8884328B-B7DF-4FEB-88E1-5749EF4A08C1}" destId="{CA3CA37D-96A6-40F5-8283-7F5E5E75CC28}" srcOrd="0" destOrd="0" presId="urn:microsoft.com/office/officeart/2005/8/layout/chevron2"/>
    <dgm:cxn modelId="{2FE88985-E68C-4091-8025-24BA9E8B4C6F}" type="presParOf" srcId="{8884328B-B7DF-4FEB-88E1-5749EF4A08C1}" destId="{2F79F4EE-99A1-4CEC-8FEE-C636AD274778}" srcOrd="1" destOrd="0" presId="urn:microsoft.com/office/officeart/2005/8/layout/chevron2"/>
    <dgm:cxn modelId="{5B344E80-4D7F-4CF4-9D59-9B270FC72E7E}" type="presParOf" srcId="{BA57226D-E733-47AB-9C1E-7F48998AF898}" destId="{A446C02B-6598-45A5-94CC-35BC3846B78B}" srcOrd="3" destOrd="0" presId="urn:microsoft.com/office/officeart/2005/8/layout/chevron2"/>
    <dgm:cxn modelId="{DC8EC501-7B65-4530-BBDC-1AEEC4E2DAD4}" type="presParOf" srcId="{BA57226D-E733-47AB-9C1E-7F48998AF898}" destId="{697118F7-20AA-4D55-BECB-464BCC2F1F89}" srcOrd="4" destOrd="0" presId="urn:microsoft.com/office/officeart/2005/8/layout/chevron2"/>
    <dgm:cxn modelId="{A65A91FE-ACE0-4D20-8578-0174BB82E8AA}" type="presParOf" srcId="{697118F7-20AA-4D55-BECB-464BCC2F1F89}" destId="{3196A1B1-B062-4292-A00B-1AF4EFB306CF}" srcOrd="0" destOrd="0" presId="urn:microsoft.com/office/officeart/2005/8/layout/chevron2"/>
    <dgm:cxn modelId="{7B689DA9-2072-4C64-BE9B-00FA89A64CF8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3FB2FC-BB42-42E4-809F-8792EAAA4D36}">
      <dgm:prSet phldrT="[Text]" phldr="1" custT="1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BCC805-7DE2-4E79-AB12-41972CFF1711}" type="parTrans" cxnId="{456EAC26-8ED9-4C75-A780-F80DA244EAA9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7F18A71-D865-418D-A85E-39A103F44ABB}" type="sibTrans" cxnId="{456EAC26-8ED9-4C75-A780-F80DA244EAA9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EA98A0A-5971-4387-8F87-30E2E87D1BBC}">
      <dgm:prSet phldrT="[Text]" custT="1"/>
      <dgm:spPr>
        <a:noFill/>
      </dgm:spPr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Coverages/ Additional Coverages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E051EC-7527-4612-ADD5-9B9F3C8E955D}" type="parTrans" cxnId="{CF11DC53-310C-4500-AFA1-54BBA194239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F1BEA95-EC37-4EE8-8D91-47146E4C7F6E}" type="sibTrans" cxnId="{CF11DC53-310C-4500-AFA1-54BBA194239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E4FFBC2-6C99-4467-A342-4F646E8105E8}">
      <dgm:prSet phldrT="[Text]" phldr="1" custT="1"/>
      <dgm:spPr/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8695D7-F2B2-4A5C-86F8-71EEF31169A7}" type="parTrans" cxnId="{FF9B2A37-BEA2-4D30-B264-F407A08C392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AFDC35B-E520-4185-8EB0-28F35F678B87}" type="sibTrans" cxnId="{FF9B2A37-BEA2-4D30-B264-F407A08C392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D44662F-72BB-4119-801E-24399F494A56}">
      <dgm:prSet phldrT="[Text]" custT="1"/>
      <dgm:spPr/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Coverage Limits and Rating Factors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0ACF78C-2A10-4E57-9C23-D96F4F134D67}" type="parTrans" cxnId="{0E5CBF72-A618-476F-8809-DCB26A2B5F3B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1AB09D1-B363-4BCF-B46E-82A7D9AC74BE}" type="sibTrans" cxnId="{0E5CBF72-A618-476F-8809-DCB26A2B5F3B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C839073-D423-4CF0-A279-F3597BB99994}">
      <dgm:prSet phldrT="[Text]" custT="1"/>
      <dgm:spPr>
        <a:solidFill>
          <a:schemeClr val="accent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sz="1600" dirty="0" smtClean="0">
              <a:latin typeface="Segoe UI" panose="020B0502040204020203" pitchFamily="34" charset="0"/>
              <a:cs typeface="Segoe UI" panose="020B0502040204020203" pitchFamily="34" charset="0"/>
            </a:rPr>
            <a:t>Forms</a:t>
          </a:r>
          <a:endParaRPr lang="en-US" sz="16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16FB27A-9422-4CA8-BA11-C2E66D4E56DD}" type="sibTrans" cxnId="{342673E0-9E04-469C-9E28-CFBC7AC3D805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0D8E1BB-D0AC-4F07-9026-B9E30A95F081}" type="parTrans" cxnId="{342673E0-9E04-469C-9E28-CFBC7AC3D805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BB193CD-2BCB-422D-9372-D29AD8AB2E75}">
      <dgm:prSet phldrT="[Text]" phldr="1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endParaRPr lang="en-US" sz="16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6A098D0-18B0-48CA-8C3E-7CE571CB3224}" type="sibTrans" cxnId="{38910C1D-C2E2-467F-A0B3-FD5C1B8F460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0BAE843-61C4-4BE8-8261-6D2175944DC1}" type="parTrans" cxnId="{38910C1D-C2E2-467F-A0B3-FD5C1B8F460F}">
      <dgm:prSet/>
      <dgm:spPr/>
      <dgm:t>
        <a:bodyPr/>
        <a:lstStyle/>
        <a:p>
          <a:endParaRPr lang="en-US" sz="16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146864-BFF0-4842-89BF-1105AD66F5D5}" type="pres">
      <dgm:prSet presAssocID="{273FB2FC-BB42-42E4-809F-8792EAAA4D36}" presName="composite" presStyleCnt="0"/>
      <dgm:spPr/>
    </dgm:pt>
    <dgm:pt modelId="{6597B828-368A-4EAC-99FD-85AB3B3FB0C4}" type="pres">
      <dgm:prSet presAssocID="{273FB2FC-BB42-42E4-809F-8792EAAA4D36}" presName="parentText" presStyleLbl="alignNode1" presStyleIdx="0" presStyleCnt="3" custScaleX="11113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F62DFD-4FA4-479D-BACA-0B5672D793AE}" type="pres">
      <dgm:prSet presAssocID="{273FB2FC-BB42-42E4-809F-8792EAAA4D36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4CC3-27D8-4296-A650-E0BD45C89460}" type="pres">
      <dgm:prSet presAssocID="{17F18A71-D865-418D-A85E-39A103F44ABB}" presName="sp" presStyleCnt="0"/>
      <dgm:spPr/>
    </dgm:pt>
    <dgm:pt modelId="{8884328B-B7DF-4FEB-88E1-5749EF4A08C1}" type="pres">
      <dgm:prSet presAssocID="{6E4FFBC2-6C99-4467-A342-4F646E8105E8}" presName="composite" presStyleCnt="0"/>
      <dgm:spPr/>
    </dgm:pt>
    <dgm:pt modelId="{CA3CA37D-96A6-40F5-8283-7F5E5E75CC28}" type="pres">
      <dgm:prSet presAssocID="{6E4FFBC2-6C99-4467-A342-4F646E8105E8}" presName="parentText" presStyleLbl="alignNode1" presStyleIdx="1" presStyleCnt="3" custScaleX="10872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9F4EE-99A1-4CEC-8FEE-C636AD274778}" type="pres">
      <dgm:prSet presAssocID="{6E4FFBC2-6C99-4467-A342-4F646E8105E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6C02B-6598-45A5-94CC-35BC3846B78B}" type="pres">
      <dgm:prSet presAssocID="{2AFDC35B-E520-4185-8EB0-28F35F678B87}" presName="sp" presStyleCnt="0"/>
      <dgm:spPr/>
    </dgm:pt>
    <dgm:pt modelId="{697118F7-20AA-4D55-BECB-464BCC2F1F89}" type="pres">
      <dgm:prSet presAssocID="{6BB193CD-2BCB-422D-9372-D29AD8AB2E75}" presName="composite" presStyleCnt="0"/>
      <dgm:spPr/>
    </dgm:pt>
    <dgm:pt modelId="{3196A1B1-B062-4292-A00B-1AF4EFB306CF}" type="pres">
      <dgm:prSet presAssocID="{6BB193CD-2BCB-422D-9372-D29AD8AB2E75}" presName="parentText" presStyleLbl="alignNode1" presStyleIdx="2" presStyleCnt="3" custScaleX="10468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927985-2E20-4855-8300-EF608B954011}" type="pres">
      <dgm:prSet presAssocID="{6BB193CD-2BCB-422D-9372-D29AD8AB2E75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8910C1D-C2E2-467F-A0B3-FD5C1B8F460F}" srcId="{68FAD2B8-B928-4799-8BC6-C42A1A6B3879}" destId="{6BB193CD-2BCB-422D-9372-D29AD8AB2E75}" srcOrd="2" destOrd="0" parTransId="{D0BAE843-61C4-4BE8-8261-6D2175944DC1}" sibTransId="{06A098D0-18B0-48CA-8C3E-7CE571CB3224}"/>
    <dgm:cxn modelId="{CF4CCE8C-B1F3-47D4-A3F3-FD64DD36EB13}" type="presOf" srcId="{6BB193CD-2BCB-422D-9372-D29AD8AB2E75}" destId="{3196A1B1-B062-4292-A00B-1AF4EFB306CF}" srcOrd="0" destOrd="0" presId="urn:microsoft.com/office/officeart/2005/8/layout/chevron2"/>
    <dgm:cxn modelId="{456EAC26-8ED9-4C75-A780-F80DA244EAA9}" srcId="{68FAD2B8-B928-4799-8BC6-C42A1A6B3879}" destId="{273FB2FC-BB42-42E4-809F-8792EAAA4D36}" srcOrd="0" destOrd="0" parTransId="{17BCC805-7DE2-4E79-AB12-41972CFF1711}" sibTransId="{17F18A71-D865-418D-A85E-39A103F44ABB}"/>
    <dgm:cxn modelId="{FF9B2A37-BEA2-4D30-B264-F407A08C392F}" srcId="{68FAD2B8-B928-4799-8BC6-C42A1A6B3879}" destId="{6E4FFBC2-6C99-4467-A342-4F646E8105E8}" srcOrd="1" destOrd="0" parTransId="{CB8695D7-F2B2-4A5C-86F8-71EEF31169A7}" sibTransId="{2AFDC35B-E520-4185-8EB0-28F35F678B87}"/>
    <dgm:cxn modelId="{5B7BD29B-AF3D-43E8-8338-7BB3BD724541}" type="presOf" srcId="{AEA98A0A-5971-4387-8F87-30E2E87D1BBC}" destId="{5DF62DFD-4FA4-479D-BACA-0B5672D793AE}" srcOrd="0" destOrd="0" presId="urn:microsoft.com/office/officeart/2005/8/layout/chevron2"/>
    <dgm:cxn modelId="{43CCF9C4-D73F-4F93-933A-AF5D69146885}" type="presOf" srcId="{7C839073-D423-4CF0-A279-F3597BB99994}" destId="{AD927985-2E20-4855-8300-EF608B954011}" srcOrd="0" destOrd="0" presId="urn:microsoft.com/office/officeart/2005/8/layout/chevron2"/>
    <dgm:cxn modelId="{342673E0-9E04-469C-9E28-CFBC7AC3D805}" srcId="{6BB193CD-2BCB-422D-9372-D29AD8AB2E75}" destId="{7C839073-D423-4CF0-A279-F3597BB99994}" srcOrd="0" destOrd="0" parTransId="{10D8E1BB-D0AC-4F07-9026-B9E30A95F081}" sibTransId="{916FB27A-9422-4CA8-BA11-C2E66D4E56DD}"/>
    <dgm:cxn modelId="{0E5CBF72-A618-476F-8809-DCB26A2B5F3B}" srcId="{6E4FFBC2-6C99-4467-A342-4F646E8105E8}" destId="{FD44662F-72BB-4119-801E-24399F494A56}" srcOrd="0" destOrd="0" parTransId="{A0ACF78C-2A10-4E57-9C23-D96F4F134D67}" sibTransId="{F1AB09D1-B363-4BCF-B46E-82A7D9AC74BE}"/>
    <dgm:cxn modelId="{CF11DC53-310C-4500-AFA1-54BBA194239F}" srcId="{273FB2FC-BB42-42E4-809F-8792EAAA4D36}" destId="{AEA98A0A-5971-4387-8F87-30E2E87D1BBC}" srcOrd="0" destOrd="0" parTransId="{BEE051EC-7527-4612-ADD5-9B9F3C8E955D}" sibTransId="{8F1BEA95-EC37-4EE8-8D91-47146E4C7F6E}"/>
    <dgm:cxn modelId="{D3E01A67-54C0-4FF5-942D-36E241CE08AD}" type="presOf" srcId="{FD44662F-72BB-4119-801E-24399F494A56}" destId="{2F79F4EE-99A1-4CEC-8FEE-C636AD274778}" srcOrd="0" destOrd="0" presId="urn:microsoft.com/office/officeart/2005/8/layout/chevron2"/>
    <dgm:cxn modelId="{E7CEADF2-2777-4240-9244-C85F4887EC8C}" type="presOf" srcId="{68FAD2B8-B928-4799-8BC6-C42A1A6B3879}" destId="{BA57226D-E733-47AB-9C1E-7F48998AF898}" srcOrd="0" destOrd="0" presId="urn:microsoft.com/office/officeart/2005/8/layout/chevron2"/>
    <dgm:cxn modelId="{52C7E489-C7D5-4E9E-9232-D0A6A9DC80AA}" type="presOf" srcId="{273FB2FC-BB42-42E4-809F-8792EAAA4D36}" destId="{6597B828-368A-4EAC-99FD-85AB3B3FB0C4}" srcOrd="0" destOrd="0" presId="urn:microsoft.com/office/officeart/2005/8/layout/chevron2"/>
    <dgm:cxn modelId="{1E49D3C5-BA7D-43F2-9B3B-8002B269E8CF}" type="presOf" srcId="{6E4FFBC2-6C99-4467-A342-4F646E8105E8}" destId="{CA3CA37D-96A6-40F5-8283-7F5E5E75CC28}" srcOrd="0" destOrd="0" presId="urn:microsoft.com/office/officeart/2005/8/layout/chevron2"/>
    <dgm:cxn modelId="{70AE9F3B-5CFC-4F96-AB86-9CCAB737CA94}" type="presParOf" srcId="{BA57226D-E733-47AB-9C1E-7F48998AF898}" destId="{CC146864-BFF0-4842-89BF-1105AD66F5D5}" srcOrd="0" destOrd="0" presId="urn:microsoft.com/office/officeart/2005/8/layout/chevron2"/>
    <dgm:cxn modelId="{66DC21BC-952A-4AE0-8CC3-A96E07292EC7}" type="presParOf" srcId="{CC146864-BFF0-4842-89BF-1105AD66F5D5}" destId="{6597B828-368A-4EAC-99FD-85AB3B3FB0C4}" srcOrd="0" destOrd="0" presId="urn:microsoft.com/office/officeart/2005/8/layout/chevron2"/>
    <dgm:cxn modelId="{1629C299-A0EC-4480-8971-D74B55C3D222}" type="presParOf" srcId="{CC146864-BFF0-4842-89BF-1105AD66F5D5}" destId="{5DF62DFD-4FA4-479D-BACA-0B5672D793AE}" srcOrd="1" destOrd="0" presId="urn:microsoft.com/office/officeart/2005/8/layout/chevron2"/>
    <dgm:cxn modelId="{E1D6934F-8864-4F30-B980-7E77401A0CD0}" type="presParOf" srcId="{BA57226D-E733-47AB-9C1E-7F48998AF898}" destId="{33D84CC3-27D8-4296-A650-E0BD45C89460}" srcOrd="1" destOrd="0" presId="urn:microsoft.com/office/officeart/2005/8/layout/chevron2"/>
    <dgm:cxn modelId="{EE787200-E92C-4168-BFC6-0D4175052736}" type="presParOf" srcId="{BA57226D-E733-47AB-9C1E-7F48998AF898}" destId="{8884328B-B7DF-4FEB-88E1-5749EF4A08C1}" srcOrd="2" destOrd="0" presId="urn:microsoft.com/office/officeart/2005/8/layout/chevron2"/>
    <dgm:cxn modelId="{8C473518-C243-466A-A44E-232523A2DEB4}" type="presParOf" srcId="{8884328B-B7DF-4FEB-88E1-5749EF4A08C1}" destId="{CA3CA37D-96A6-40F5-8283-7F5E5E75CC28}" srcOrd="0" destOrd="0" presId="urn:microsoft.com/office/officeart/2005/8/layout/chevron2"/>
    <dgm:cxn modelId="{E33F8B04-01E9-4955-A0F4-ECEF85F42CB1}" type="presParOf" srcId="{8884328B-B7DF-4FEB-88E1-5749EF4A08C1}" destId="{2F79F4EE-99A1-4CEC-8FEE-C636AD274778}" srcOrd="1" destOrd="0" presId="urn:microsoft.com/office/officeart/2005/8/layout/chevron2"/>
    <dgm:cxn modelId="{0E25F22D-C123-42AE-AE99-1C246F06120D}" type="presParOf" srcId="{BA57226D-E733-47AB-9C1E-7F48998AF898}" destId="{A446C02B-6598-45A5-94CC-35BC3846B78B}" srcOrd="3" destOrd="0" presId="urn:microsoft.com/office/officeart/2005/8/layout/chevron2"/>
    <dgm:cxn modelId="{2ADF8546-A94A-4CF2-8402-4DBE47738923}" type="presParOf" srcId="{BA57226D-E733-47AB-9C1E-7F48998AF898}" destId="{697118F7-20AA-4D55-BECB-464BCC2F1F89}" srcOrd="4" destOrd="0" presId="urn:microsoft.com/office/officeart/2005/8/layout/chevron2"/>
    <dgm:cxn modelId="{2A68B354-7823-4BBB-9C82-87C916C7DD2E}" type="presParOf" srcId="{697118F7-20AA-4D55-BECB-464BCC2F1F89}" destId="{3196A1B1-B062-4292-A00B-1AF4EFB306CF}" srcOrd="0" destOrd="0" presId="urn:microsoft.com/office/officeart/2005/8/layout/chevron2"/>
    <dgm:cxn modelId="{65D405D3-C33C-4786-B587-ACC5073A0E9A}" type="presParOf" srcId="{697118F7-20AA-4D55-BECB-464BCC2F1F89}" destId="{AD927985-2E20-4855-8300-EF608B95401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68FAD2B8-B928-4799-8BC6-C42A1A6B3879}" type="doc">
      <dgm:prSet loTypeId="urn:microsoft.com/office/officeart/2005/8/layout/chevron2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57226D-E733-47AB-9C1E-7F48998AF898}" type="pres">
      <dgm:prSet presAssocID="{68FAD2B8-B928-4799-8BC6-C42A1A6B387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94376AAF-D1D2-4809-8F2D-1CBA46FC4036}" type="presOf" srcId="{68FAD2B8-B928-4799-8BC6-C42A1A6B3879}" destId="{BA57226D-E733-47AB-9C1E-7F48998AF898}" srcOrd="0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40819" y="143264"/>
          <a:ext cx="938796" cy="657157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331024"/>
        <a:ext cx="657157" cy="281639"/>
      </dsp:txXfrm>
    </dsp:sp>
    <dsp:sp modelId="{5DF62DFD-4FA4-479D-BACA-0B5672D793AE}">
      <dsp:nvSpPr>
        <dsp:cNvPr id="0" name=""/>
        <dsp:cNvSpPr/>
      </dsp:nvSpPr>
      <dsp:spPr>
        <a:xfrm rot="5400000">
          <a:off x="1905216" y="-1245614"/>
          <a:ext cx="610217" cy="3106335"/>
        </a:xfrm>
        <a:prstGeom prst="round2SameRect">
          <a:avLst/>
        </a:prstGeom>
        <a:solidFill>
          <a:schemeClr val="accent2">
            <a:lumMod val="60000"/>
            <a:lumOff val="4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32233"/>
        <a:ext cx="3076547" cy="550641"/>
      </dsp:txXfrm>
    </dsp:sp>
    <dsp:sp modelId="{CA3CA37D-96A6-40F5-8283-7F5E5E75CC28}">
      <dsp:nvSpPr>
        <dsp:cNvPr id="0" name=""/>
        <dsp:cNvSpPr/>
      </dsp:nvSpPr>
      <dsp:spPr>
        <a:xfrm rot="5400000">
          <a:off x="-140819" y="872753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060513"/>
        <a:ext cx="657157" cy="281639"/>
      </dsp:txXfrm>
    </dsp:sp>
    <dsp:sp modelId="{2F79F4EE-99A1-4CEC-8FEE-C636AD274778}">
      <dsp:nvSpPr>
        <dsp:cNvPr id="0" name=""/>
        <dsp:cNvSpPr/>
      </dsp:nvSpPr>
      <dsp:spPr>
        <a:xfrm rot="5400000">
          <a:off x="1905216" y="-516124"/>
          <a:ext cx="610217" cy="31063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761723"/>
        <a:ext cx="3076547" cy="550641"/>
      </dsp:txXfrm>
    </dsp:sp>
    <dsp:sp modelId="{3196A1B1-B062-4292-A00B-1AF4EFB306CF}">
      <dsp:nvSpPr>
        <dsp:cNvPr id="0" name=""/>
        <dsp:cNvSpPr/>
      </dsp:nvSpPr>
      <dsp:spPr>
        <a:xfrm rot="5400000">
          <a:off x="-140819" y="1602243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790003"/>
        <a:ext cx="657157" cy="281639"/>
      </dsp:txXfrm>
    </dsp:sp>
    <dsp:sp modelId="{AD927985-2E20-4855-8300-EF608B954011}">
      <dsp:nvSpPr>
        <dsp:cNvPr id="0" name=""/>
        <dsp:cNvSpPr/>
      </dsp:nvSpPr>
      <dsp:spPr>
        <a:xfrm rot="5400000">
          <a:off x="1948282" y="213364"/>
          <a:ext cx="524085" cy="31063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Commercial Property coverage part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1530073"/>
        <a:ext cx="3080751" cy="4729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18993" y="103718"/>
          <a:ext cx="911695" cy="70922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59" y="357100"/>
        <a:ext cx="709229" cy="202466"/>
      </dsp:txXfrm>
    </dsp:sp>
    <dsp:sp modelId="{5DF62DFD-4FA4-479D-BACA-0B5672D793AE}">
      <dsp:nvSpPr>
        <dsp:cNvPr id="0" name=""/>
        <dsp:cNvSpPr/>
      </dsp:nvSpPr>
      <dsp:spPr>
        <a:xfrm rot="5400000">
          <a:off x="1922299" y="-1263866"/>
          <a:ext cx="592601" cy="3125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Coverages/ Additional Coverages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5947" y="31414"/>
        <a:ext cx="3096378" cy="534745"/>
      </dsp:txXfrm>
    </dsp:sp>
    <dsp:sp modelId="{CA3CA37D-96A6-40F5-8283-7F5E5E75CC28}">
      <dsp:nvSpPr>
        <dsp:cNvPr id="0" name=""/>
        <dsp:cNvSpPr/>
      </dsp:nvSpPr>
      <dsp:spPr>
        <a:xfrm rot="5400000">
          <a:off x="-126677" y="812483"/>
          <a:ext cx="911695" cy="693862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60" y="1050497"/>
        <a:ext cx="693862" cy="217833"/>
      </dsp:txXfrm>
    </dsp:sp>
    <dsp:sp modelId="{2F79F4EE-99A1-4CEC-8FEE-C636AD274778}">
      <dsp:nvSpPr>
        <dsp:cNvPr id="0" name=""/>
        <dsp:cNvSpPr/>
      </dsp:nvSpPr>
      <dsp:spPr>
        <a:xfrm rot="5400000">
          <a:off x="1914615" y="-562784"/>
          <a:ext cx="592601" cy="3125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Coverage Limits and Rating Factors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48263" y="732496"/>
        <a:ext cx="3096378" cy="534745"/>
      </dsp:txXfrm>
    </dsp:sp>
    <dsp:sp modelId="{3196A1B1-B062-4292-A00B-1AF4EFB306CF}">
      <dsp:nvSpPr>
        <dsp:cNvPr id="0" name=""/>
        <dsp:cNvSpPr/>
      </dsp:nvSpPr>
      <dsp:spPr>
        <a:xfrm rot="5400000">
          <a:off x="-139555" y="1526444"/>
          <a:ext cx="911695" cy="66810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59" y="1738700"/>
        <a:ext cx="668104" cy="243591"/>
      </dsp:txXfrm>
    </dsp:sp>
    <dsp:sp modelId="{AD927985-2E20-4855-8300-EF608B954011}">
      <dsp:nvSpPr>
        <dsp:cNvPr id="0" name=""/>
        <dsp:cNvSpPr/>
      </dsp:nvSpPr>
      <dsp:spPr>
        <a:xfrm rot="5400000">
          <a:off x="1901737" y="138296"/>
          <a:ext cx="592601" cy="3125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Forms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35385" y="1433576"/>
        <a:ext cx="3096378" cy="5347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40819" y="143264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331024"/>
        <a:ext cx="657157" cy="281639"/>
      </dsp:txXfrm>
    </dsp:sp>
    <dsp:sp modelId="{5DF62DFD-4FA4-479D-BACA-0B5672D793AE}">
      <dsp:nvSpPr>
        <dsp:cNvPr id="0" name=""/>
        <dsp:cNvSpPr/>
      </dsp:nvSpPr>
      <dsp:spPr>
        <a:xfrm rot="5400000">
          <a:off x="1905216" y="-1245614"/>
          <a:ext cx="610217" cy="3106335"/>
        </a:xfrm>
        <a:prstGeom prst="round2SameRect">
          <a:avLst/>
        </a:prstGeom>
        <a:solidFill>
          <a:schemeClr val="bg1"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32233"/>
        <a:ext cx="3076547" cy="550641"/>
      </dsp:txXfrm>
    </dsp:sp>
    <dsp:sp modelId="{CA3CA37D-96A6-40F5-8283-7F5E5E75CC28}">
      <dsp:nvSpPr>
        <dsp:cNvPr id="0" name=""/>
        <dsp:cNvSpPr/>
      </dsp:nvSpPr>
      <dsp:spPr>
        <a:xfrm rot="5400000">
          <a:off x="-140819" y="872753"/>
          <a:ext cx="938796" cy="657157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060513"/>
        <a:ext cx="657157" cy="281639"/>
      </dsp:txXfrm>
    </dsp:sp>
    <dsp:sp modelId="{2F79F4EE-99A1-4CEC-8FEE-C636AD274778}">
      <dsp:nvSpPr>
        <dsp:cNvPr id="0" name=""/>
        <dsp:cNvSpPr/>
      </dsp:nvSpPr>
      <dsp:spPr>
        <a:xfrm rot="5400000">
          <a:off x="1905216" y="-516124"/>
          <a:ext cx="610217" cy="3106335"/>
        </a:xfrm>
        <a:prstGeom prst="round2SameRect">
          <a:avLst/>
        </a:prstGeom>
        <a:solidFill>
          <a:schemeClr val="accent2">
            <a:lumMod val="60000"/>
            <a:lumOff val="4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761723"/>
        <a:ext cx="3076547" cy="550641"/>
      </dsp:txXfrm>
    </dsp:sp>
    <dsp:sp modelId="{3196A1B1-B062-4292-A00B-1AF4EFB306CF}">
      <dsp:nvSpPr>
        <dsp:cNvPr id="0" name=""/>
        <dsp:cNvSpPr/>
      </dsp:nvSpPr>
      <dsp:spPr>
        <a:xfrm rot="5400000">
          <a:off x="-140819" y="1602243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790003"/>
        <a:ext cx="657157" cy="281639"/>
      </dsp:txXfrm>
    </dsp:sp>
    <dsp:sp modelId="{AD927985-2E20-4855-8300-EF608B954011}">
      <dsp:nvSpPr>
        <dsp:cNvPr id="0" name=""/>
        <dsp:cNvSpPr/>
      </dsp:nvSpPr>
      <dsp:spPr>
        <a:xfrm rot="5400000">
          <a:off x="1948282" y="213364"/>
          <a:ext cx="524085" cy="31063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Commercial Property coverage part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1530073"/>
        <a:ext cx="3080751" cy="4729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18993" y="103718"/>
          <a:ext cx="911695" cy="70922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59" y="357100"/>
        <a:ext cx="709229" cy="202466"/>
      </dsp:txXfrm>
    </dsp:sp>
    <dsp:sp modelId="{5DF62DFD-4FA4-479D-BACA-0B5672D793AE}">
      <dsp:nvSpPr>
        <dsp:cNvPr id="0" name=""/>
        <dsp:cNvSpPr/>
      </dsp:nvSpPr>
      <dsp:spPr>
        <a:xfrm rot="5400000">
          <a:off x="1922299" y="-1263866"/>
          <a:ext cx="592601" cy="3125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Coverages / Additional Coverages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5947" y="31414"/>
        <a:ext cx="3096378" cy="534745"/>
      </dsp:txXfrm>
    </dsp:sp>
    <dsp:sp modelId="{CA3CA37D-96A6-40F5-8283-7F5E5E75CC28}">
      <dsp:nvSpPr>
        <dsp:cNvPr id="0" name=""/>
        <dsp:cNvSpPr/>
      </dsp:nvSpPr>
      <dsp:spPr>
        <a:xfrm rot="5400000">
          <a:off x="-126677" y="812483"/>
          <a:ext cx="911695" cy="693862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60" y="1050497"/>
        <a:ext cx="693862" cy="217833"/>
      </dsp:txXfrm>
    </dsp:sp>
    <dsp:sp modelId="{2F79F4EE-99A1-4CEC-8FEE-C636AD274778}">
      <dsp:nvSpPr>
        <dsp:cNvPr id="0" name=""/>
        <dsp:cNvSpPr/>
      </dsp:nvSpPr>
      <dsp:spPr>
        <a:xfrm rot="5400000">
          <a:off x="1914615" y="-562784"/>
          <a:ext cx="592601" cy="3125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Coverage Limits and Rating Factors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48263" y="732496"/>
        <a:ext cx="3096378" cy="534745"/>
      </dsp:txXfrm>
    </dsp:sp>
    <dsp:sp modelId="{3196A1B1-B062-4292-A00B-1AF4EFB306CF}">
      <dsp:nvSpPr>
        <dsp:cNvPr id="0" name=""/>
        <dsp:cNvSpPr/>
      </dsp:nvSpPr>
      <dsp:spPr>
        <a:xfrm rot="5400000">
          <a:off x="-139555" y="1526444"/>
          <a:ext cx="911695" cy="66810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59" y="1738700"/>
        <a:ext cx="668104" cy="243591"/>
      </dsp:txXfrm>
    </dsp:sp>
    <dsp:sp modelId="{AD927985-2E20-4855-8300-EF608B954011}">
      <dsp:nvSpPr>
        <dsp:cNvPr id="0" name=""/>
        <dsp:cNvSpPr/>
      </dsp:nvSpPr>
      <dsp:spPr>
        <a:xfrm rot="5400000">
          <a:off x="1901737" y="138296"/>
          <a:ext cx="592601" cy="3125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Forms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35385" y="1433576"/>
        <a:ext cx="3096378" cy="5347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40819" y="143264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331024"/>
        <a:ext cx="657157" cy="281639"/>
      </dsp:txXfrm>
    </dsp:sp>
    <dsp:sp modelId="{5DF62DFD-4FA4-479D-BACA-0B5672D793AE}">
      <dsp:nvSpPr>
        <dsp:cNvPr id="0" name=""/>
        <dsp:cNvSpPr/>
      </dsp:nvSpPr>
      <dsp:spPr>
        <a:xfrm rot="5400000">
          <a:off x="1905216" y="-1245614"/>
          <a:ext cx="610217" cy="3106335"/>
        </a:xfrm>
        <a:prstGeom prst="round2SameRect">
          <a:avLst/>
        </a:pr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32233"/>
        <a:ext cx="3076547" cy="550641"/>
      </dsp:txXfrm>
    </dsp:sp>
    <dsp:sp modelId="{CA3CA37D-96A6-40F5-8283-7F5E5E75CC28}">
      <dsp:nvSpPr>
        <dsp:cNvPr id="0" name=""/>
        <dsp:cNvSpPr/>
      </dsp:nvSpPr>
      <dsp:spPr>
        <a:xfrm rot="5400000">
          <a:off x="-140819" y="872753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060513"/>
        <a:ext cx="657157" cy="281639"/>
      </dsp:txXfrm>
    </dsp:sp>
    <dsp:sp modelId="{2F79F4EE-99A1-4CEC-8FEE-C636AD274778}">
      <dsp:nvSpPr>
        <dsp:cNvPr id="0" name=""/>
        <dsp:cNvSpPr/>
      </dsp:nvSpPr>
      <dsp:spPr>
        <a:xfrm rot="5400000">
          <a:off x="1905216" y="-516124"/>
          <a:ext cx="610217" cy="31063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761723"/>
        <a:ext cx="3076547" cy="550641"/>
      </dsp:txXfrm>
    </dsp:sp>
    <dsp:sp modelId="{3196A1B1-B062-4292-A00B-1AF4EFB306CF}">
      <dsp:nvSpPr>
        <dsp:cNvPr id="0" name=""/>
        <dsp:cNvSpPr/>
      </dsp:nvSpPr>
      <dsp:spPr>
        <a:xfrm rot="5400000">
          <a:off x="-140819" y="1602243"/>
          <a:ext cx="938796" cy="657157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790003"/>
        <a:ext cx="657157" cy="281639"/>
      </dsp:txXfrm>
    </dsp:sp>
    <dsp:sp modelId="{AD927985-2E20-4855-8300-EF608B954011}">
      <dsp:nvSpPr>
        <dsp:cNvPr id="0" name=""/>
        <dsp:cNvSpPr/>
      </dsp:nvSpPr>
      <dsp:spPr>
        <a:xfrm rot="5400000">
          <a:off x="1948282" y="213364"/>
          <a:ext cx="524085" cy="3106335"/>
        </a:xfrm>
        <a:prstGeom prst="round2SameRect">
          <a:avLst/>
        </a:prstGeom>
        <a:solidFill>
          <a:schemeClr val="accent2">
            <a:lumMod val="60000"/>
            <a:lumOff val="4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Commercial Property coverage part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1530073"/>
        <a:ext cx="3080751" cy="47291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18993" y="103718"/>
          <a:ext cx="911695" cy="70922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59" y="357100"/>
        <a:ext cx="709229" cy="202466"/>
      </dsp:txXfrm>
    </dsp:sp>
    <dsp:sp modelId="{5DF62DFD-4FA4-479D-BACA-0B5672D793AE}">
      <dsp:nvSpPr>
        <dsp:cNvPr id="0" name=""/>
        <dsp:cNvSpPr/>
      </dsp:nvSpPr>
      <dsp:spPr>
        <a:xfrm rot="5400000">
          <a:off x="1922299" y="-1263866"/>
          <a:ext cx="592601" cy="3125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Coverages/ Additional Coverages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5947" y="31414"/>
        <a:ext cx="3096378" cy="534745"/>
      </dsp:txXfrm>
    </dsp:sp>
    <dsp:sp modelId="{CA3CA37D-96A6-40F5-8283-7F5E5E75CC28}">
      <dsp:nvSpPr>
        <dsp:cNvPr id="0" name=""/>
        <dsp:cNvSpPr/>
      </dsp:nvSpPr>
      <dsp:spPr>
        <a:xfrm rot="5400000">
          <a:off x="-126677" y="812483"/>
          <a:ext cx="911695" cy="693862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60" y="1050497"/>
        <a:ext cx="693862" cy="217833"/>
      </dsp:txXfrm>
    </dsp:sp>
    <dsp:sp modelId="{2F79F4EE-99A1-4CEC-8FEE-C636AD274778}">
      <dsp:nvSpPr>
        <dsp:cNvPr id="0" name=""/>
        <dsp:cNvSpPr/>
      </dsp:nvSpPr>
      <dsp:spPr>
        <a:xfrm rot="5400000">
          <a:off x="1914615" y="-562784"/>
          <a:ext cx="592601" cy="3125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Coverage Limits and Rating Factors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48263" y="732496"/>
        <a:ext cx="3096378" cy="534745"/>
      </dsp:txXfrm>
    </dsp:sp>
    <dsp:sp modelId="{3196A1B1-B062-4292-A00B-1AF4EFB306CF}">
      <dsp:nvSpPr>
        <dsp:cNvPr id="0" name=""/>
        <dsp:cNvSpPr/>
      </dsp:nvSpPr>
      <dsp:spPr>
        <a:xfrm rot="5400000">
          <a:off x="-139555" y="1526444"/>
          <a:ext cx="911695" cy="66810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59" y="1738700"/>
        <a:ext cx="668104" cy="243591"/>
      </dsp:txXfrm>
    </dsp:sp>
    <dsp:sp modelId="{AD927985-2E20-4855-8300-EF608B954011}">
      <dsp:nvSpPr>
        <dsp:cNvPr id="0" name=""/>
        <dsp:cNvSpPr/>
      </dsp:nvSpPr>
      <dsp:spPr>
        <a:xfrm rot="5400000">
          <a:off x="1901737" y="138296"/>
          <a:ext cx="592601" cy="3125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Forms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35385" y="1433576"/>
        <a:ext cx="3096378" cy="53474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40819" y="143264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331024"/>
        <a:ext cx="657157" cy="281639"/>
      </dsp:txXfrm>
    </dsp:sp>
    <dsp:sp modelId="{5DF62DFD-4FA4-479D-BACA-0B5672D793AE}">
      <dsp:nvSpPr>
        <dsp:cNvPr id="0" name=""/>
        <dsp:cNvSpPr/>
      </dsp:nvSpPr>
      <dsp:spPr>
        <a:xfrm rot="5400000">
          <a:off x="1905216" y="-1245614"/>
          <a:ext cx="610217" cy="3106335"/>
        </a:xfrm>
        <a:prstGeom prst="round2SameRect">
          <a:avLst/>
        </a:pr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32233"/>
        <a:ext cx="3076547" cy="550641"/>
      </dsp:txXfrm>
    </dsp:sp>
    <dsp:sp modelId="{CA3CA37D-96A6-40F5-8283-7F5E5E75CC28}">
      <dsp:nvSpPr>
        <dsp:cNvPr id="0" name=""/>
        <dsp:cNvSpPr/>
      </dsp:nvSpPr>
      <dsp:spPr>
        <a:xfrm rot="5400000">
          <a:off x="-140819" y="872753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060513"/>
        <a:ext cx="657157" cy="281639"/>
      </dsp:txXfrm>
    </dsp:sp>
    <dsp:sp modelId="{2F79F4EE-99A1-4CEC-8FEE-C636AD274778}">
      <dsp:nvSpPr>
        <dsp:cNvPr id="0" name=""/>
        <dsp:cNvSpPr/>
      </dsp:nvSpPr>
      <dsp:spPr>
        <a:xfrm rot="5400000">
          <a:off x="1905216" y="-516124"/>
          <a:ext cx="610217" cy="31063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761723"/>
        <a:ext cx="3076547" cy="550641"/>
      </dsp:txXfrm>
    </dsp:sp>
    <dsp:sp modelId="{3196A1B1-B062-4292-A00B-1AF4EFB306CF}">
      <dsp:nvSpPr>
        <dsp:cNvPr id="0" name=""/>
        <dsp:cNvSpPr/>
      </dsp:nvSpPr>
      <dsp:spPr>
        <a:xfrm rot="5400000">
          <a:off x="-140819" y="1602243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790003"/>
        <a:ext cx="657157" cy="281639"/>
      </dsp:txXfrm>
    </dsp:sp>
    <dsp:sp modelId="{AD927985-2E20-4855-8300-EF608B954011}">
      <dsp:nvSpPr>
        <dsp:cNvPr id="0" name=""/>
        <dsp:cNvSpPr/>
      </dsp:nvSpPr>
      <dsp:spPr>
        <a:xfrm rot="5400000">
          <a:off x="1948282" y="213364"/>
          <a:ext cx="524085" cy="31063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Commercial Property coverage part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1530073"/>
        <a:ext cx="3080751" cy="47291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18993" y="103718"/>
          <a:ext cx="911695" cy="709229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59" y="357100"/>
        <a:ext cx="709229" cy="202466"/>
      </dsp:txXfrm>
    </dsp:sp>
    <dsp:sp modelId="{5DF62DFD-4FA4-479D-BACA-0B5672D793AE}">
      <dsp:nvSpPr>
        <dsp:cNvPr id="0" name=""/>
        <dsp:cNvSpPr/>
      </dsp:nvSpPr>
      <dsp:spPr>
        <a:xfrm rot="5400000">
          <a:off x="1922299" y="-1263866"/>
          <a:ext cx="592601" cy="3125306"/>
        </a:xfrm>
        <a:prstGeom prst="round2SameRect">
          <a:avLst/>
        </a:prstGeom>
        <a:solidFill>
          <a:schemeClr val="accent2">
            <a:lumMod val="60000"/>
            <a:lumOff val="4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Coverages/ Additional Coverages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5947" y="31414"/>
        <a:ext cx="3096378" cy="534745"/>
      </dsp:txXfrm>
    </dsp:sp>
    <dsp:sp modelId="{CA3CA37D-96A6-40F5-8283-7F5E5E75CC28}">
      <dsp:nvSpPr>
        <dsp:cNvPr id="0" name=""/>
        <dsp:cNvSpPr/>
      </dsp:nvSpPr>
      <dsp:spPr>
        <a:xfrm rot="5400000">
          <a:off x="-126677" y="812483"/>
          <a:ext cx="911695" cy="693862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60" y="1050497"/>
        <a:ext cx="693862" cy="217833"/>
      </dsp:txXfrm>
    </dsp:sp>
    <dsp:sp modelId="{2F79F4EE-99A1-4CEC-8FEE-C636AD274778}">
      <dsp:nvSpPr>
        <dsp:cNvPr id="0" name=""/>
        <dsp:cNvSpPr/>
      </dsp:nvSpPr>
      <dsp:spPr>
        <a:xfrm rot="5400000">
          <a:off x="1914615" y="-562784"/>
          <a:ext cx="592601" cy="3125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Coverage Limits and Rating Factors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48263" y="732496"/>
        <a:ext cx="3096378" cy="534745"/>
      </dsp:txXfrm>
    </dsp:sp>
    <dsp:sp modelId="{3196A1B1-B062-4292-A00B-1AF4EFB306CF}">
      <dsp:nvSpPr>
        <dsp:cNvPr id="0" name=""/>
        <dsp:cNvSpPr/>
      </dsp:nvSpPr>
      <dsp:spPr>
        <a:xfrm rot="5400000">
          <a:off x="-139555" y="1526444"/>
          <a:ext cx="911695" cy="66810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59" y="1738700"/>
        <a:ext cx="668104" cy="243591"/>
      </dsp:txXfrm>
    </dsp:sp>
    <dsp:sp modelId="{AD927985-2E20-4855-8300-EF608B954011}">
      <dsp:nvSpPr>
        <dsp:cNvPr id="0" name=""/>
        <dsp:cNvSpPr/>
      </dsp:nvSpPr>
      <dsp:spPr>
        <a:xfrm rot="5400000">
          <a:off x="1901737" y="138296"/>
          <a:ext cx="592601" cy="3125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Forms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35385" y="1433576"/>
        <a:ext cx="3096378" cy="53474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40819" y="143264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331024"/>
        <a:ext cx="657157" cy="281639"/>
      </dsp:txXfrm>
    </dsp:sp>
    <dsp:sp modelId="{5DF62DFD-4FA4-479D-BACA-0B5672D793AE}">
      <dsp:nvSpPr>
        <dsp:cNvPr id="0" name=""/>
        <dsp:cNvSpPr/>
      </dsp:nvSpPr>
      <dsp:spPr>
        <a:xfrm rot="5400000">
          <a:off x="1905216" y="-1245614"/>
          <a:ext cx="610217" cy="3106335"/>
        </a:xfrm>
        <a:prstGeom prst="round2SameRect">
          <a:avLst/>
        </a:pr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32233"/>
        <a:ext cx="3076547" cy="550641"/>
      </dsp:txXfrm>
    </dsp:sp>
    <dsp:sp modelId="{CA3CA37D-96A6-40F5-8283-7F5E5E75CC28}">
      <dsp:nvSpPr>
        <dsp:cNvPr id="0" name=""/>
        <dsp:cNvSpPr/>
      </dsp:nvSpPr>
      <dsp:spPr>
        <a:xfrm rot="5400000">
          <a:off x="-140819" y="872753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060513"/>
        <a:ext cx="657157" cy="281639"/>
      </dsp:txXfrm>
    </dsp:sp>
    <dsp:sp modelId="{2F79F4EE-99A1-4CEC-8FEE-C636AD274778}">
      <dsp:nvSpPr>
        <dsp:cNvPr id="0" name=""/>
        <dsp:cNvSpPr/>
      </dsp:nvSpPr>
      <dsp:spPr>
        <a:xfrm rot="5400000">
          <a:off x="1905216" y="-516124"/>
          <a:ext cx="610217" cy="31063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761723"/>
        <a:ext cx="3076547" cy="550641"/>
      </dsp:txXfrm>
    </dsp:sp>
    <dsp:sp modelId="{3196A1B1-B062-4292-A00B-1AF4EFB306CF}">
      <dsp:nvSpPr>
        <dsp:cNvPr id="0" name=""/>
        <dsp:cNvSpPr/>
      </dsp:nvSpPr>
      <dsp:spPr>
        <a:xfrm rot="5400000">
          <a:off x="-140819" y="1602243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790003"/>
        <a:ext cx="657157" cy="281639"/>
      </dsp:txXfrm>
    </dsp:sp>
    <dsp:sp modelId="{AD927985-2E20-4855-8300-EF608B954011}">
      <dsp:nvSpPr>
        <dsp:cNvPr id="0" name=""/>
        <dsp:cNvSpPr/>
      </dsp:nvSpPr>
      <dsp:spPr>
        <a:xfrm rot="5400000">
          <a:off x="1948282" y="213364"/>
          <a:ext cx="524085" cy="31063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Commercial Property coverage part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1530073"/>
        <a:ext cx="3080751" cy="47291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18993" y="103718"/>
          <a:ext cx="911695" cy="709229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59" y="357100"/>
        <a:ext cx="709229" cy="202466"/>
      </dsp:txXfrm>
    </dsp:sp>
    <dsp:sp modelId="{5DF62DFD-4FA4-479D-BACA-0B5672D793AE}">
      <dsp:nvSpPr>
        <dsp:cNvPr id="0" name=""/>
        <dsp:cNvSpPr/>
      </dsp:nvSpPr>
      <dsp:spPr>
        <a:xfrm rot="5400000">
          <a:off x="1922299" y="-1263866"/>
          <a:ext cx="592601" cy="3125306"/>
        </a:xfrm>
        <a:prstGeom prst="round2SameRect">
          <a:avLst/>
        </a:prstGeom>
        <a:solidFill>
          <a:schemeClr val="accent2">
            <a:lumMod val="60000"/>
            <a:lumOff val="4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Coverages/ Additional Coverages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5947" y="31414"/>
        <a:ext cx="3096378" cy="534745"/>
      </dsp:txXfrm>
    </dsp:sp>
    <dsp:sp modelId="{CA3CA37D-96A6-40F5-8283-7F5E5E75CC28}">
      <dsp:nvSpPr>
        <dsp:cNvPr id="0" name=""/>
        <dsp:cNvSpPr/>
      </dsp:nvSpPr>
      <dsp:spPr>
        <a:xfrm rot="5400000">
          <a:off x="-126677" y="812483"/>
          <a:ext cx="911695" cy="693862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60" y="1050497"/>
        <a:ext cx="693862" cy="217833"/>
      </dsp:txXfrm>
    </dsp:sp>
    <dsp:sp modelId="{2F79F4EE-99A1-4CEC-8FEE-C636AD274778}">
      <dsp:nvSpPr>
        <dsp:cNvPr id="0" name=""/>
        <dsp:cNvSpPr/>
      </dsp:nvSpPr>
      <dsp:spPr>
        <a:xfrm rot="5400000">
          <a:off x="1914615" y="-562784"/>
          <a:ext cx="592601" cy="3125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Coverage Limits and Rating Factors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48263" y="732496"/>
        <a:ext cx="3096378" cy="534745"/>
      </dsp:txXfrm>
    </dsp:sp>
    <dsp:sp modelId="{3196A1B1-B062-4292-A00B-1AF4EFB306CF}">
      <dsp:nvSpPr>
        <dsp:cNvPr id="0" name=""/>
        <dsp:cNvSpPr/>
      </dsp:nvSpPr>
      <dsp:spPr>
        <a:xfrm rot="5400000">
          <a:off x="-139555" y="1526444"/>
          <a:ext cx="911695" cy="66810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59" y="1738700"/>
        <a:ext cx="668104" cy="243591"/>
      </dsp:txXfrm>
    </dsp:sp>
    <dsp:sp modelId="{AD927985-2E20-4855-8300-EF608B954011}">
      <dsp:nvSpPr>
        <dsp:cNvPr id="0" name=""/>
        <dsp:cNvSpPr/>
      </dsp:nvSpPr>
      <dsp:spPr>
        <a:xfrm rot="5400000">
          <a:off x="1901737" y="138296"/>
          <a:ext cx="592601" cy="3125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Forms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35385" y="1433576"/>
        <a:ext cx="3096378" cy="53474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40819" y="143264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331024"/>
        <a:ext cx="657157" cy="281639"/>
      </dsp:txXfrm>
    </dsp:sp>
    <dsp:sp modelId="{5DF62DFD-4FA4-479D-BACA-0B5672D793AE}">
      <dsp:nvSpPr>
        <dsp:cNvPr id="0" name=""/>
        <dsp:cNvSpPr/>
      </dsp:nvSpPr>
      <dsp:spPr>
        <a:xfrm rot="5400000">
          <a:off x="1905216" y="-1245614"/>
          <a:ext cx="610217" cy="3106335"/>
        </a:xfrm>
        <a:prstGeom prst="round2SameRect">
          <a:avLst/>
        </a:pr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32233"/>
        <a:ext cx="3076547" cy="550641"/>
      </dsp:txXfrm>
    </dsp:sp>
    <dsp:sp modelId="{CA3CA37D-96A6-40F5-8283-7F5E5E75CC28}">
      <dsp:nvSpPr>
        <dsp:cNvPr id="0" name=""/>
        <dsp:cNvSpPr/>
      </dsp:nvSpPr>
      <dsp:spPr>
        <a:xfrm rot="5400000">
          <a:off x="-140819" y="872753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060513"/>
        <a:ext cx="657157" cy="281639"/>
      </dsp:txXfrm>
    </dsp:sp>
    <dsp:sp modelId="{2F79F4EE-99A1-4CEC-8FEE-C636AD274778}">
      <dsp:nvSpPr>
        <dsp:cNvPr id="0" name=""/>
        <dsp:cNvSpPr/>
      </dsp:nvSpPr>
      <dsp:spPr>
        <a:xfrm rot="5400000">
          <a:off x="1905216" y="-516124"/>
          <a:ext cx="610217" cy="31063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761723"/>
        <a:ext cx="3076547" cy="550641"/>
      </dsp:txXfrm>
    </dsp:sp>
    <dsp:sp modelId="{3196A1B1-B062-4292-A00B-1AF4EFB306CF}">
      <dsp:nvSpPr>
        <dsp:cNvPr id="0" name=""/>
        <dsp:cNvSpPr/>
      </dsp:nvSpPr>
      <dsp:spPr>
        <a:xfrm rot="5400000">
          <a:off x="-140819" y="1602243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790003"/>
        <a:ext cx="657157" cy="281639"/>
      </dsp:txXfrm>
    </dsp:sp>
    <dsp:sp modelId="{AD927985-2E20-4855-8300-EF608B954011}">
      <dsp:nvSpPr>
        <dsp:cNvPr id="0" name=""/>
        <dsp:cNvSpPr/>
      </dsp:nvSpPr>
      <dsp:spPr>
        <a:xfrm rot="5400000">
          <a:off x="1948282" y="213364"/>
          <a:ext cx="524085" cy="31063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Commercial Property coverage part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1530073"/>
        <a:ext cx="3080751" cy="47291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18993" y="103718"/>
          <a:ext cx="911695" cy="70922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59" y="357100"/>
        <a:ext cx="709229" cy="202466"/>
      </dsp:txXfrm>
    </dsp:sp>
    <dsp:sp modelId="{5DF62DFD-4FA4-479D-BACA-0B5672D793AE}">
      <dsp:nvSpPr>
        <dsp:cNvPr id="0" name=""/>
        <dsp:cNvSpPr/>
      </dsp:nvSpPr>
      <dsp:spPr>
        <a:xfrm rot="5400000">
          <a:off x="1922299" y="-1263866"/>
          <a:ext cx="592601" cy="3125306"/>
        </a:xfrm>
        <a:prstGeom prst="round2SameRect">
          <a:avLst/>
        </a:pr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Coverages/ Additional Coverages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5947" y="31414"/>
        <a:ext cx="3096378" cy="534745"/>
      </dsp:txXfrm>
    </dsp:sp>
    <dsp:sp modelId="{CA3CA37D-96A6-40F5-8283-7F5E5E75CC28}">
      <dsp:nvSpPr>
        <dsp:cNvPr id="0" name=""/>
        <dsp:cNvSpPr/>
      </dsp:nvSpPr>
      <dsp:spPr>
        <a:xfrm rot="5400000">
          <a:off x="-126677" y="812483"/>
          <a:ext cx="911695" cy="693862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60" y="1050497"/>
        <a:ext cx="693862" cy="217833"/>
      </dsp:txXfrm>
    </dsp:sp>
    <dsp:sp modelId="{2F79F4EE-99A1-4CEC-8FEE-C636AD274778}">
      <dsp:nvSpPr>
        <dsp:cNvPr id="0" name=""/>
        <dsp:cNvSpPr/>
      </dsp:nvSpPr>
      <dsp:spPr>
        <a:xfrm rot="5400000">
          <a:off x="1914615" y="-562784"/>
          <a:ext cx="592601" cy="3125306"/>
        </a:xfrm>
        <a:prstGeom prst="round2SameRect">
          <a:avLst/>
        </a:prstGeom>
        <a:solidFill>
          <a:schemeClr val="accent2">
            <a:lumMod val="60000"/>
            <a:lumOff val="4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smtClean="0">
              <a:latin typeface="Segoe UI" panose="020B0502040204020203" pitchFamily="34" charset="0"/>
              <a:cs typeface="Segoe UI" panose="020B0502040204020203" pitchFamily="34" charset="0"/>
            </a:rPr>
            <a:t>Coverage Limits and Rating Factors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48263" y="732496"/>
        <a:ext cx="3096378" cy="534745"/>
      </dsp:txXfrm>
    </dsp:sp>
    <dsp:sp modelId="{3196A1B1-B062-4292-A00B-1AF4EFB306CF}">
      <dsp:nvSpPr>
        <dsp:cNvPr id="0" name=""/>
        <dsp:cNvSpPr/>
      </dsp:nvSpPr>
      <dsp:spPr>
        <a:xfrm rot="5400000">
          <a:off x="-139555" y="1526444"/>
          <a:ext cx="911695" cy="66810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59" y="1738700"/>
        <a:ext cx="668104" cy="243591"/>
      </dsp:txXfrm>
    </dsp:sp>
    <dsp:sp modelId="{AD927985-2E20-4855-8300-EF608B954011}">
      <dsp:nvSpPr>
        <dsp:cNvPr id="0" name=""/>
        <dsp:cNvSpPr/>
      </dsp:nvSpPr>
      <dsp:spPr>
        <a:xfrm rot="5400000">
          <a:off x="1901737" y="138296"/>
          <a:ext cx="592601" cy="3125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Forms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35385" y="1433576"/>
        <a:ext cx="3096378" cy="53474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40819" y="143264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331024"/>
        <a:ext cx="657157" cy="281639"/>
      </dsp:txXfrm>
    </dsp:sp>
    <dsp:sp modelId="{5DF62DFD-4FA4-479D-BACA-0B5672D793AE}">
      <dsp:nvSpPr>
        <dsp:cNvPr id="0" name=""/>
        <dsp:cNvSpPr/>
      </dsp:nvSpPr>
      <dsp:spPr>
        <a:xfrm rot="5400000">
          <a:off x="1905216" y="-1245614"/>
          <a:ext cx="610217" cy="3106335"/>
        </a:xfrm>
        <a:prstGeom prst="round2SameRect">
          <a:avLst/>
        </a:pr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32233"/>
        <a:ext cx="3076547" cy="550641"/>
      </dsp:txXfrm>
    </dsp:sp>
    <dsp:sp modelId="{CA3CA37D-96A6-40F5-8283-7F5E5E75CC28}">
      <dsp:nvSpPr>
        <dsp:cNvPr id="0" name=""/>
        <dsp:cNvSpPr/>
      </dsp:nvSpPr>
      <dsp:spPr>
        <a:xfrm rot="5400000">
          <a:off x="-140819" y="872753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060513"/>
        <a:ext cx="657157" cy="281639"/>
      </dsp:txXfrm>
    </dsp:sp>
    <dsp:sp modelId="{2F79F4EE-99A1-4CEC-8FEE-C636AD274778}">
      <dsp:nvSpPr>
        <dsp:cNvPr id="0" name=""/>
        <dsp:cNvSpPr/>
      </dsp:nvSpPr>
      <dsp:spPr>
        <a:xfrm rot="5400000">
          <a:off x="1905216" y="-516124"/>
          <a:ext cx="610217" cy="31063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761723"/>
        <a:ext cx="3076547" cy="550641"/>
      </dsp:txXfrm>
    </dsp:sp>
    <dsp:sp modelId="{3196A1B1-B062-4292-A00B-1AF4EFB306CF}">
      <dsp:nvSpPr>
        <dsp:cNvPr id="0" name=""/>
        <dsp:cNvSpPr/>
      </dsp:nvSpPr>
      <dsp:spPr>
        <a:xfrm rot="5400000">
          <a:off x="-140819" y="1602243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790003"/>
        <a:ext cx="657157" cy="281639"/>
      </dsp:txXfrm>
    </dsp:sp>
    <dsp:sp modelId="{AD927985-2E20-4855-8300-EF608B954011}">
      <dsp:nvSpPr>
        <dsp:cNvPr id="0" name=""/>
        <dsp:cNvSpPr/>
      </dsp:nvSpPr>
      <dsp:spPr>
        <a:xfrm rot="5400000">
          <a:off x="1948282" y="213364"/>
          <a:ext cx="524085" cy="31063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Commercial Property coverage part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1530073"/>
        <a:ext cx="3080751" cy="47291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18993" y="103718"/>
          <a:ext cx="911695" cy="70922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59" y="357100"/>
        <a:ext cx="709229" cy="202466"/>
      </dsp:txXfrm>
    </dsp:sp>
    <dsp:sp modelId="{5DF62DFD-4FA4-479D-BACA-0B5672D793AE}">
      <dsp:nvSpPr>
        <dsp:cNvPr id="0" name=""/>
        <dsp:cNvSpPr/>
      </dsp:nvSpPr>
      <dsp:spPr>
        <a:xfrm rot="5400000">
          <a:off x="1922299" y="-1263866"/>
          <a:ext cx="592601" cy="3125306"/>
        </a:xfrm>
        <a:prstGeom prst="round2SameRect">
          <a:avLst/>
        </a:pr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Coverages/ Additional Coverages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5947" y="31414"/>
        <a:ext cx="3096378" cy="534745"/>
      </dsp:txXfrm>
    </dsp:sp>
    <dsp:sp modelId="{CA3CA37D-96A6-40F5-8283-7F5E5E75CC28}">
      <dsp:nvSpPr>
        <dsp:cNvPr id="0" name=""/>
        <dsp:cNvSpPr/>
      </dsp:nvSpPr>
      <dsp:spPr>
        <a:xfrm rot="5400000">
          <a:off x="-126677" y="812483"/>
          <a:ext cx="911695" cy="693862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60" y="1050497"/>
        <a:ext cx="693862" cy="217833"/>
      </dsp:txXfrm>
    </dsp:sp>
    <dsp:sp modelId="{2F79F4EE-99A1-4CEC-8FEE-C636AD274778}">
      <dsp:nvSpPr>
        <dsp:cNvPr id="0" name=""/>
        <dsp:cNvSpPr/>
      </dsp:nvSpPr>
      <dsp:spPr>
        <a:xfrm rot="5400000">
          <a:off x="1914615" y="-562784"/>
          <a:ext cx="592601" cy="3125306"/>
        </a:xfrm>
        <a:prstGeom prst="round2SameRect">
          <a:avLst/>
        </a:prstGeom>
        <a:solidFill>
          <a:schemeClr val="accent2">
            <a:lumMod val="60000"/>
            <a:lumOff val="4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smtClean="0">
              <a:latin typeface="Segoe UI" panose="020B0502040204020203" pitchFamily="34" charset="0"/>
              <a:cs typeface="Segoe UI" panose="020B0502040204020203" pitchFamily="34" charset="0"/>
            </a:rPr>
            <a:t>Coverage Limits and Rating Factors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48263" y="732496"/>
        <a:ext cx="3096378" cy="534745"/>
      </dsp:txXfrm>
    </dsp:sp>
    <dsp:sp modelId="{3196A1B1-B062-4292-A00B-1AF4EFB306CF}">
      <dsp:nvSpPr>
        <dsp:cNvPr id="0" name=""/>
        <dsp:cNvSpPr/>
      </dsp:nvSpPr>
      <dsp:spPr>
        <a:xfrm rot="5400000">
          <a:off x="-139555" y="1526444"/>
          <a:ext cx="911695" cy="66810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59" y="1738700"/>
        <a:ext cx="668104" cy="243591"/>
      </dsp:txXfrm>
    </dsp:sp>
    <dsp:sp modelId="{AD927985-2E20-4855-8300-EF608B954011}">
      <dsp:nvSpPr>
        <dsp:cNvPr id="0" name=""/>
        <dsp:cNvSpPr/>
      </dsp:nvSpPr>
      <dsp:spPr>
        <a:xfrm rot="5400000">
          <a:off x="1901737" y="138296"/>
          <a:ext cx="592601" cy="3125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Forms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35385" y="1433576"/>
        <a:ext cx="3096378" cy="534745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40819" y="143264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331024"/>
        <a:ext cx="657157" cy="281639"/>
      </dsp:txXfrm>
    </dsp:sp>
    <dsp:sp modelId="{5DF62DFD-4FA4-479D-BACA-0B5672D793AE}">
      <dsp:nvSpPr>
        <dsp:cNvPr id="0" name=""/>
        <dsp:cNvSpPr/>
      </dsp:nvSpPr>
      <dsp:spPr>
        <a:xfrm rot="5400000">
          <a:off x="1905216" y="-1245614"/>
          <a:ext cx="610217" cy="3106335"/>
        </a:xfrm>
        <a:prstGeom prst="round2SameRect">
          <a:avLst/>
        </a:pr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32233"/>
        <a:ext cx="3076547" cy="550641"/>
      </dsp:txXfrm>
    </dsp:sp>
    <dsp:sp modelId="{CA3CA37D-96A6-40F5-8283-7F5E5E75CC28}">
      <dsp:nvSpPr>
        <dsp:cNvPr id="0" name=""/>
        <dsp:cNvSpPr/>
      </dsp:nvSpPr>
      <dsp:spPr>
        <a:xfrm rot="5400000">
          <a:off x="-140819" y="872753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060513"/>
        <a:ext cx="657157" cy="281639"/>
      </dsp:txXfrm>
    </dsp:sp>
    <dsp:sp modelId="{2F79F4EE-99A1-4CEC-8FEE-C636AD274778}">
      <dsp:nvSpPr>
        <dsp:cNvPr id="0" name=""/>
        <dsp:cNvSpPr/>
      </dsp:nvSpPr>
      <dsp:spPr>
        <a:xfrm rot="5400000">
          <a:off x="1905216" y="-516124"/>
          <a:ext cx="610217" cy="31063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761723"/>
        <a:ext cx="3076547" cy="550641"/>
      </dsp:txXfrm>
    </dsp:sp>
    <dsp:sp modelId="{3196A1B1-B062-4292-A00B-1AF4EFB306CF}">
      <dsp:nvSpPr>
        <dsp:cNvPr id="0" name=""/>
        <dsp:cNvSpPr/>
      </dsp:nvSpPr>
      <dsp:spPr>
        <a:xfrm rot="5400000">
          <a:off x="-140819" y="1602243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790003"/>
        <a:ext cx="657157" cy="281639"/>
      </dsp:txXfrm>
    </dsp:sp>
    <dsp:sp modelId="{AD927985-2E20-4855-8300-EF608B954011}">
      <dsp:nvSpPr>
        <dsp:cNvPr id="0" name=""/>
        <dsp:cNvSpPr/>
      </dsp:nvSpPr>
      <dsp:spPr>
        <a:xfrm rot="5400000">
          <a:off x="1948282" y="213364"/>
          <a:ext cx="524085" cy="31063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Commercial Property coverage part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1530073"/>
        <a:ext cx="3080751" cy="472917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18993" y="103718"/>
          <a:ext cx="911695" cy="70922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59" y="357100"/>
        <a:ext cx="709229" cy="202466"/>
      </dsp:txXfrm>
    </dsp:sp>
    <dsp:sp modelId="{5DF62DFD-4FA4-479D-BACA-0B5672D793AE}">
      <dsp:nvSpPr>
        <dsp:cNvPr id="0" name=""/>
        <dsp:cNvSpPr/>
      </dsp:nvSpPr>
      <dsp:spPr>
        <a:xfrm rot="5400000">
          <a:off x="1922299" y="-1263866"/>
          <a:ext cx="592601" cy="3125306"/>
        </a:xfrm>
        <a:prstGeom prst="round2SameRect">
          <a:avLst/>
        </a:pr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Coverages/ Additional Coverages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5947" y="31414"/>
        <a:ext cx="3096378" cy="534745"/>
      </dsp:txXfrm>
    </dsp:sp>
    <dsp:sp modelId="{CA3CA37D-96A6-40F5-8283-7F5E5E75CC28}">
      <dsp:nvSpPr>
        <dsp:cNvPr id="0" name=""/>
        <dsp:cNvSpPr/>
      </dsp:nvSpPr>
      <dsp:spPr>
        <a:xfrm rot="5400000">
          <a:off x="-126677" y="812483"/>
          <a:ext cx="911695" cy="693862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60" y="1050497"/>
        <a:ext cx="693862" cy="217833"/>
      </dsp:txXfrm>
    </dsp:sp>
    <dsp:sp modelId="{2F79F4EE-99A1-4CEC-8FEE-C636AD274778}">
      <dsp:nvSpPr>
        <dsp:cNvPr id="0" name=""/>
        <dsp:cNvSpPr/>
      </dsp:nvSpPr>
      <dsp:spPr>
        <a:xfrm rot="5400000">
          <a:off x="1914615" y="-562784"/>
          <a:ext cx="592601" cy="3125306"/>
        </a:xfrm>
        <a:prstGeom prst="round2SameRect">
          <a:avLst/>
        </a:prstGeom>
        <a:solidFill>
          <a:schemeClr val="accent2">
            <a:lumMod val="60000"/>
            <a:lumOff val="4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smtClean="0">
              <a:latin typeface="Segoe UI" panose="020B0502040204020203" pitchFamily="34" charset="0"/>
              <a:cs typeface="Segoe UI" panose="020B0502040204020203" pitchFamily="34" charset="0"/>
            </a:rPr>
            <a:t>Coverage Limits and Rating Factors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48263" y="732496"/>
        <a:ext cx="3096378" cy="534745"/>
      </dsp:txXfrm>
    </dsp:sp>
    <dsp:sp modelId="{3196A1B1-B062-4292-A00B-1AF4EFB306CF}">
      <dsp:nvSpPr>
        <dsp:cNvPr id="0" name=""/>
        <dsp:cNvSpPr/>
      </dsp:nvSpPr>
      <dsp:spPr>
        <a:xfrm rot="5400000">
          <a:off x="-139555" y="1526444"/>
          <a:ext cx="911695" cy="66810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59" y="1738700"/>
        <a:ext cx="668104" cy="243591"/>
      </dsp:txXfrm>
    </dsp:sp>
    <dsp:sp modelId="{AD927985-2E20-4855-8300-EF608B954011}">
      <dsp:nvSpPr>
        <dsp:cNvPr id="0" name=""/>
        <dsp:cNvSpPr/>
      </dsp:nvSpPr>
      <dsp:spPr>
        <a:xfrm rot="5400000">
          <a:off x="1901737" y="138296"/>
          <a:ext cx="592601" cy="3125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Forms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35385" y="1433576"/>
        <a:ext cx="3096378" cy="534745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40819" y="143264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331024"/>
        <a:ext cx="657157" cy="281639"/>
      </dsp:txXfrm>
    </dsp:sp>
    <dsp:sp modelId="{5DF62DFD-4FA4-479D-BACA-0B5672D793AE}">
      <dsp:nvSpPr>
        <dsp:cNvPr id="0" name=""/>
        <dsp:cNvSpPr/>
      </dsp:nvSpPr>
      <dsp:spPr>
        <a:xfrm rot="5400000">
          <a:off x="1905216" y="-1245614"/>
          <a:ext cx="610217" cy="3106335"/>
        </a:xfrm>
        <a:prstGeom prst="round2SameRect">
          <a:avLst/>
        </a:pr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Overview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32233"/>
        <a:ext cx="3076547" cy="550641"/>
      </dsp:txXfrm>
    </dsp:sp>
    <dsp:sp modelId="{CA3CA37D-96A6-40F5-8283-7F5E5E75CC28}">
      <dsp:nvSpPr>
        <dsp:cNvPr id="0" name=""/>
        <dsp:cNvSpPr/>
      </dsp:nvSpPr>
      <dsp:spPr>
        <a:xfrm rot="5400000">
          <a:off x="-140819" y="872753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060513"/>
        <a:ext cx="657157" cy="281639"/>
      </dsp:txXfrm>
    </dsp:sp>
    <dsp:sp modelId="{2F79F4EE-99A1-4CEC-8FEE-C636AD274778}">
      <dsp:nvSpPr>
        <dsp:cNvPr id="0" name=""/>
        <dsp:cNvSpPr/>
      </dsp:nvSpPr>
      <dsp:spPr>
        <a:xfrm rot="5400000">
          <a:off x="1905216" y="-516124"/>
          <a:ext cx="610217" cy="31063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Loss Exposures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761723"/>
        <a:ext cx="3076547" cy="550641"/>
      </dsp:txXfrm>
    </dsp:sp>
    <dsp:sp modelId="{3196A1B1-B062-4292-A00B-1AF4EFB306CF}">
      <dsp:nvSpPr>
        <dsp:cNvPr id="0" name=""/>
        <dsp:cNvSpPr/>
      </dsp:nvSpPr>
      <dsp:spPr>
        <a:xfrm rot="5400000">
          <a:off x="-140819" y="1602243"/>
          <a:ext cx="938796" cy="65715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ln>
              <a:noFill/>
            </a:ln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1" y="1790003"/>
        <a:ext cx="657157" cy="281639"/>
      </dsp:txXfrm>
    </dsp:sp>
    <dsp:sp modelId="{AD927985-2E20-4855-8300-EF608B954011}">
      <dsp:nvSpPr>
        <dsp:cNvPr id="0" name=""/>
        <dsp:cNvSpPr/>
      </dsp:nvSpPr>
      <dsp:spPr>
        <a:xfrm rot="5400000">
          <a:off x="1948282" y="213364"/>
          <a:ext cx="524085" cy="310633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Commercial Property coverage part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7157" y="1530073"/>
        <a:ext cx="3080751" cy="472917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7B828-368A-4EAC-99FD-85AB3B3FB0C4}">
      <dsp:nvSpPr>
        <dsp:cNvPr id="0" name=""/>
        <dsp:cNvSpPr/>
      </dsp:nvSpPr>
      <dsp:spPr>
        <a:xfrm rot="5400000">
          <a:off x="-118993" y="103718"/>
          <a:ext cx="911695" cy="70922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59" y="357100"/>
        <a:ext cx="709229" cy="202466"/>
      </dsp:txXfrm>
    </dsp:sp>
    <dsp:sp modelId="{5DF62DFD-4FA4-479D-BACA-0B5672D793AE}">
      <dsp:nvSpPr>
        <dsp:cNvPr id="0" name=""/>
        <dsp:cNvSpPr/>
      </dsp:nvSpPr>
      <dsp:spPr>
        <a:xfrm rot="5400000">
          <a:off x="1922299" y="-1263866"/>
          <a:ext cx="592601" cy="3125306"/>
        </a:xfrm>
        <a:prstGeom prst="round2SameRect">
          <a:avLst/>
        </a:pr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Coverages/ Additional Coverages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55947" y="31414"/>
        <a:ext cx="3096378" cy="534745"/>
      </dsp:txXfrm>
    </dsp:sp>
    <dsp:sp modelId="{CA3CA37D-96A6-40F5-8283-7F5E5E75CC28}">
      <dsp:nvSpPr>
        <dsp:cNvPr id="0" name=""/>
        <dsp:cNvSpPr/>
      </dsp:nvSpPr>
      <dsp:spPr>
        <a:xfrm rot="5400000">
          <a:off x="-126677" y="812483"/>
          <a:ext cx="911695" cy="693862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60" y="1050497"/>
        <a:ext cx="693862" cy="217833"/>
      </dsp:txXfrm>
    </dsp:sp>
    <dsp:sp modelId="{2F79F4EE-99A1-4CEC-8FEE-C636AD274778}">
      <dsp:nvSpPr>
        <dsp:cNvPr id="0" name=""/>
        <dsp:cNvSpPr/>
      </dsp:nvSpPr>
      <dsp:spPr>
        <a:xfrm rot="5400000">
          <a:off x="1914615" y="-562784"/>
          <a:ext cx="592601" cy="31253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Coverage Limits and Rating Factors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48263" y="732496"/>
        <a:ext cx="3096378" cy="534745"/>
      </dsp:txXfrm>
    </dsp:sp>
    <dsp:sp modelId="{3196A1B1-B062-4292-A00B-1AF4EFB306CF}">
      <dsp:nvSpPr>
        <dsp:cNvPr id="0" name=""/>
        <dsp:cNvSpPr/>
      </dsp:nvSpPr>
      <dsp:spPr>
        <a:xfrm rot="5400000">
          <a:off x="-139555" y="1526444"/>
          <a:ext cx="911695" cy="668104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>
            <a:noFill/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-17759" y="1738700"/>
        <a:ext cx="668104" cy="243591"/>
      </dsp:txXfrm>
    </dsp:sp>
    <dsp:sp modelId="{AD927985-2E20-4855-8300-EF608B954011}">
      <dsp:nvSpPr>
        <dsp:cNvPr id="0" name=""/>
        <dsp:cNvSpPr/>
      </dsp:nvSpPr>
      <dsp:spPr>
        <a:xfrm rot="5400000">
          <a:off x="1901737" y="138296"/>
          <a:ext cx="592601" cy="3125306"/>
        </a:xfrm>
        <a:prstGeom prst="round2SameRect">
          <a:avLst/>
        </a:prstGeom>
        <a:solidFill>
          <a:schemeClr val="accent2">
            <a:lumMod val="60000"/>
            <a:lumOff val="4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latin typeface="Segoe UI" panose="020B0502040204020203" pitchFamily="34" charset="0"/>
              <a:cs typeface="Segoe UI" panose="020B0502040204020203" pitchFamily="34" charset="0"/>
            </a:rPr>
            <a:t>Forms</a:t>
          </a:r>
          <a:endParaRPr lang="en-US" sz="16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 rot="-5400000">
        <a:off x="635385" y="1433576"/>
        <a:ext cx="3096378" cy="534745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6F6F8-1AC0-4D01-BEA1-308F81A1BEC2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57691-B56D-4694-A91B-D15F3ED3C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51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A57691-B56D-4694-A91B-D15F3ED3C0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25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Commercial property insurance - https://vimeo.com/225228832</a:t>
            </a:r>
          </a:p>
          <a:p>
            <a:r>
              <a:rPr lang="en-US" dirty="0" smtClean="0"/>
              <a:t>Inland Marine - https://howmuch.net/costs/inland-marine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A57691-B56D-4694-A91B-D15F3ED3C03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97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Optional coverages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include payment on agreed value, inflation guard,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    replacement cost and extension of replacement cost to personal property of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    others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b="1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Endorsements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 can be included to enhance coverage. Common endorsements are: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Ordinance or law coverage endorsement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Coverage A – Undamaged building which must be demolished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Coverage B – Cost to demolish the undamaged portion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Coverage C – Increased cost to repair or rebuild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Spoilage coverage endorsement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Flood coverage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Earthquake and volcanic eruption coverage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Peak season limit of insurance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Value reporting form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Business income insurance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covers the reduction in an organization’s income when operations are interrupted by damage to property caused by a covered peril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     During a business interruption an organization may incur </a:t>
            </a: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continuing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     expenses, non-continuing expenses and extra expenses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Coverage can be included for </a:t>
            </a: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business income including rental value, business income other than rental value and rental value only</a:t>
            </a:r>
          </a:p>
          <a:p>
            <a:pPr marL="457200" lvl="1" indent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A57691-B56D-4694-A91B-D15F3ED3C03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512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A57691-B56D-4694-A91B-D15F3ED3C03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74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A57691-B56D-4694-A91B-D15F3ED3C03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83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Covered causes of loss include </a:t>
            </a: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fire, lightning, explosion, windstorm or hail, smoke, riot or civil commotion, vandalism, sprinkler leakage, volcanic action etc.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Ordinance or law, earth movement, government action, nuclear hazard, war, mechanical or electrical breakdown and steam boiler explosions etc. are </a:t>
            </a: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excluded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.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Additional but limited coverage for “Fungus” is provided for a limit of             $ 15,000 for a 12 month policy period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A57691-B56D-4694-A91B-D15F3ED3C03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730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491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084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6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795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82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6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73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09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47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05821"/>
      </p:ext>
    </p:extLst>
  </p:cSld>
  <p:clrMapOvr>
    <a:masterClrMapping/>
  </p:clrMapOvr>
  <p:transition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11371554" y="6363129"/>
            <a:ext cx="608274" cy="364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5B66DB6-D71E-4B3E-9AE0-4919FDE04E8D}" type="slidenum">
              <a:rPr lang="en-US" sz="1776" smtClean="0">
                <a:solidFill>
                  <a:schemeClr val="tx1"/>
                </a:solidFill>
              </a:rPr>
              <a:t>‹#›</a:t>
            </a:fld>
            <a:endParaRPr lang="en-US" sz="1776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468" y="195809"/>
            <a:ext cx="1227358" cy="108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24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7FDC6-F59E-4632-8367-1ACF8DB7596C}" type="datetimeFigureOut">
              <a:rPr lang="en-US" smtClean="0"/>
              <a:t>3/28/2019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E6AAB-77F3-4DB9-8673-65DEA91D1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18" Type="http://schemas.microsoft.com/office/2007/relationships/diagramDrawing" Target="../diagrams/drawing3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17" Type="http://schemas.openxmlformats.org/officeDocument/2006/relationships/diagramColors" Target="../diagrams/colors3.xml"/><Relationship Id="rId2" Type="http://schemas.openxmlformats.org/officeDocument/2006/relationships/notesSlide" Target="../notesSlides/notesSlide1.xml"/><Relationship Id="rId16" Type="http://schemas.openxmlformats.org/officeDocument/2006/relationships/diagramQuickStyle" Target="../diagrams/quickStyle3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5" Type="http://schemas.openxmlformats.org/officeDocument/2006/relationships/diagramLayout" Target="../diagrams/layout3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diagramData" Target="../diagrams/data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13" Type="http://schemas.openxmlformats.org/officeDocument/2006/relationships/diagramData" Target="../diagrams/data6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17" Type="http://schemas.microsoft.com/office/2007/relationships/diagramDrawing" Target="../diagrams/drawing6.xml"/><Relationship Id="rId2" Type="http://schemas.openxmlformats.org/officeDocument/2006/relationships/image" Target="../media/image3.png"/><Relationship Id="rId16" Type="http://schemas.openxmlformats.org/officeDocument/2006/relationships/diagramColors" Target="../diagrams/colors6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Relationship Id="rId14" Type="http://schemas.openxmlformats.org/officeDocument/2006/relationships/diagramLayout" Target="../diagrams/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13" Type="http://schemas.openxmlformats.org/officeDocument/2006/relationships/diagramData" Target="../diagrams/data9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microsoft.com/office/2007/relationships/diagramDrawing" Target="../diagrams/drawing8.xml"/><Relationship Id="rId17" Type="http://schemas.microsoft.com/office/2007/relationships/diagramDrawing" Target="../diagrams/drawing9.xml"/><Relationship Id="rId2" Type="http://schemas.openxmlformats.org/officeDocument/2006/relationships/image" Target="../media/image3.png"/><Relationship Id="rId16" Type="http://schemas.openxmlformats.org/officeDocument/2006/relationships/diagramColors" Target="../diagrams/colors9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8.xml"/><Relationship Id="rId5" Type="http://schemas.openxmlformats.org/officeDocument/2006/relationships/diagramQuickStyle" Target="../diagrams/quickStyle7.xml"/><Relationship Id="rId15" Type="http://schemas.openxmlformats.org/officeDocument/2006/relationships/diagramQuickStyle" Target="../diagrams/quickStyle9.xml"/><Relationship Id="rId10" Type="http://schemas.openxmlformats.org/officeDocument/2006/relationships/diagramQuickStyle" Target="../diagrams/quickStyle8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8.xml"/><Relationship Id="rId14" Type="http://schemas.openxmlformats.org/officeDocument/2006/relationships/diagramLayout" Target="../diagrams/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1.xml"/><Relationship Id="rId13" Type="http://schemas.openxmlformats.org/officeDocument/2006/relationships/diagramData" Target="../diagrams/data12.xml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12" Type="http://schemas.microsoft.com/office/2007/relationships/diagramDrawing" Target="../diagrams/drawing11.xml"/><Relationship Id="rId17" Type="http://schemas.microsoft.com/office/2007/relationships/diagramDrawing" Target="../diagrams/drawing12.xml"/><Relationship Id="rId2" Type="http://schemas.openxmlformats.org/officeDocument/2006/relationships/image" Target="../media/image3.png"/><Relationship Id="rId16" Type="http://schemas.openxmlformats.org/officeDocument/2006/relationships/diagramColors" Target="../diagrams/colors1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0.xml"/><Relationship Id="rId11" Type="http://schemas.openxmlformats.org/officeDocument/2006/relationships/diagramColors" Target="../diagrams/colors11.xml"/><Relationship Id="rId5" Type="http://schemas.openxmlformats.org/officeDocument/2006/relationships/diagramQuickStyle" Target="../diagrams/quickStyle10.xml"/><Relationship Id="rId15" Type="http://schemas.openxmlformats.org/officeDocument/2006/relationships/diagramQuickStyle" Target="../diagrams/quickStyle12.xml"/><Relationship Id="rId10" Type="http://schemas.openxmlformats.org/officeDocument/2006/relationships/diagramQuickStyle" Target="../diagrams/quickStyle11.xml"/><Relationship Id="rId4" Type="http://schemas.openxmlformats.org/officeDocument/2006/relationships/diagramLayout" Target="../diagrams/layout10.xml"/><Relationship Id="rId9" Type="http://schemas.openxmlformats.org/officeDocument/2006/relationships/diagramLayout" Target="../diagrams/layout11.xml"/><Relationship Id="rId14" Type="http://schemas.openxmlformats.org/officeDocument/2006/relationships/diagramLayout" Target="../diagrams/layout1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13" Type="http://schemas.microsoft.com/office/2007/relationships/diagramDrawing" Target="../diagrams/drawing14.xml"/><Relationship Id="rId18" Type="http://schemas.microsoft.com/office/2007/relationships/diagramDrawing" Target="../diagrams/drawing15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3.xml"/><Relationship Id="rId12" Type="http://schemas.openxmlformats.org/officeDocument/2006/relationships/diagramColors" Target="../diagrams/colors14.xml"/><Relationship Id="rId17" Type="http://schemas.openxmlformats.org/officeDocument/2006/relationships/diagramColors" Target="../diagrams/colors15.xml"/><Relationship Id="rId2" Type="http://schemas.openxmlformats.org/officeDocument/2006/relationships/notesSlide" Target="../notesSlides/notesSlide3.xml"/><Relationship Id="rId16" Type="http://schemas.openxmlformats.org/officeDocument/2006/relationships/diagramQuickStyle" Target="../diagrams/quickStyle15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13.xml"/><Relationship Id="rId11" Type="http://schemas.openxmlformats.org/officeDocument/2006/relationships/diagramQuickStyle" Target="../diagrams/quickStyle14.xml"/><Relationship Id="rId5" Type="http://schemas.openxmlformats.org/officeDocument/2006/relationships/diagramLayout" Target="../diagrams/layout13.xml"/><Relationship Id="rId15" Type="http://schemas.openxmlformats.org/officeDocument/2006/relationships/diagramLayout" Target="../diagrams/layout15.xml"/><Relationship Id="rId10" Type="http://schemas.openxmlformats.org/officeDocument/2006/relationships/diagramLayout" Target="../diagrams/layout14.xml"/><Relationship Id="rId4" Type="http://schemas.openxmlformats.org/officeDocument/2006/relationships/diagramData" Target="../diagrams/data13.xml"/><Relationship Id="rId9" Type="http://schemas.openxmlformats.org/officeDocument/2006/relationships/diagramData" Target="../diagrams/data14.xml"/><Relationship Id="rId14" Type="http://schemas.openxmlformats.org/officeDocument/2006/relationships/diagramData" Target="../diagrams/data15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6.xml"/><Relationship Id="rId13" Type="http://schemas.microsoft.com/office/2007/relationships/diagramDrawing" Target="../diagrams/drawing17.xml"/><Relationship Id="rId18" Type="http://schemas.microsoft.com/office/2007/relationships/diagramDrawing" Target="../diagrams/drawing18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6.xml"/><Relationship Id="rId12" Type="http://schemas.openxmlformats.org/officeDocument/2006/relationships/diagramColors" Target="../diagrams/colors17.xml"/><Relationship Id="rId17" Type="http://schemas.openxmlformats.org/officeDocument/2006/relationships/diagramColors" Target="../diagrams/colors18.xml"/><Relationship Id="rId2" Type="http://schemas.openxmlformats.org/officeDocument/2006/relationships/notesSlide" Target="../notesSlides/notesSlide4.xml"/><Relationship Id="rId16" Type="http://schemas.openxmlformats.org/officeDocument/2006/relationships/diagramQuickStyle" Target="../diagrams/quickStyle18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16.xml"/><Relationship Id="rId11" Type="http://schemas.openxmlformats.org/officeDocument/2006/relationships/diagramQuickStyle" Target="../diagrams/quickStyle17.xml"/><Relationship Id="rId5" Type="http://schemas.openxmlformats.org/officeDocument/2006/relationships/diagramLayout" Target="../diagrams/layout16.xml"/><Relationship Id="rId15" Type="http://schemas.openxmlformats.org/officeDocument/2006/relationships/diagramLayout" Target="../diagrams/layout18.xml"/><Relationship Id="rId10" Type="http://schemas.openxmlformats.org/officeDocument/2006/relationships/diagramLayout" Target="../diagrams/layout17.xml"/><Relationship Id="rId4" Type="http://schemas.openxmlformats.org/officeDocument/2006/relationships/diagramData" Target="../diagrams/data16.xml"/><Relationship Id="rId9" Type="http://schemas.openxmlformats.org/officeDocument/2006/relationships/diagramData" Target="../diagrams/data17.xml"/><Relationship Id="rId14" Type="http://schemas.openxmlformats.org/officeDocument/2006/relationships/diagramData" Target="../diagrams/data1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0.xml"/><Relationship Id="rId13" Type="http://schemas.openxmlformats.org/officeDocument/2006/relationships/diagramData" Target="../diagrams/data21.xml"/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12" Type="http://schemas.microsoft.com/office/2007/relationships/diagramDrawing" Target="../diagrams/drawing20.xml"/><Relationship Id="rId17" Type="http://schemas.microsoft.com/office/2007/relationships/diagramDrawing" Target="../diagrams/drawing21.xml"/><Relationship Id="rId2" Type="http://schemas.openxmlformats.org/officeDocument/2006/relationships/image" Target="../media/image3.png"/><Relationship Id="rId16" Type="http://schemas.openxmlformats.org/officeDocument/2006/relationships/diagramColors" Target="../diagrams/colors2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9.xml"/><Relationship Id="rId11" Type="http://schemas.openxmlformats.org/officeDocument/2006/relationships/diagramColors" Target="../diagrams/colors20.xml"/><Relationship Id="rId5" Type="http://schemas.openxmlformats.org/officeDocument/2006/relationships/diagramQuickStyle" Target="../diagrams/quickStyle19.xml"/><Relationship Id="rId15" Type="http://schemas.openxmlformats.org/officeDocument/2006/relationships/diagramQuickStyle" Target="../diagrams/quickStyle21.xml"/><Relationship Id="rId10" Type="http://schemas.openxmlformats.org/officeDocument/2006/relationships/diagramQuickStyle" Target="../diagrams/quickStyle20.xml"/><Relationship Id="rId4" Type="http://schemas.openxmlformats.org/officeDocument/2006/relationships/diagramLayout" Target="../diagrams/layout19.xml"/><Relationship Id="rId9" Type="http://schemas.openxmlformats.org/officeDocument/2006/relationships/diagramLayout" Target="../diagrams/layout20.xml"/><Relationship Id="rId14" Type="http://schemas.openxmlformats.org/officeDocument/2006/relationships/diagramLayout" Target="../diagrams/layout21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2.xml"/><Relationship Id="rId13" Type="http://schemas.microsoft.com/office/2007/relationships/diagramDrawing" Target="../diagrams/drawing23.xml"/><Relationship Id="rId18" Type="http://schemas.microsoft.com/office/2007/relationships/diagramDrawing" Target="../diagrams/drawing24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2.xml"/><Relationship Id="rId12" Type="http://schemas.openxmlformats.org/officeDocument/2006/relationships/diagramColors" Target="../diagrams/colors23.xml"/><Relationship Id="rId17" Type="http://schemas.openxmlformats.org/officeDocument/2006/relationships/diagramColors" Target="../diagrams/colors24.xml"/><Relationship Id="rId2" Type="http://schemas.openxmlformats.org/officeDocument/2006/relationships/notesSlide" Target="../notesSlides/notesSlide5.xml"/><Relationship Id="rId16" Type="http://schemas.openxmlformats.org/officeDocument/2006/relationships/diagramQuickStyle" Target="../diagrams/quickStyle24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22.xml"/><Relationship Id="rId11" Type="http://schemas.openxmlformats.org/officeDocument/2006/relationships/diagramQuickStyle" Target="../diagrams/quickStyle23.xml"/><Relationship Id="rId5" Type="http://schemas.openxmlformats.org/officeDocument/2006/relationships/diagramLayout" Target="../diagrams/layout22.xml"/><Relationship Id="rId15" Type="http://schemas.openxmlformats.org/officeDocument/2006/relationships/diagramLayout" Target="../diagrams/layout24.xml"/><Relationship Id="rId10" Type="http://schemas.openxmlformats.org/officeDocument/2006/relationships/diagramLayout" Target="../diagrams/layout23.xml"/><Relationship Id="rId4" Type="http://schemas.openxmlformats.org/officeDocument/2006/relationships/diagramData" Target="../diagrams/data22.xml"/><Relationship Id="rId9" Type="http://schemas.openxmlformats.org/officeDocument/2006/relationships/diagramData" Target="../diagrams/data23.xml"/><Relationship Id="rId14" Type="http://schemas.openxmlformats.org/officeDocument/2006/relationships/diagramData" Target="../diagrams/data24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5.xml"/><Relationship Id="rId13" Type="http://schemas.microsoft.com/office/2007/relationships/diagramDrawing" Target="../diagrams/drawing26.xml"/><Relationship Id="rId18" Type="http://schemas.microsoft.com/office/2007/relationships/diagramDrawing" Target="../diagrams/drawing27.xml"/><Relationship Id="rId3" Type="http://schemas.openxmlformats.org/officeDocument/2006/relationships/notesSlide" Target="../notesSlides/notesSlide6.xml"/><Relationship Id="rId21" Type="http://schemas.openxmlformats.org/officeDocument/2006/relationships/image" Target="../media/image7.wmf"/><Relationship Id="rId7" Type="http://schemas.openxmlformats.org/officeDocument/2006/relationships/diagramColors" Target="../diagrams/colors25.xml"/><Relationship Id="rId12" Type="http://schemas.openxmlformats.org/officeDocument/2006/relationships/diagramColors" Target="../diagrams/colors26.xml"/><Relationship Id="rId17" Type="http://schemas.openxmlformats.org/officeDocument/2006/relationships/diagramColors" Target="../diagrams/colors27.xml"/><Relationship Id="rId2" Type="http://schemas.openxmlformats.org/officeDocument/2006/relationships/slideLayout" Target="../slideLayouts/slideLayout13.xml"/><Relationship Id="rId16" Type="http://schemas.openxmlformats.org/officeDocument/2006/relationships/diagramQuickStyle" Target="../diagrams/quickStyle27.xml"/><Relationship Id="rId20" Type="http://schemas.openxmlformats.org/officeDocument/2006/relationships/oleObject" Target="../embeddings/oleObject1.bin"/><Relationship Id="rId1" Type="http://schemas.openxmlformats.org/officeDocument/2006/relationships/vmlDrawing" Target="../drawings/vmlDrawing1.vml"/><Relationship Id="rId6" Type="http://schemas.openxmlformats.org/officeDocument/2006/relationships/diagramQuickStyle" Target="../diagrams/quickStyle25.xml"/><Relationship Id="rId11" Type="http://schemas.openxmlformats.org/officeDocument/2006/relationships/diagramQuickStyle" Target="../diagrams/quickStyle26.xml"/><Relationship Id="rId5" Type="http://schemas.openxmlformats.org/officeDocument/2006/relationships/diagramLayout" Target="../diagrams/layout25.xml"/><Relationship Id="rId15" Type="http://schemas.openxmlformats.org/officeDocument/2006/relationships/diagramLayout" Target="../diagrams/layout27.xml"/><Relationship Id="rId10" Type="http://schemas.openxmlformats.org/officeDocument/2006/relationships/diagramLayout" Target="../diagrams/layout26.xml"/><Relationship Id="rId19" Type="http://schemas.openxmlformats.org/officeDocument/2006/relationships/image" Target="../media/image3.png"/><Relationship Id="rId4" Type="http://schemas.openxmlformats.org/officeDocument/2006/relationships/diagramData" Target="../diagrams/data25.xml"/><Relationship Id="rId9" Type="http://schemas.openxmlformats.org/officeDocument/2006/relationships/diagramData" Target="../diagrams/data26.xml"/><Relationship Id="rId14" Type="http://schemas.openxmlformats.org/officeDocument/2006/relationships/diagramData" Target="../diagrams/data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016" y="729154"/>
            <a:ext cx="4342251" cy="38356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8648" y="5164428"/>
            <a:ext cx="929854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Commercial Property Insurance</a:t>
            </a:r>
            <a:endParaRPr lang="en-US" sz="35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9618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797332"/>
            <a:ext cx="9804188" cy="2646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8659" y="96420"/>
            <a:ext cx="12165823" cy="83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8788" tIns="108788" rIns="108788" bIns="108788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buSzPct val="120000"/>
            </a:pPr>
            <a:r>
              <a:rPr lang="en-US" altLang="en-US" sz="3454" b="0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Objectives</a:t>
            </a:r>
            <a:r>
              <a:rPr lang="en-US" altLang="en-US" sz="3454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	</a:t>
            </a:r>
            <a:endParaRPr lang="en-US" altLang="en-US" sz="3454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84568" y="1630570"/>
            <a:ext cx="9474003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Segoe UI Light" panose="020B0502040204020203" pitchFamily="34" charset="0"/>
                <a:cs typeface="Arial" pitchFamily="34" charset="0"/>
              </a:rPr>
              <a:t>To provides an overview on what is Commercial Property Insurance and why it is required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Segoe UI Light" panose="020B0502040204020203" pitchFamily="34" charset="0"/>
                <a:cs typeface="Arial" pitchFamily="34" charset="0"/>
              </a:rPr>
              <a:t>To provide an understanding on loss exposures covered under Commercial Property </a:t>
            </a:r>
            <a:r>
              <a:rPr lang="en-US" sz="2200" dirty="0" smtClean="0">
                <a:latin typeface="Segoe UI Light" panose="020B0502040204020203" pitchFamily="34" charset="0"/>
                <a:cs typeface="Arial" pitchFamily="34" charset="0"/>
              </a:rPr>
              <a:t>Insurance </a:t>
            </a:r>
            <a:r>
              <a:rPr lang="en-US" sz="2200" dirty="0">
                <a:latin typeface="Segoe UI Light" panose="020B0502040204020203" pitchFamily="34" charset="0"/>
                <a:cs typeface="Arial" pitchFamily="34" charset="0"/>
              </a:rPr>
              <a:t>and their corresponding Financial consequences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Segoe UI Light" panose="020B0502040204020203" pitchFamily="34" charset="0"/>
                <a:cs typeface="Arial" pitchFamily="34" charset="0"/>
              </a:rPr>
              <a:t>To provide an understanding on the components of a Commercial Property coverage parts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Segoe UI Light" panose="020B0502040204020203" pitchFamily="34" charset="0"/>
                <a:cs typeface="Arial" pitchFamily="34" charset="0"/>
              </a:rPr>
              <a:t>To provide an understanding on coverages in Commercial Property (Coverages/Additional Coverages/Coverage Extensions)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Segoe UI Light" panose="020B0502040204020203" pitchFamily="34" charset="0"/>
                <a:cs typeface="Arial" pitchFamily="34" charset="0"/>
              </a:rPr>
              <a:t>To provide an understanding on limits and rating factors applicable for the coverages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Segoe UI Light" panose="020B0502040204020203" pitchFamily="34" charset="0"/>
                <a:cs typeface="Arial" pitchFamily="34" charset="0"/>
              </a:rPr>
              <a:t>To provide an understanding on ISO Forms by showing sample </a:t>
            </a:r>
            <a:r>
              <a:rPr lang="en-US" sz="2200" dirty="0" smtClean="0">
                <a:latin typeface="Segoe UI Light" panose="020B0502040204020203" pitchFamily="34" charset="0"/>
                <a:cs typeface="Arial" pitchFamily="34" charset="0"/>
              </a:rPr>
              <a:t>forms</a:t>
            </a:r>
            <a:endParaRPr lang="en-US" sz="2200" dirty="0">
              <a:latin typeface="Segoe UI Light" panose="020B0502040204020203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-133170" y="6727195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414511374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928" y="786180"/>
            <a:ext cx="9804188" cy="2646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7472" y="96420"/>
            <a:ext cx="12165823" cy="83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8788" tIns="108788" rIns="108788" bIns="108788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buSzPct val="120000"/>
            </a:pPr>
            <a:r>
              <a:rPr lang="en-US" sz="3454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Commercial Property Insurance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911" y="1924579"/>
            <a:ext cx="6168980" cy="4233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2449" indent="-222449">
              <a:lnSpc>
                <a:spcPct val="90000"/>
              </a:lnSpc>
              <a:spcBef>
                <a:spcPts val="592"/>
              </a:spcBef>
              <a:spcAft>
                <a:spcPts val="592"/>
              </a:spcAft>
              <a:buClr>
                <a:srgbClr val="C00000"/>
              </a:buClr>
              <a:defRPr/>
            </a:pPr>
            <a:r>
              <a:rPr lang="en-US" sz="2467" b="1" dirty="0" smtClean="0">
                <a:latin typeface="Segoe UI Light" panose="020B0502040204020203" pitchFamily="34" charset="0"/>
                <a:cs typeface="Arial" pitchFamily="34" charset="0"/>
              </a:rPr>
              <a:t>	</a:t>
            </a:r>
          </a:p>
          <a:p>
            <a:pPr marL="222449" indent="-222449">
              <a:lnSpc>
                <a:spcPct val="90000"/>
              </a:lnSpc>
              <a:spcBef>
                <a:spcPts val="592"/>
              </a:spcBef>
              <a:spcAft>
                <a:spcPts val="592"/>
              </a:spcAft>
              <a:buClr>
                <a:srgbClr val="C00000"/>
              </a:buClr>
              <a:defRPr/>
            </a:pPr>
            <a:r>
              <a:rPr lang="en-US" sz="2467" b="1" dirty="0">
                <a:latin typeface="Segoe UI Light" panose="020B0502040204020203" pitchFamily="34" charset="0"/>
                <a:cs typeface="Arial" pitchFamily="34" charset="0"/>
              </a:rPr>
              <a:t>	</a:t>
            </a:r>
            <a:r>
              <a:rPr lang="en-US" sz="2467" b="1" dirty="0" smtClean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What is Commercial Property Insurance?</a:t>
            </a:r>
            <a:endParaRPr lang="en-US" sz="2467" b="1" dirty="0">
              <a:solidFill>
                <a:srgbClr val="00B0F0"/>
              </a:solidFill>
              <a:latin typeface="Segoe UI Light" panose="020B0502040204020203" pitchFamily="34" charset="0"/>
              <a:cs typeface="Arial" pitchFamily="34" charset="0"/>
            </a:endParaRPr>
          </a:p>
          <a:p>
            <a:pPr lvl="1" algn="just">
              <a:spcBef>
                <a:spcPts val="592"/>
              </a:spcBef>
              <a:spcAft>
                <a:spcPts val="592"/>
              </a:spcAft>
              <a:buClr>
                <a:srgbClr val="C00000"/>
              </a:buClr>
              <a:defRPr/>
            </a:pPr>
            <a:r>
              <a:rPr lang="en-US" sz="2000" dirty="0" smtClean="0"/>
              <a:t>	Commercial Property Insurance helps businesses to face potentially devastating losses associated with their commercial property by transferring the risks to the Insurance company </a:t>
            </a:r>
            <a:r>
              <a:rPr lang="en-US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</a:p>
          <a:p>
            <a:pPr>
              <a:spcBef>
                <a:spcPts val="592"/>
              </a:spcBef>
              <a:spcAft>
                <a:spcPts val="592"/>
              </a:spcAft>
              <a:buClr>
                <a:srgbClr val="C00000"/>
              </a:buClr>
              <a:defRPr/>
            </a:pPr>
            <a:endParaRPr lang="en-US" sz="20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592"/>
              </a:spcBef>
              <a:spcAft>
                <a:spcPts val="592"/>
              </a:spcAft>
              <a:buClr>
                <a:srgbClr val="C00000"/>
              </a:buClr>
              <a:defRPr/>
            </a:pPr>
            <a:r>
              <a:rPr lang="en-US" sz="2467" b="1" dirty="0" smtClean="0">
                <a:latin typeface="Segoe UI Light" panose="020B0502040204020203" pitchFamily="34" charset="0"/>
                <a:cs typeface="Arial" pitchFamily="34" charset="0"/>
              </a:rPr>
              <a:t>	</a:t>
            </a:r>
            <a:endParaRPr lang="en-US" sz="20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592"/>
              </a:spcBef>
              <a:spcAft>
                <a:spcPts val="592"/>
              </a:spcAft>
              <a:buClr>
                <a:srgbClr val="C00000"/>
              </a:buClr>
              <a:defRPr/>
            </a:pPr>
            <a:endParaRPr lang="en-US" sz="20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592"/>
              </a:spcBef>
              <a:spcAft>
                <a:spcPts val="592"/>
              </a:spcAft>
              <a:buClr>
                <a:srgbClr val="C00000"/>
              </a:buClr>
              <a:defRPr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9911" y="6611696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894407236"/>
              </p:ext>
            </p:extLst>
          </p:nvPr>
        </p:nvGraphicFramePr>
        <p:xfrm>
          <a:off x="8109370" y="1281864"/>
          <a:ext cx="3763493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2568681930"/>
              </p:ext>
            </p:extLst>
          </p:nvPr>
        </p:nvGraphicFramePr>
        <p:xfrm>
          <a:off x="8109370" y="3425780"/>
          <a:ext cx="3763493" cy="2318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18" name="Diagram 17"/>
          <p:cNvGraphicFramePr/>
          <p:nvPr>
            <p:extLst>
              <p:ext uri="{D42A27DB-BD31-4B8C-83A1-F6EECF244321}">
                <p14:modId xmlns:p14="http://schemas.microsoft.com/office/powerpoint/2010/main" val="1307076324"/>
              </p:ext>
            </p:extLst>
          </p:nvPr>
        </p:nvGraphicFramePr>
        <p:xfrm>
          <a:off x="8109371" y="5512159"/>
          <a:ext cx="3763492" cy="845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</p:spTree>
    <p:extLst>
      <p:ext uri="{BB962C8B-B14F-4D97-AF65-F5344CB8AC3E}">
        <p14:creationId xmlns:p14="http://schemas.microsoft.com/office/powerpoint/2010/main" val="103542458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295" y="2975769"/>
            <a:ext cx="2098067" cy="18098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68644" y="966687"/>
            <a:ext cx="2910625" cy="5924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Commercial Property Insurance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106011" y="2703027"/>
            <a:ext cx="2719808" cy="5924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Business Personal Property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97416" y="2406813"/>
            <a:ext cx="2270974" cy="5924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Buildings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263441" y="2383341"/>
            <a:ext cx="2455428" cy="5924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Personal Property  </a:t>
            </a:r>
          </a:p>
          <a:p>
            <a:pPr algn="ctr"/>
            <a:r>
              <a:rPr lang="en-US" dirty="0" smtClean="0"/>
              <a:t> of Others</a:t>
            </a:r>
            <a:endParaRPr lang="en-US" dirty="0"/>
          </a:p>
        </p:txBody>
      </p:sp>
      <p:sp>
        <p:nvSpPr>
          <p:cNvPr id="7" name="Down Arrow 6"/>
          <p:cNvSpPr/>
          <p:nvPr/>
        </p:nvSpPr>
        <p:spPr>
          <a:xfrm rot="3002636">
            <a:off x="3353956" y="1688536"/>
            <a:ext cx="682581" cy="738911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5024092" y="1916507"/>
            <a:ext cx="682581" cy="730118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Down Arrow 8"/>
          <p:cNvSpPr/>
          <p:nvPr/>
        </p:nvSpPr>
        <p:spPr>
          <a:xfrm rot="19418336">
            <a:off x="6616956" y="1728840"/>
            <a:ext cx="682581" cy="730118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862" y="587910"/>
            <a:ext cx="9804188" cy="264653"/>
          </a:xfrm>
          <a:prstGeom prst="rect">
            <a:avLst/>
          </a:prstGeom>
        </p:spPr>
      </p:pic>
      <p:sp>
        <p:nvSpPr>
          <p:cNvPr id="11" name="Rectangle 66"/>
          <p:cNvSpPr>
            <a:spLocks noChangeArrowheads="1"/>
          </p:cNvSpPr>
          <p:nvPr/>
        </p:nvSpPr>
        <p:spPr bwMode="auto">
          <a:xfrm>
            <a:off x="421862" y="173984"/>
            <a:ext cx="9933443" cy="63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SzPct val="120000"/>
              <a:tabLst>
                <a:tab pos="1828800" algn="l"/>
              </a:tabLst>
            </a:pPr>
            <a:r>
              <a:rPr lang="en-US" sz="3454" b="1" dirty="0"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rPr>
              <a:t>Commercial Property Insurance contd…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665" y="3480646"/>
            <a:ext cx="2343956" cy="16531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88665" y="5318975"/>
            <a:ext cx="2343956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/>
              <a:t>Office fixtures and furniture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/>
              <a:t>Machinery and 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/>
              <a:t>Computer equipment and software</a:t>
            </a:r>
            <a:endParaRPr lang="en-US" sz="13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3440" y="3152599"/>
            <a:ext cx="2468292" cy="163299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263440" y="4940300"/>
            <a:ext cx="246829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Personal property of repair </a:t>
            </a:r>
            <a:r>
              <a:rPr lang="en-US" sz="1300" dirty="0" smtClean="0"/>
              <a:t>shops etc.</a:t>
            </a:r>
            <a:endParaRPr lang="en-US" sz="1300" dirty="0"/>
          </a:p>
        </p:txBody>
      </p:sp>
      <p:sp>
        <p:nvSpPr>
          <p:cNvPr id="17" name="TextBox 16"/>
          <p:cNvSpPr txBox="1"/>
          <p:nvPr/>
        </p:nvSpPr>
        <p:spPr>
          <a:xfrm>
            <a:off x="1415295" y="4808246"/>
            <a:ext cx="2343956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smtClean="0"/>
              <a:t>Commercial buildings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Material and </a:t>
            </a:r>
            <a:r>
              <a:rPr lang="en-US" sz="1300" dirty="0" smtClean="0"/>
              <a:t>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Permanently installed machinery and </a:t>
            </a:r>
            <a:r>
              <a:rPr lang="en-US" sz="1300" dirty="0" smtClean="0"/>
              <a:t>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sp>
        <p:nvSpPr>
          <p:cNvPr id="18" name="TextBox 17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59312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797332"/>
            <a:ext cx="9804188" cy="2646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9394" y="146459"/>
            <a:ext cx="12165823" cy="83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8788" tIns="108788" rIns="108788" bIns="108788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SzPct val="120000"/>
              <a:tabLst>
                <a:tab pos="1828800" algn="l"/>
              </a:tabLst>
            </a:pPr>
            <a:r>
              <a:rPr lang="en-US" sz="3454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Commercial Property </a:t>
            </a:r>
            <a:r>
              <a:rPr lang="en-US" sz="3454" dirty="0" smtClean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Insurance contd…</a:t>
            </a:r>
            <a:endParaRPr lang="en-US" sz="3454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sp>
        <p:nvSpPr>
          <p:cNvPr id="16" name="Rectangle 66"/>
          <p:cNvSpPr>
            <a:spLocks noChangeArrowheads="1"/>
          </p:cNvSpPr>
          <p:nvPr/>
        </p:nvSpPr>
        <p:spPr bwMode="auto">
          <a:xfrm>
            <a:off x="509394" y="224088"/>
            <a:ext cx="7924800" cy="63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SzPct val="120000"/>
              <a:tabLst>
                <a:tab pos="1828800" algn="l"/>
              </a:tabLst>
            </a:pPr>
            <a:endParaRPr lang="en-US" sz="2500" b="1" dirty="0">
              <a:latin typeface="Segoe UI Light" panose="020B0502040204020203" pitchFamily="34" charset="0"/>
              <a:cs typeface="Arial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9395" y="1020054"/>
            <a:ext cx="7435392" cy="2449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2449" indent="-222449" fontAlgn="base">
              <a:lnSpc>
                <a:spcPct val="90000"/>
              </a:lnSpc>
              <a:spcBef>
                <a:spcPts val="592"/>
              </a:spcBef>
              <a:spcAft>
                <a:spcPts val="592"/>
              </a:spcAft>
              <a:buClr>
                <a:srgbClr val="C00000"/>
              </a:buClr>
              <a:defRPr/>
            </a:pPr>
            <a:r>
              <a:rPr lang="en-US" sz="2467" b="1" dirty="0" smtClean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Loss </a:t>
            </a:r>
            <a:r>
              <a:rPr lang="en-US" sz="2467" b="1" dirty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Exposures </a:t>
            </a:r>
            <a:r>
              <a:rPr lang="en-US" sz="2467" b="1" dirty="0" smtClean="0">
                <a:solidFill>
                  <a:srgbClr val="00B0F0"/>
                </a:solidFill>
                <a:latin typeface="Segoe UI Light" panose="020B0502040204020203" pitchFamily="34" charset="0"/>
                <a:cs typeface="Arial" pitchFamily="34" charset="0"/>
              </a:rPr>
              <a:t>: 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Real Property </a:t>
            </a: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– Land, Building, Sidewalks, Underground Parking, Radio Transmission Towers and Property permanently attached to the structure for e.g. plumbing, wiring, lifts etc.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Personal Property </a:t>
            </a: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– Contents, Property in the possession of others, Floating property etc.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4345" y="3018042"/>
            <a:ext cx="458971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Property is exposed to many losses like 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Fire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Vandalism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Theft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Hurricane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Tornadoes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Flood etc.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777" y="5032699"/>
            <a:ext cx="44230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Financial consequences could include: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Reduction in value of the property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Income loss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Repair cost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Extra expenses</a:t>
            </a: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670858120"/>
              </p:ext>
            </p:extLst>
          </p:nvPr>
        </p:nvGraphicFramePr>
        <p:xfrm>
          <a:off x="8109370" y="1281864"/>
          <a:ext cx="3763493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1568858430"/>
              </p:ext>
            </p:extLst>
          </p:nvPr>
        </p:nvGraphicFramePr>
        <p:xfrm>
          <a:off x="8109370" y="3425780"/>
          <a:ext cx="3763493" cy="2318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3492665294"/>
              </p:ext>
            </p:extLst>
          </p:nvPr>
        </p:nvGraphicFramePr>
        <p:xfrm>
          <a:off x="8109371" y="5512159"/>
          <a:ext cx="3763492" cy="845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144685039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888" y="146459"/>
            <a:ext cx="12432329" cy="83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8788" tIns="108788" rIns="108788" bIns="108788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buSzPct val="120000"/>
            </a:pPr>
            <a:r>
              <a:rPr lang="en-US" sz="3454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Commercial Property Insurance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797332"/>
            <a:ext cx="9804188" cy="264653"/>
          </a:xfrm>
          <a:prstGeom prst="rect">
            <a:avLst/>
          </a:prstGeom>
        </p:spPr>
      </p:pic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4223259411"/>
              </p:ext>
            </p:extLst>
          </p:nvPr>
        </p:nvGraphicFramePr>
        <p:xfrm>
          <a:off x="8109370" y="1281864"/>
          <a:ext cx="3763493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980589936"/>
              </p:ext>
            </p:extLst>
          </p:nvPr>
        </p:nvGraphicFramePr>
        <p:xfrm>
          <a:off x="8109370" y="3425780"/>
          <a:ext cx="3763493" cy="2318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806388500"/>
              </p:ext>
            </p:extLst>
          </p:nvPr>
        </p:nvGraphicFramePr>
        <p:xfrm>
          <a:off x="8109371" y="5512159"/>
          <a:ext cx="3763492" cy="845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2041" y="1103652"/>
            <a:ext cx="7500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Components of Commercial Property Coverage Part</a:t>
            </a:r>
            <a:endParaRPr lang="en-US" sz="2400" dirty="0">
              <a:solidFill>
                <a:srgbClr val="00B0F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86025" y="1850976"/>
            <a:ext cx="2457450" cy="7858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881063" y="2920386"/>
            <a:ext cx="2457450" cy="7858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4063136" y="2918325"/>
            <a:ext cx="2457450" cy="7858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881063" y="3989796"/>
            <a:ext cx="2457450" cy="7858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4025619" y="3989796"/>
            <a:ext cx="2457450" cy="7858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2486025" y="4970269"/>
            <a:ext cx="2457450" cy="7858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2486025" y="5950742"/>
            <a:ext cx="2457450" cy="7858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3100972" y="2057155"/>
            <a:ext cx="1743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Declaration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357897" y="3126565"/>
            <a:ext cx="1743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Coverage Form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523792" y="3096537"/>
            <a:ext cx="1743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Coverage Form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234294" y="4215863"/>
            <a:ext cx="2115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Causes of Loss Form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171867" y="4198036"/>
            <a:ext cx="2115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Causes of Loss Form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117839" y="5178509"/>
            <a:ext cx="1405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Conditions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3100972" y="6128616"/>
            <a:ext cx="2086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Endorsements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443311" y="2992938"/>
            <a:ext cx="521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One or more</a:t>
            </a:r>
            <a:endParaRPr lang="en-US" sz="1200" dirty="0"/>
          </a:p>
        </p:txBody>
      </p:sp>
      <p:sp>
        <p:nvSpPr>
          <p:cNvPr id="32" name="TextBox 31"/>
          <p:cNvSpPr txBox="1"/>
          <p:nvPr/>
        </p:nvSpPr>
        <p:spPr>
          <a:xfrm>
            <a:off x="3443310" y="4019276"/>
            <a:ext cx="521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One or more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9684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824628"/>
            <a:ext cx="9804188" cy="264653"/>
          </a:xfrm>
          <a:prstGeom prst="rect">
            <a:avLst/>
          </a:prstGeom>
        </p:spPr>
      </p:pic>
      <p:sp>
        <p:nvSpPr>
          <p:cNvPr id="3" name="Rectangle 66"/>
          <p:cNvSpPr>
            <a:spLocks noChangeArrowheads="1"/>
          </p:cNvSpPr>
          <p:nvPr/>
        </p:nvSpPr>
        <p:spPr bwMode="auto">
          <a:xfrm>
            <a:off x="267287" y="261666"/>
            <a:ext cx="9980066" cy="63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>
              <a:buSzPct val="120000"/>
            </a:pPr>
            <a:r>
              <a:rPr lang="en-US" sz="3454" b="1" dirty="0"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rPr>
              <a:t>Commercial Property </a:t>
            </a:r>
            <a:r>
              <a:rPr lang="en-US" sz="3454" b="1" dirty="0" smtClean="0"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rPr>
              <a:t>Insurance contd…</a:t>
            </a:r>
            <a:endParaRPr lang="en-US" sz="3454" b="1" dirty="0">
              <a:latin typeface="Segoe UI Semibold" panose="020B0702040204020203" pitchFamily="34" charset="0"/>
              <a:ea typeface="+mj-ea"/>
              <a:cs typeface="Segoe UI Semibold" panose="020B07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7286" y="1127343"/>
            <a:ext cx="726222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Coverage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endParaRPr lang="en-US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742950" lvl="1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Building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1200150" lvl="2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Completed additions and fixtures </a:t>
            </a:r>
          </a:p>
          <a:p>
            <a:pPr marL="1200150" lvl="2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Permanently installed machinery and equipment</a:t>
            </a:r>
          </a:p>
          <a:p>
            <a:pPr marL="1200150" lvl="2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Personal property owned by the insured and used to service or maintain the building or premises</a:t>
            </a:r>
          </a:p>
          <a:p>
            <a:pPr marL="1200150" lvl="2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Material and equipment being used for repair/alteration is also  covered within 100 feet of the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premise</a:t>
            </a:r>
            <a:endParaRPr lang="en-US" b="1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742950" lvl="1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Business </a:t>
            </a: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personal property</a:t>
            </a:r>
          </a:p>
          <a:p>
            <a:pPr marL="1200150" lvl="2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Personal property owned by the insured and used in insured’s business present within 100 feet of the premises </a:t>
            </a:r>
          </a:p>
          <a:p>
            <a:pPr marL="1200150" lvl="2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Includes furniture, fixtures, stock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etc.</a:t>
            </a:r>
            <a:endParaRPr lang="en-US" b="1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742950" lvl="1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Personal property of others </a:t>
            </a:r>
            <a:endParaRPr lang="en-US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1200150" lvl="2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Personal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property of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repair shops etc.</a:t>
            </a:r>
          </a:p>
          <a:p>
            <a:pPr lvl="1" algn="just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   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Coverage is provided regardless of whether the insured is legally liable.</a:t>
            </a:r>
          </a:p>
          <a:p>
            <a:pPr lvl="1" algn="just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If not purchased this coverage is available by default but limited to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$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2,500 at each insured location</a:t>
            </a:r>
          </a:p>
        </p:txBody>
      </p:sp>
      <p:sp>
        <p:nvSpPr>
          <p:cNvPr id="7" name="Rectangle 6"/>
          <p:cNvSpPr/>
          <p:nvPr/>
        </p:nvSpPr>
        <p:spPr>
          <a:xfrm rot="10800000" flipV="1">
            <a:off x="267286" y="6385276"/>
            <a:ext cx="110042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100" dirty="0"/>
              <a:t>Note: All Information contained herein is proprietary &amp; confidential material of </a:t>
            </a:r>
            <a:r>
              <a:rPr lang="en-IN" sz="1100" dirty="0" err="1"/>
              <a:t>ValueMomentum</a:t>
            </a:r>
            <a:r>
              <a:rPr lang="en-IN" sz="1100" dirty="0"/>
              <a:t> Inc. All rights are reserved</a:t>
            </a:r>
            <a:r>
              <a:rPr lang="en-IN" dirty="0"/>
              <a:t>.  </a:t>
            </a:r>
          </a:p>
        </p:txBody>
      </p: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1926724990"/>
              </p:ext>
            </p:extLst>
          </p:nvPr>
        </p:nvGraphicFramePr>
        <p:xfrm>
          <a:off x="8109370" y="1281864"/>
          <a:ext cx="3763493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4" name="Diagram 13"/>
          <p:cNvGraphicFramePr/>
          <p:nvPr>
            <p:extLst>
              <p:ext uri="{D42A27DB-BD31-4B8C-83A1-F6EECF244321}">
                <p14:modId xmlns:p14="http://schemas.microsoft.com/office/powerpoint/2010/main" val="3387208029"/>
              </p:ext>
            </p:extLst>
          </p:nvPr>
        </p:nvGraphicFramePr>
        <p:xfrm>
          <a:off x="8109370" y="3425780"/>
          <a:ext cx="3763493" cy="2318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1130364819"/>
              </p:ext>
            </p:extLst>
          </p:nvPr>
        </p:nvGraphicFramePr>
        <p:xfrm>
          <a:off x="8109371" y="5512159"/>
          <a:ext cx="3763492" cy="845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225471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3462" y="811060"/>
            <a:ext cx="9804188" cy="264653"/>
          </a:xfrm>
          <a:prstGeom prst="rect">
            <a:avLst/>
          </a:prstGeom>
        </p:spPr>
      </p:pic>
      <p:sp>
        <p:nvSpPr>
          <p:cNvPr id="3" name="Rectangle 66"/>
          <p:cNvSpPr>
            <a:spLocks noChangeArrowheads="1"/>
          </p:cNvSpPr>
          <p:nvPr/>
        </p:nvSpPr>
        <p:spPr bwMode="auto">
          <a:xfrm>
            <a:off x="342901" y="173984"/>
            <a:ext cx="10012403" cy="63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SzPct val="120000"/>
              <a:tabLst>
                <a:tab pos="1828800" algn="l"/>
              </a:tabLst>
            </a:pPr>
            <a:r>
              <a:rPr lang="en-US" sz="3454" b="1" dirty="0"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rPr>
              <a:t>Commercial Property Insurance contd…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1" y="1240076"/>
            <a:ext cx="7972423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Property not covered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Smuggled goods held for sale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Property that can be insured better by other forms like auto, aircrafts etc.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Additional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en-US" sz="2400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coverages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: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Debris removal – covers cost of cleaning debris arising from a covered cause of loss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Preservation of property – covers the covered property while it is being moved and up to 30 days limited to $ 10,000 per policy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year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Fire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department service charge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Pollutant cleanup and removal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Increased cost of construction – limited to 5% of the amount of insurance or $ 10,000 whichever is less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Electronic data – coverage limited to $ 2,500 per policy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year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Coverage extensions include </a:t>
            </a: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newly acquired or constructed property, personal </a:t>
            </a: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property </a:t>
            </a: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of others, outdoor property, property off-premises, non-owned detached trailers and property temporarily in portable storage </a:t>
            </a: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units</a:t>
            </a:r>
            <a:endParaRPr lang="en-US" b="1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007728912"/>
              </p:ext>
            </p:extLst>
          </p:nvPr>
        </p:nvGraphicFramePr>
        <p:xfrm>
          <a:off x="8428507" y="1417285"/>
          <a:ext cx="3763493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557028865"/>
              </p:ext>
            </p:extLst>
          </p:nvPr>
        </p:nvGraphicFramePr>
        <p:xfrm>
          <a:off x="8428507" y="3561201"/>
          <a:ext cx="3763493" cy="2318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374414375"/>
              </p:ext>
            </p:extLst>
          </p:nvPr>
        </p:nvGraphicFramePr>
        <p:xfrm>
          <a:off x="8428508" y="5647580"/>
          <a:ext cx="3763492" cy="845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</p:spTree>
    <p:extLst>
      <p:ext uri="{BB962C8B-B14F-4D97-AF65-F5344CB8AC3E}">
        <p14:creationId xmlns:p14="http://schemas.microsoft.com/office/powerpoint/2010/main" val="426373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8626" y="1221671"/>
            <a:ext cx="7885579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Limits</a:t>
            </a: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:</a:t>
            </a:r>
            <a:endParaRPr lang="en-US" b="1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Limits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can be provided as specific or blanket for e.g.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    </a:t>
            </a:r>
            <a:r>
              <a:rPr lang="en-US" sz="1600" b="1" dirty="0">
                <a:solidFill>
                  <a:prstClr val="black"/>
                </a:solidFill>
                <a:latin typeface="Arial" charset="0"/>
                <a:cs typeface="Arial" charset="0"/>
              </a:rPr>
              <a:t>Specific limits: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$ 1,000,000 for building/$ 800,000 for business personal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property/$ 50,000 for personal property of others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</a:t>
            </a:r>
            <a:r>
              <a:rPr lang="en-US" sz="1600" b="1" dirty="0">
                <a:solidFill>
                  <a:prstClr val="black"/>
                </a:solidFill>
                <a:latin typeface="Arial" charset="0"/>
                <a:cs typeface="Arial" charset="0"/>
              </a:rPr>
              <a:t>Blanket limit: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$ 1,850,000 for building, business personal property and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personal property of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others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Valuation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is on Actual Cash Value but can be changed to replacement </a:t>
            </a:r>
            <a:endParaRPr lang="en-US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   cost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with optional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coverage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Blanket </a:t>
            </a: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Insurance: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Insurance that covers with one limit of insurance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Two or more types of property – buildings and business personal property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One or more types of property at more than one location.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Specific Insurance: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Insurance that covers each building for a specific limit of insurance and personal property at each building for a specific limit of insurance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67951"/>
            <a:ext cx="9804188" cy="264653"/>
          </a:xfrm>
          <a:prstGeom prst="rect">
            <a:avLst/>
          </a:prstGeom>
        </p:spPr>
      </p:pic>
      <p:sp>
        <p:nvSpPr>
          <p:cNvPr id="4" name="Rectangle 66"/>
          <p:cNvSpPr>
            <a:spLocks noChangeArrowheads="1"/>
          </p:cNvSpPr>
          <p:nvPr/>
        </p:nvSpPr>
        <p:spPr bwMode="auto">
          <a:xfrm>
            <a:off x="428627" y="111354"/>
            <a:ext cx="10054998" cy="63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SzPct val="120000"/>
              <a:tabLst>
                <a:tab pos="1828800" algn="l"/>
              </a:tabLst>
            </a:pPr>
            <a:r>
              <a:rPr lang="en-US" sz="3454" b="1" dirty="0" smtClean="0"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rPr>
              <a:t>Commercial Property Insurance contd…</a:t>
            </a:r>
            <a:endParaRPr lang="en-US" sz="3454" b="1" dirty="0">
              <a:latin typeface="Segoe UI Semibold" panose="020B0702040204020203" pitchFamily="34" charset="0"/>
              <a:ea typeface="+mj-ea"/>
              <a:cs typeface="Segoe UI Semibold" panose="020B0702040204020203" pitchFamily="34" charset="0"/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756559368"/>
              </p:ext>
            </p:extLst>
          </p:nvPr>
        </p:nvGraphicFramePr>
        <p:xfrm>
          <a:off x="8314207" y="1356300"/>
          <a:ext cx="3763493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158450205"/>
              </p:ext>
            </p:extLst>
          </p:nvPr>
        </p:nvGraphicFramePr>
        <p:xfrm>
          <a:off x="8314207" y="3500216"/>
          <a:ext cx="3763493" cy="2318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1005128994"/>
              </p:ext>
            </p:extLst>
          </p:nvPr>
        </p:nvGraphicFramePr>
        <p:xfrm>
          <a:off x="8314208" y="5586595"/>
          <a:ext cx="3763492" cy="845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11" name="Rectangle 10"/>
          <p:cNvSpPr/>
          <p:nvPr/>
        </p:nvSpPr>
        <p:spPr>
          <a:xfrm rot="10800000" flipV="1">
            <a:off x="267286" y="6385276"/>
            <a:ext cx="110042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100" dirty="0"/>
              <a:t>Note: All Information contained herein is proprietary &amp; confidential material of </a:t>
            </a:r>
            <a:r>
              <a:rPr lang="en-IN" sz="1100" dirty="0" err="1"/>
              <a:t>ValueMomentum</a:t>
            </a:r>
            <a:r>
              <a:rPr lang="en-IN" sz="1100" dirty="0"/>
              <a:t> Inc. All rights are reserved</a:t>
            </a:r>
            <a:r>
              <a:rPr lang="en-IN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129094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824628"/>
            <a:ext cx="9804188" cy="264653"/>
          </a:xfrm>
          <a:prstGeom prst="rect">
            <a:avLst/>
          </a:prstGeom>
        </p:spPr>
      </p:pic>
      <p:sp>
        <p:nvSpPr>
          <p:cNvPr id="3" name="Rectangle 66"/>
          <p:cNvSpPr>
            <a:spLocks noChangeArrowheads="1"/>
          </p:cNvSpPr>
          <p:nvPr/>
        </p:nvSpPr>
        <p:spPr bwMode="auto">
          <a:xfrm>
            <a:off x="609602" y="211562"/>
            <a:ext cx="8909152" cy="63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SzPct val="120000"/>
              <a:tabLst>
                <a:tab pos="1828800" algn="l"/>
              </a:tabLst>
            </a:pPr>
            <a:r>
              <a:rPr lang="en-US" sz="3454" b="1" dirty="0"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rPr>
              <a:t>Commercial Property Insurance contd…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63" y="1126452"/>
            <a:ext cx="803433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Coinsurance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clause requires the insured to carry insurance equal to at least a specified percentage of the property’s ACV or replacement cost value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 If the amount of insurance carried does not meet the coinsurance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 requirement the payment will be calculated as per the below formula: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 Loss payment 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less deductible =  </a:t>
            </a:r>
            <a:r>
              <a:rPr lang="en-US" sz="1400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Amount </a:t>
            </a:r>
            <a:r>
              <a:rPr lang="en-US" sz="1400" dirty="0">
                <a:solidFill>
                  <a:prstClr val="black"/>
                </a:solidFill>
                <a:latin typeface="Arial" charset="0"/>
                <a:cs typeface="Arial" charset="0"/>
              </a:rPr>
              <a:t>of insurance carried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                                                                -------------------------------------     X   Loss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                                                                Amount of insurance required </a:t>
            </a:r>
            <a:endParaRPr lang="en-US" sz="1400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     E.g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. The value of the property is $250,000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The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Coinsurance percentage for it is 80%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 The Limit of Insurance for it is $100,000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 The Deductible is $250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 The amount of loss is $ 40,000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3" y="5387459"/>
            <a:ext cx="82200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prstClr val="black"/>
                </a:solidFill>
                <a:latin typeface="Arial" charset="0"/>
                <a:cs typeface="Arial" charset="0"/>
              </a:rPr>
              <a:t>    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Loss payment  less deductible </a:t>
            </a:r>
            <a:r>
              <a:rPr lang="en-US" sz="1400" dirty="0">
                <a:solidFill>
                  <a:prstClr val="black"/>
                </a:solidFill>
                <a:latin typeface="Arial" charset="0"/>
                <a:cs typeface="Arial" charset="0"/>
              </a:rPr>
              <a:t>=</a:t>
            </a:r>
            <a:r>
              <a:rPr lang="en-US" sz="1400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          </a:t>
            </a:r>
            <a:r>
              <a:rPr lang="en-US" sz="1400" dirty="0">
                <a:solidFill>
                  <a:prstClr val="black"/>
                </a:solidFill>
                <a:latin typeface="Arial" charset="0"/>
                <a:cs typeface="Arial" charset="0"/>
              </a:rPr>
              <a:t>$100,000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                                                           </a:t>
            </a:r>
            <a:r>
              <a:rPr lang="en-US" sz="1400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---------------------------------     </a:t>
            </a:r>
            <a:r>
              <a:rPr lang="en-US" sz="1400" dirty="0">
                <a:solidFill>
                  <a:prstClr val="black"/>
                </a:solidFill>
                <a:latin typeface="Arial" charset="0"/>
                <a:cs typeface="Arial" charset="0"/>
              </a:rPr>
              <a:t>X   $40,000   =  $20,000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                                                      </a:t>
            </a:r>
            <a:r>
              <a:rPr lang="en-US" sz="1400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         </a:t>
            </a:r>
            <a:r>
              <a:rPr lang="en-US" sz="1400" dirty="0">
                <a:solidFill>
                  <a:prstClr val="black"/>
                </a:solidFill>
                <a:latin typeface="Arial" charset="0"/>
                <a:cs typeface="Arial" charset="0"/>
              </a:rPr>
              <a:t>(80% of $250,000)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883594613"/>
              </p:ext>
            </p:extLst>
          </p:nvPr>
        </p:nvGraphicFramePr>
        <p:xfrm>
          <a:off x="8314207" y="1356300"/>
          <a:ext cx="3763493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057265118"/>
              </p:ext>
            </p:extLst>
          </p:nvPr>
        </p:nvGraphicFramePr>
        <p:xfrm>
          <a:off x="8314207" y="3500216"/>
          <a:ext cx="3763493" cy="2318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826067735"/>
              </p:ext>
            </p:extLst>
          </p:nvPr>
        </p:nvGraphicFramePr>
        <p:xfrm>
          <a:off x="8314208" y="5586595"/>
          <a:ext cx="3763492" cy="845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53370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3462" y="803957"/>
            <a:ext cx="9804188" cy="264653"/>
          </a:xfrm>
          <a:prstGeom prst="rect">
            <a:avLst/>
          </a:prstGeom>
        </p:spPr>
      </p:pic>
      <p:sp>
        <p:nvSpPr>
          <p:cNvPr id="3" name="Rectangle 66"/>
          <p:cNvSpPr>
            <a:spLocks noChangeArrowheads="1"/>
          </p:cNvSpPr>
          <p:nvPr/>
        </p:nvSpPr>
        <p:spPr bwMode="auto">
          <a:xfrm>
            <a:off x="404734" y="111354"/>
            <a:ext cx="10078891" cy="63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SzPct val="120000"/>
              <a:tabLst>
                <a:tab pos="1828800" algn="l"/>
              </a:tabLst>
            </a:pPr>
            <a:r>
              <a:rPr lang="en-US" sz="3454" b="1" dirty="0" smtClean="0"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rPr>
              <a:t>Commercial </a:t>
            </a:r>
            <a:r>
              <a:rPr lang="en-US" sz="3454" b="1" dirty="0"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rPr>
              <a:t>Property </a:t>
            </a:r>
            <a:r>
              <a:rPr lang="en-US" sz="3454" b="1" dirty="0" smtClean="0"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rPr>
              <a:t>Insurance contd…</a:t>
            </a:r>
            <a:endParaRPr lang="en-US" sz="3454" b="1" dirty="0">
              <a:latin typeface="Segoe UI Semibold" panose="020B0702040204020203" pitchFamily="34" charset="0"/>
              <a:ea typeface="+mj-ea"/>
              <a:cs typeface="Segoe UI Semibold" panose="020B07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462" y="6493359"/>
            <a:ext cx="1119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Note: All Information contained herein is proprietary &amp; confidential material of ValueMomentum Inc. All rights are reserved.  </a:t>
            </a:r>
            <a:endParaRPr lang="en-IN" sz="1100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685646175"/>
              </p:ext>
            </p:extLst>
          </p:nvPr>
        </p:nvGraphicFramePr>
        <p:xfrm>
          <a:off x="8257057" y="1417285"/>
          <a:ext cx="3763493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800731861"/>
              </p:ext>
            </p:extLst>
          </p:nvPr>
        </p:nvGraphicFramePr>
        <p:xfrm>
          <a:off x="8257057" y="3561201"/>
          <a:ext cx="3763493" cy="2318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57708472"/>
              </p:ext>
            </p:extLst>
          </p:nvPr>
        </p:nvGraphicFramePr>
        <p:xfrm>
          <a:off x="8257058" y="5647580"/>
          <a:ext cx="3763492" cy="845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9" name="Rectangle 8"/>
          <p:cNvSpPr/>
          <p:nvPr/>
        </p:nvSpPr>
        <p:spPr>
          <a:xfrm>
            <a:off x="1033463" y="1417285"/>
            <a:ext cx="6096000" cy="433965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Rating Factors: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Rating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factors affecting commercial property insurance premiums include: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Limits of insurance 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Covered causes of loss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Coinsurance percentage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Deductible amount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Optional coverages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Construction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Occupancy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Protection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External exposure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Location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Package modification factors</a:t>
            </a:r>
          </a:p>
        </p:txBody>
      </p:sp>
    </p:spTree>
    <p:extLst>
      <p:ext uri="{BB962C8B-B14F-4D97-AF65-F5344CB8AC3E}">
        <p14:creationId xmlns:p14="http://schemas.microsoft.com/office/powerpoint/2010/main" val="299133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213075216"/>
              </p:ext>
            </p:extLst>
          </p:nvPr>
        </p:nvGraphicFramePr>
        <p:xfrm>
          <a:off x="8257057" y="1257759"/>
          <a:ext cx="3763493" cy="2402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680480310"/>
              </p:ext>
            </p:extLst>
          </p:nvPr>
        </p:nvGraphicFramePr>
        <p:xfrm>
          <a:off x="8257057" y="3401675"/>
          <a:ext cx="3763493" cy="2318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785563648"/>
              </p:ext>
            </p:extLst>
          </p:nvPr>
        </p:nvGraphicFramePr>
        <p:xfrm>
          <a:off x="8257058" y="5488054"/>
          <a:ext cx="3763492" cy="845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5" name="Rectangle 4"/>
          <p:cNvSpPr/>
          <p:nvPr/>
        </p:nvSpPr>
        <p:spPr>
          <a:xfrm>
            <a:off x="819150" y="1093351"/>
            <a:ext cx="6438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Causes of Loss are covered in three forms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Basic form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– covers on named peril approach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endParaRPr lang="en-US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Broad form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– covers on named peril approach and more expensive than basic form, includes falling objects, weight of ice/snow and water damage.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Both basic and broad forms have </a:t>
            </a: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anti-concurrent causation wording </a:t>
            </a:r>
            <a:r>
              <a:rPr lang="en-US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for most losses.</a:t>
            </a: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3462" y="811060"/>
            <a:ext cx="9804188" cy="264653"/>
          </a:xfrm>
          <a:prstGeom prst="rect">
            <a:avLst/>
          </a:prstGeom>
        </p:spPr>
      </p:pic>
      <p:sp>
        <p:nvSpPr>
          <p:cNvPr id="8" name="Rectangle 66"/>
          <p:cNvSpPr>
            <a:spLocks noChangeArrowheads="1"/>
          </p:cNvSpPr>
          <p:nvPr/>
        </p:nvSpPr>
        <p:spPr bwMode="auto">
          <a:xfrm>
            <a:off x="342901" y="173984"/>
            <a:ext cx="10012403" cy="63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/>
          <a:p>
            <a:pPr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SzPct val="120000"/>
              <a:tabLst>
                <a:tab pos="1828800" algn="l"/>
              </a:tabLst>
            </a:pPr>
            <a:r>
              <a:rPr lang="en-US" sz="3454" b="1" dirty="0"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rPr>
              <a:t>Commercial Property Insurance contd</a:t>
            </a:r>
            <a:r>
              <a:rPr lang="en-US" sz="2500" b="1" dirty="0">
                <a:latin typeface="Segoe UI Light" panose="020B0502040204020203" pitchFamily="34" charset="0"/>
                <a:cs typeface="Arial" charset="0"/>
              </a:rPr>
              <a:t>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150" y="3419313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fontAlgn="base">
              <a:spcBef>
                <a:spcPct val="0"/>
              </a:spcBef>
              <a:spcAft>
                <a:spcPct val="0"/>
              </a:spcAft>
            </a:pPr>
            <a:endParaRPr lang="en-US" b="1" dirty="0" smtClean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b="1" dirty="0" smtClean="0">
                <a:solidFill>
                  <a:prstClr val="black"/>
                </a:solidFill>
                <a:latin typeface="Arial" charset="0"/>
                <a:cs typeface="Arial" charset="0"/>
              </a:rPr>
              <a:t>Special </a:t>
            </a: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form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– provides broadest coverage, covers all losses which are not excluded. Also shifts the burden of proof on the insurer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Common exclusions include </a:t>
            </a: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wear and tear, rust, corrosion, decay,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prstClr val="black"/>
                </a:solidFill>
                <a:latin typeface="Arial" charset="0"/>
                <a:cs typeface="Arial" charset="0"/>
              </a:rPr>
              <a:t>            mechanical breakdown, loss or damage to products </a:t>
            </a: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etc.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1187"/>
              </p:ext>
            </p:extLst>
          </p:nvPr>
        </p:nvGraphicFramePr>
        <p:xfrm>
          <a:off x="4161156" y="5610365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Acrobat Document" showAsIcon="1" r:id="rId20" imgW="914400" imgH="771480" progId="AcroExch.Document.11">
                  <p:embed/>
                </p:oleObj>
              </mc:Choice>
              <mc:Fallback>
                <p:oleObj name="Acrobat Document" showAsIcon="1" r:id="rId20" imgW="914400" imgH="771480" progId="AcroExch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161156" y="5610365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67150" y="6351910"/>
            <a:ext cx="1596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Coverage 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83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71189" y="2967335"/>
            <a:ext cx="4249626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you!!!</a:t>
            </a:r>
            <a:endParaRPr lang="en-US" sz="60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824628"/>
            <a:ext cx="9804188" cy="26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3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28174</TotalTime>
  <Words>1524</Words>
  <Application>Microsoft Office PowerPoint</Application>
  <PresentationFormat>Widescreen</PresentationFormat>
  <Paragraphs>239</Paragraphs>
  <Slides>13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Segoe UI</vt:lpstr>
      <vt:lpstr>Segoe UI Light</vt:lpstr>
      <vt:lpstr>Segoe UI Semibold</vt:lpstr>
      <vt:lpstr>Wingdings</vt:lpstr>
      <vt:lpstr>Office Theme</vt:lpstr>
      <vt:lpstr>Adobe 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 Bharati</dc:creator>
  <cp:lastModifiedBy>Avinash Kumar Singh</cp:lastModifiedBy>
  <cp:revision>67</cp:revision>
  <dcterms:created xsi:type="dcterms:W3CDTF">2016-07-06T01:57:31Z</dcterms:created>
  <dcterms:modified xsi:type="dcterms:W3CDTF">2019-03-28T12:11:58Z</dcterms:modified>
</cp:coreProperties>
</file>