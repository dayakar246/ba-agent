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3" r:id="rId2"/>
    <p:sldId id="265" r:id="rId3"/>
    <p:sldId id="266" r:id="rId4"/>
    <p:sldId id="273" r:id="rId5"/>
    <p:sldId id="274" r:id="rId6"/>
    <p:sldId id="275" r:id="rId7"/>
    <p:sldId id="276" r:id="rId8"/>
    <p:sldId id="277" r:id="rId9"/>
    <p:sldId id="278" r:id="rId10"/>
    <p:sldId id="280" r:id="rId11"/>
    <p:sldId id="283" r:id="rId12"/>
    <p:sldId id="282" r:id="rId13"/>
    <p:sldId id="284" r:id="rId14"/>
    <p:sldId id="28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89408" autoAdjust="0"/>
  </p:normalViewPr>
  <p:slideViewPr>
    <p:cSldViewPr snapToGrid="0">
      <p:cViewPr varScale="1">
        <p:scale>
          <a:sx n="66" d="100"/>
          <a:sy n="66" d="100"/>
        </p:scale>
        <p:origin x="858" y="78"/>
      </p:cViewPr>
      <p:guideLst/>
    </p:cSldViewPr>
  </p:slideViewPr>
  <p:notesTextViewPr>
    <p:cViewPr>
      <p:scale>
        <a:sx n="1" d="1"/>
        <a:sy n="1" d="1"/>
      </p:scale>
      <p:origin x="0" y="0"/>
    </p:cViewPr>
  </p:notesTextViewPr>
  <p:sorterViewPr>
    <p:cViewPr>
      <p:scale>
        <a:sx n="100" d="100"/>
        <a:sy n="100" d="100"/>
      </p:scale>
      <p:origin x="0" y="-18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B35E61BB-EEB5-458A-A74C-2C1D1D1EA7B4}" type="presOf" srcId="{AEA98A0A-5971-4387-8F87-30E2E87D1BBC}" destId="{5DF62DFD-4FA4-479D-BACA-0B5672D793AE}" srcOrd="0" destOrd="0" presId="urn:microsoft.com/office/officeart/2005/8/layout/chevron2"/>
    <dgm:cxn modelId="{7070ECCA-08A3-4040-AC59-3CA0F0B2A016}" type="presOf" srcId="{6BB193CD-2BCB-422D-9372-D29AD8AB2E75}" destId="{3196A1B1-B062-4292-A00B-1AF4EFB306CF}"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DB668F0B-B9AB-460C-AF01-748A6E5EA89D}" type="presOf" srcId="{6E4FFBC2-6C99-4467-A342-4F646E8105E8}" destId="{CA3CA37D-96A6-40F5-8283-7F5E5E75CC28}" srcOrd="0" destOrd="0" presId="urn:microsoft.com/office/officeart/2005/8/layout/chevron2"/>
    <dgm:cxn modelId="{A75695E7-C3F3-413D-8C12-681A7C632C6F}" type="presOf" srcId="{68FAD2B8-B928-4799-8BC6-C42A1A6B3879}" destId="{BA57226D-E733-47AB-9C1E-7F48998AF898}" srcOrd="0" destOrd="0" presId="urn:microsoft.com/office/officeart/2005/8/layout/chevron2"/>
    <dgm:cxn modelId="{DC28936D-4DF0-46CF-88A0-046931608903}" type="presOf" srcId="{FD44662F-72BB-4119-801E-24399F494A56}" destId="{2F79F4EE-99A1-4CEC-8FEE-C636AD274778}" srcOrd="0" destOrd="0" presId="urn:microsoft.com/office/officeart/2005/8/layout/chevron2"/>
    <dgm:cxn modelId="{8E8C00FE-05D2-4BD5-ACAF-DB8C89318039}" type="presOf" srcId="{273FB2FC-BB42-42E4-809F-8792EAAA4D36}" destId="{6597B828-368A-4EAC-99FD-85AB3B3FB0C4}" srcOrd="0" destOrd="0" presId="urn:microsoft.com/office/officeart/2005/8/layout/chevron2"/>
    <dgm:cxn modelId="{331736EB-08C5-4276-A80D-68913D00C253}"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80D31059-0762-4776-BEB7-FC431098613B}" type="presParOf" srcId="{BA57226D-E733-47AB-9C1E-7F48998AF898}" destId="{CC146864-BFF0-4842-89BF-1105AD66F5D5}" srcOrd="0" destOrd="0" presId="urn:microsoft.com/office/officeart/2005/8/layout/chevron2"/>
    <dgm:cxn modelId="{BED1EDBE-382A-40A2-8EB7-00E4E094C416}" type="presParOf" srcId="{CC146864-BFF0-4842-89BF-1105AD66F5D5}" destId="{6597B828-368A-4EAC-99FD-85AB3B3FB0C4}" srcOrd="0" destOrd="0" presId="urn:microsoft.com/office/officeart/2005/8/layout/chevron2"/>
    <dgm:cxn modelId="{F5887F07-6A64-4317-A23B-273C2179EFC5}" type="presParOf" srcId="{CC146864-BFF0-4842-89BF-1105AD66F5D5}" destId="{5DF62DFD-4FA4-479D-BACA-0B5672D793AE}" srcOrd="1" destOrd="0" presId="urn:microsoft.com/office/officeart/2005/8/layout/chevron2"/>
    <dgm:cxn modelId="{7E78A6AD-0879-4EFD-BEE1-82368627BA47}" type="presParOf" srcId="{BA57226D-E733-47AB-9C1E-7F48998AF898}" destId="{33D84CC3-27D8-4296-A650-E0BD45C89460}" srcOrd="1" destOrd="0" presId="urn:microsoft.com/office/officeart/2005/8/layout/chevron2"/>
    <dgm:cxn modelId="{7E5D7414-B5B9-4499-BD7F-E85F3297B9F9}" type="presParOf" srcId="{BA57226D-E733-47AB-9C1E-7F48998AF898}" destId="{8884328B-B7DF-4FEB-88E1-5749EF4A08C1}" srcOrd="2" destOrd="0" presId="urn:microsoft.com/office/officeart/2005/8/layout/chevron2"/>
    <dgm:cxn modelId="{2D50C89A-522E-4C00-9B47-9AE25DBFB481}" type="presParOf" srcId="{8884328B-B7DF-4FEB-88E1-5749EF4A08C1}" destId="{CA3CA37D-96A6-40F5-8283-7F5E5E75CC28}" srcOrd="0" destOrd="0" presId="urn:microsoft.com/office/officeart/2005/8/layout/chevron2"/>
    <dgm:cxn modelId="{869B65AB-DC1F-444B-A8CC-578B568C5C8C}" type="presParOf" srcId="{8884328B-B7DF-4FEB-88E1-5749EF4A08C1}" destId="{2F79F4EE-99A1-4CEC-8FEE-C636AD274778}" srcOrd="1" destOrd="0" presId="urn:microsoft.com/office/officeart/2005/8/layout/chevron2"/>
    <dgm:cxn modelId="{6B1FBDC7-6B20-41BD-8939-592EC5C06522}" type="presParOf" srcId="{BA57226D-E733-47AB-9C1E-7F48998AF898}" destId="{A446C02B-6598-45A5-94CC-35BC3846B78B}" srcOrd="3" destOrd="0" presId="urn:microsoft.com/office/officeart/2005/8/layout/chevron2"/>
    <dgm:cxn modelId="{5FA215EA-575E-48B0-8292-FAA66AE4C9F8}" type="presParOf" srcId="{BA57226D-E733-47AB-9C1E-7F48998AF898}" destId="{697118F7-20AA-4D55-BECB-464BCC2F1F89}" srcOrd="4" destOrd="0" presId="urn:microsoft.com/office/officeart/2005/8/layout/chevron2"/>
    <dgm:cxn modelId="{DADB115F-3846-4207-81A1-748468E36116}" type="presParOf" srcId="{697118F7-20AA-4D55-BECB-464BCC2F1F89}" destId="{3196A1B1-B062-4292-A00B-1AF4EFB306CF}" srcOrd="0" destOrd="0" presId="urn:microsoft.com/office/officeart/2005/8/layout/chevron2"/>
    <dgm:cxn modelId="{FD48ED17-31CE-4653-9586-7194CA6EC3C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1279CED0-2FDB-457B-BB44-24328013736D}" type="presOf" srcId="{7C839073-D423-4CF0-A279-F3597BB99994}" destId="{AD927985-2E20-4855-8300-EF608B954011}"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5DB62085-67E4-4436-AE23-60E02DB032DA}" type="presOf" srcId="{FD44662F-72BB-4119-801E-24399F494A56}" destId="{2F79F4EE-99A1-4CEC-8FEE-C636AD27477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B2EB5118-ED92-40EC-8DED-AD311834BC22}" type="presOf" srcId="{6E4FFBC2-6C99-4467-A342-4F646E8105E8}" destId="{CA3CA37D-96A6-40F5-8283-7F5E5E75CC28}" srcOrd="0" destOrd="0" presId="urn:microsoft.com/office/officeart/2005/8/layout/chevron2"/>
    <dgm:cxn modelId="{691125B5-8D92-4C81-B061-C53C51370E17}" type="presOf" srcId="{6BB193CD-2BCB-422D-9372-D29AD8AB2E75}" destId="{3196A1B1-B062-4292-A00B-1AF4EFB306CF}" srcOrd="0" destOrd="0" presId="urn:microsoft.com/office/officeart/2005/8/layout/chevron2"/>
    <dgm:cxn modelId="{35AD8CD1-BE04-4FB4-B45A-F505785B7ABD}"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1714F572-CBBC-438C-B47D-E09BB08842D6}" type="presOf" srcId="{68FAD2B8-B928-4799-8BC6-C42A1A6B3879}" destId="{BA57226D-E733-47AB-9C1E-7F48998AF898}" srcOrd="0" destOrd="0" presId="urn:microsoft.com/office/officeart/2005/8/layout/chevron2"/>
    <dgm:cxn modelId="{4411B10A-791D-4340-BFDD-50B085E9541C}" type="presOf" srcId="{273FB2FC-BB42-42E4-809F-8792EAAA4D36}" destId="{6597B828-368A-4EAC-99FD-85AB3B3FB0C4}" srcOrd="0" destOrd="0" presId="urn:microsoft.com/office/officeart/2005/8/layout/chevron2"/>
    <dgm:cxn modelId="{021C12E3-ED60-4DC5-9A83-C9BDCF9A77C3}" type="presParOf" srcId="{BA57226D-E733-47AB-9C1E-7F48998AF898}" destId="{CC146864-BFF0-4842-89BF-1105AD66F5D5}" srcOrd="0" destOrd="0" presId="urn:microsoft.com/office/officeart/2005/8/layout/chevron2"/>
    <dgm:cxn modelId="{706EDD3E-6E10-4452-80B6-AEDEDC8F9A8F}" type="presParOf" srcId="{CC146864-BFF0-4842-89BF-1105AD66F5D5}" destId="{6597B828-368A-4EAC-99FD-85AB3B3FB0C4}" srcOrd="0" destOrd="0" presId="urn:microsoft.com/office/officeart/2005/8/layout/chevron2"/>
    <dgm:cxn modelId="{35D13208-5E24-41BA-90E5-D56A4E06A587}" type="presParOf" srcId="{CC146864-BFF0-4842-89BF-1105AD66F5D5}" destId="{5DF62DFD-4FA4-479D-BACA-0B5672D793AE}" srcOrd="1" destOrd="0" presId="urn:microsoft.com/office/officeart/2005/8/layout/chevron2"/>
    <dgm:cxn modelId="{7A847554-E136-4D9D-A8FC-F9FDD760A120}" type="presParOf" srcId="{BA57226D-E733-47AB-9C1E-7F48998AF898}" destId="{33D84CC3-27D8-4296-A650-E0BD45C89460}" srcOrd="1" destOrd="0" presId="urn:microsoft.com/office/officeart/2005/8/layout/chevron2"/>
    <dgm:cxn modelId="{F8549A0A-9448-4909-8797-05F1828408A3}" type="presParOf" srcId="{BA57226D-E733-47AB-9C1E-7F48998AF898}" destId="{8884328B-B7DF-4FEB-88E1-5749EF4A08C1}" srcOrd="2" destOrd="0" presId="urn:microsoft.com/office/officeart/2005/8/layout/chevron2"/>
    <dgm:cxn modelId="{FE30C1DD-260A-422C-9EAE-48F59E1E9124}" type="presParOf" srcId="{8884328B-B7DF-4FEB-88E1-5749EF4A08C1}" destId="{CA3CA37D-96A6-40F5-8283-7F5E5E75CC28}" srcOrd="0" destOrd="0" presId="urn:microsoft.com/office/officeart/2005/8/layout/chevron2"/>
    <dgm:cxn modelId="{7185542F-01B9-4B3F-B00C-B55712F3288A}" type="presParOf" srcId="{8884328B-B7DF-4FEB-88E1-5749EF4A08C1}" destId="{2F79F4EE-99A1-4CEC-8FEE-C636AD274778}" srcOrd="1" destOrd="0" presId="urn:microsoft.com/office/officeart/2005/8/layout/chevron2"/>
    <dgm:cxn modelId="{D216BF21-BD58-480E-88B7-6731D3BCBD3F}" type="presParOf" srcId="{BA57226D-E733-47AB-9C1E-7F48998AF898}" destId="{A446C02B-6598-45A5-94CC-35BC3846B78B}" srcOrd="3" destOrd="0" presId="urn:microsoft.com/office/officeart/2005/8/layout/chevron2"/>
    <dgm:cxn modelId="{6786097E-642B-4485-9912-5CF3AD917B8A}" type="presParOf" srcId="{BA57226D-E733-47AB-9C1E-7F48998AF898}" destId="{697118F7-20AA-4D55-BECB-464BCC2F1F89}" srcOrd="4" destOrd="0" presId="urn:microsoft.com/office/officeart/2005/8/layout/chevron2"/>
    <dgm:cxn modelId="{70EF9812-BD50-4D81-ACCE-F1E0EE8B5732}" type="presParOf" srcId="{697118F7-20AA-4D55-BECB-464BCC2F1F89}" destId="{3196A1B1-B062-4292-A00B-1AF4EFB306CF}" srcOrd="0" destOrd="0" presId="urn:microsoft.com/office/officeart/2005/8/layout/chevron2"/>
    <dgm:cxn modelId="{4E07CD9C-608F-4298-ABFE-DF1CFF81AB8D}"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FB9D1A54-A0ED-4A9B-9337-1C1E8DFAE4C4}"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bg1">
            <a:alpha val="90000"/>
          </a:schemeClr>
        </a:solid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062BE80F-A580-4912-9A94-017C9D8B05A1}" type="presOf" srcId="{6BB193CD-2BCB-422D-9372-D29AD8AB2E75}" destId="{3196A1B1-B062-4292-A00B-1AF4EFB306CF}" srcOrd="0" destOrd="0" presId="urn:microsoft.com/office/officeart/2005/8/layout/chevron2"/>
    <dgm:cxn modelId="{3C0316F2-D375-4B5B-BBB2-C795A18F9FB4}" type="presOf" srcId="{FD44662F-72BB-4119-801E-24399F494A56}" destId="{2F79F4EE-99A1-4CEC-8FEE-C636AD27477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FA0FC20D-6D6E-4EFA-94B2-61F1ED3ADA60}" type="presOf" srcId="{6E4FFBC2-6C99-4467-A342-4F646E8105E8}" destId="{CA3CA37D-96A6-40F5-8283-7F5E5E75CC28}" srcOrd="0" destOrd="0" presId="urn:microsoft.com/office/officeart/2005/8/layout/chevron2"/>
    <dgm:cxn modelId="{B0A5DFA4-F64E-488C-9BB4-4D76DA654258}" type="presOf" srcId="{68FAD2B8-B928-4799-8BC6-C42A1A6B3879}" destId="{BA57226D-E733-47AB-9C1E-7F48998AF898}" srcOrd="0" destOrd="0" presId="urn:microsoft.com/office/officeart/2005/8/layout/chevron2"/>
    <dgm:cxn modelId="{0FD525FD-5172-4B6F-BD76-1DF32631A739}"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8910C1D-C2E2-467F-A0B3-FD5C1B8F460F}" srcId="{68FAD2B8-B928-4799-8BC6-C42A1A6B3879}" destId="{6BB193CD-2BCB-422D-9372-D29AD8AB2E75}" srcOrd="2" destOrd="0" parTransId="{D0BAE843-61C4-4BE8-8261-6D2175944DC1}" sibTransId="{06A098D0-18B0-48CA-8C3E-7CE571CB3224}"/>
    <dgm:cxn modelId="{398CB5F8-3B90-4406-9F6E-FCCE5DDE9E5C}" type="presOf" srcId="{7C839073-D423-4CF0-A279-F3597BB99994}" destId="{AD927985-2E20-4855-8300-EF608B954011}"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8152D71B-3D1D-4EC8-BC38-0609AB677C38}" type="presOf" srcId="{273FB2FC-BB42-42E4-809F-8792EAAA4D36}" destId="{6597B828-368A-4EAC-99FD-85AB3B3FB0C4}" srcOrd="0" destOrd="0" presId="urn:microsoft.com/office/officeart/2005/8/layout/chevron2"/>
    <dgm:cxn modelId="{C682009A-0EB1-4374-B746-71C586B3C21C}" type="presParOf" srcId="{BA57226D-E733-47AB-9C1E-7F48998AF898}" destId="{CC146864-BFF0-4842-89BF-1105AD66F5D5}" srcOrd="0" destOrd="0" presId="urn:microsoft.com/office/officeart/2005/8/layout/chevron2"/>
    <dgm:cxn modelId="{1A517731-B0D3-439D-B5B6-C5D44B4D69C1}" type="presParOf" srcId="{CC146864-BFF0-4842-89BF-1105AD66F5D5}" destId="{6597B828-368A-4EAC-99FD-85AB3B3FB0C4}" srcOrd="0" destOrd="0" presId="urn:microsoft.com/office/officeart/2005/8/layout/chevron2"/>
    <dgm:cxn modelId="{4EE96707-C1EA-4EED-A6CA-6CC4198B2414}" type="presParOf" srcId="{CC146864-BFF0-4842-89BF-1105AD66F5D5}" destId="{5DF62DFD-4FA4-479D-BACA-0B5672D793AE}" srcOrd="1" destOrd="0" presId="urn:microsoft.com/office/officeart/2005/8/layout/chevron2"/>
    <dgm:cxn modelId="{4A1E3598-5D24-492B-9027-665741ABBD6F}" type="presParOf" srcId="{BA57226D-E733-47AB-9C1E-7F48998AF898}" destId="{33D84CC3-27D8-4296-A650-E0BD45C89460}" srcOrd="1" destOrd="0" presId="urn:microsoft.com/office/officeart/2005/8/layout/chevron2"/>
    <dgm:cxn modelId="{B0CB90A4-7B35-4ABD-94BD-F08F022AFDB3}" type="presParOf" srcId="{BA57226D-E733-47AB-9C1E-7F48998AF898}" destId="{8884328B-B7DF-4FEB-88E1-5749EF4A08C1}" srcOrd="2" destOrd="0" presId="urn:microsoft.com/office/officeart/2005/8/layout/chevron2"/>
    <dgm:cxn modelId="{C1C9860B-6F98-4339-9838-0E31384BEB3D}" type="presParOf" srcId="{8884328B-B7DF-4FEB-88E1-5749EF4A08C1}" destId="{CA3CA37D-96A6-40F5-8283-7F5E5E75CC28}" srcOrd="0" destOrd="0" presId="urn:microsoft.com/office/officeart/2005/8/layout/chevron2"/>
    <dgm:cxn modelId="{E5935265-CE9B-4D65-A550-0549B7BCD324}" type="presParOf" srcId="{8884328B-B7DF-4FEB-88E1-5749EF4A08C1}" destId="{2F79F4EE-99A1-4CEC-8FEE-C636AD274778}" srcOrd="1" destOrd="0" presId="urn:microsoft.com/office/officeart/2005/8/layout/chevron2"/>
    <dgm:cxn modelId="{7F0F88CF-E191-4A12-BE7C-7317CE427EEE}" type="presParOf" srcId="{BA57226D-E733-47AB-9C1E-7F48998AF898}" destId="{A446C02B-6598-45A5-94CC-35BC3846B78B}" srcOrd="3" destOrd="0" presId="urn:microsoft.com/office/officeart/2005/8/layout/chevron2"/>
    <dgm:cxn modelId="{C1526C4A-DDAF-4AD6-90A0-A3F46F687DAD}" type="presParOf" srcId="{BA57226D-E733-47AB-9C1E-7F48998AF898}" destId="{697118F7-20AA-4D55-BECB-464BCC2F1F89}" srcOrd="4" destOrd="0" presId="urn:microsoft.com/office/officeart/2005/8/layout/chevron2"/>
    <dgm:cxn modelId="{7039183C-0D41-4E3B-B175-2B2317389564}" type="presParOf" srcId="{697118F7-20AA-4D55-BECB-464BCC2F1F89}" destId="{3196A1B1-B062-4292-A00B-1AF4EFB306CF}" srcOrd="0" destOrd="0" presId="urn:microsoft.com/office/officeart/2005/8/layout/chevron2"/>
    <dgm:cxn modelId="{CAE31964-E947-4D9D-A5D7-B1D386069F53}"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D081564D-5888-416D-A34F-691EB2ADB6C0}" type="presOf" srcId="{FD44662F-72BB-4119-801E-24399F494A56}" destId="{2F79F4EE-99A1-4CEC-8FEE-C636AD27477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4A8A7B35-F108-402B-9AD0-94284B799A72}" type="presOf" srcId="{7C839073-D423-4CF0-A279-F3597BB99994}" destId="{AD927985-2E20-4855-8300-EF608B954011}" srcOrd="0" destOrd="0" presId="urn:microsoft.com/office/officeart/2005/8/layout/chevron2"/>
    <dgm:cxn modelId="{292D6C31-8C1E-45F5-A82A-609222DC4959}" type="presOf" srcId="{68FAD2B8-B928-4799-8BC6-C42A1A6B3879}" destId="{BA57226D-E733-47AB-9C1E-7F48998AF898}" srcOrd="0" destOrd="0" presId="urn:microsoft.com/office/officeart/2005/8/layout/chevron2"/>
    <dgm:cxn modelId="{3C796BEF-114A-428E-A332-630DD55517C8}"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848B808F-2392-48A9-87AA-A5D7C0933FE0}" type="presOf" srcId="{AEA98A0A-5971-4387-8F87-30E2E87D1BBC}" destId="{5DF62DFD-4FA4-479D-BACA-0B5672D793AE}" srcOrd="0" destOrd="0" presId="urn:microsoft.com/office/officeart/2005/8/layout/chevron2"/>
    <dgm:cxn modelId="{17AC9326-7399-49A2-AAB5-9E8DC95FF167}" type="presOf" srcId="{6BB193CD-2BCB-422D-9372-D29AD8AB2E75}" destId="{3196A1B1-B062-4292-A00B-1AF4EFB306CF}"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40D05F7D-7F8C-4874-B122-3B263FA9AE3F}" type="presOf" srcId="{6E4FFBC2-6C99-4467-A342-4F646E8105E8}" destId="{CA3CA37D-96A6-40F5-8283-7F5E5E75CC28}" srcOrd="0" destOrd="0" presId="urn:microsoft.com/office/officeart/2005/8/layout/chevron2"/>
    <dgm:cxn modelId="{D4A24D19-81DB-4F6D-B5C7-272419FA60AD}" type="presParOf" srcId="{BA57226D-E733-47AB-9C1E-7F48998AF898}" destId="{CC146864-BFF0-4842-89BF-1105AD66F5D5}" srcOrd="0" destOrd="0" presId="urn:microsoft.com/office/officeart/2005/8/layout/chevron2"/>
    <dgm:cxn modelId="{A0F26DF8-F565-4301-962F-4B02FEB67842}" type="presParOf" srcId="{CC146864-BFF0-4842-89BF-1105AD66F5D5}" destId="{6597B828-368A-4EAC-99FD-85AB3B3FB0C4}" srcOrd="0" destOrd="0" presId="urn:microsoft.com/office/officeart/2005/8/layout/chevron2"/>
    <dgm:cxn modelId="{D06B3DE0-A37F-42EE-BD0B-30B253D78C26}" type="presParOf" srcId="{CC146864-BFF0-4842-89BF-1105AD66F5D5}" destId="{5DF62DFD-4FA4-479D-BACA-0B5672D793AE}" srcOrd="1" destOrd="0" presId="urn:microsoft.com/office/officeart/2005/8/layout/chevron2"/>
    <dgm:cxn modelId="{1F17688E-0B64-4FF8-97AC-AF770D6853ED}" type="presParOf" srcId="{BA57226D-E733-47AB-9C1E-7F48998AF898}" destId="{33D84CC3-27D8-4296-A650-E0BD45C89460}" srcOrd="1" destOrd="0" presId="urn:microsoft.com/office/officeart/2005/8/layout/chevron2"/>
    <dgm:cxn modelId="{AD8DF862-B0AE-4AE5-BA7F-B05B7DEA57A0}" type="presParOf" srcId="{BA57226D-E733-47AB-9C1E-7F48998AF898}" destId="{8884328B-B7DF-4FEB-88E1-5749EF4A08C1}" srcOrd="2" destOrd="0" presId="urn:microsoft.com/office/officeart/2005/8/layout/chevron2"/>
    <dgm:cxn modelId="{62057F01-6B82-427E-A56B-EAFF81073F0A}" type="presParOf" srcId="{8884328B-B7DF-4FEB-88E1-5749EF4A08C1}" destId="{CA3CA37D-96A6-40F5-8283-7F5E5E75CC28}" srcOrd="0" destOrd="0" presId="urn:microsoft.com/office/officeart/2005/8/layout/chevron2"/>
    <dgm:cxn modelId="{05F55AAD-0B24-4CBE-A1B0-A66DC564D089}" type="presParOf" srcId="{8884328B-B7DF-4FEB-88E1-5749EF4A08C1}" destId="{2F79F4EE-99A1-4CEC-8FEE-C636AD274778}" srcOrd="1" destOrd="0" presId="urn:microsoft.com/office/officeart/2005/8/layout/chevron2"/>
    <dgm:cxn modelId="{210127F7-1ABC-4C9B-B5B7-DE685FF46980}" type="presParOf" srcId="{BA57226D-E733-47AB-9C1E-7F48998AF898}" destId="{A446C02B-6598-45A5-94CC-35BC3846B78B}" srcOrd="3" destOrd="0" presId="urn:microsoft.com/office/officeart/2005/8/layout/chevron2"/>
    <dgm:cxn modelId="{63547C8D-2A29-4AC6-96FD-C1BDD06C15CA}" type="presParOf" srcId="{BA57226D-E733-47AB-9C1E-7F48998AF898}" destId="{697118F7-20AA-4D55-BECB-464BCC2F1F89}" srcOrd="4" destOrd="0" presId="urn:microsoft.com/office/officeart/2005/8/layout/chevron2"/>
    <dgm:cxn modelId="{D61AE830-7F55-4646-92E8-C0F0357453A9}" type="presParOf" srcId="{697118F7-20AA-4D55-BECB-464BCC2F1F89}" destId="{3196A1B1-B062-4292-A00B-1AF4EFB306CF}" srcOrd="0" destOrd="0" presId="urn:microsoft.com/office/officeart/2005/8/layout/chevron2"/>
    <dgm:cxn modelId="{CBC6A4AF-71E3-49E3-8F8E-35A02EAA219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a:solidFill>
          <a:schemeClr val="accent2">
            <a:lumMod val="60000"/>
            <a:lumOff val="40000"/>
          </a:schemeClr>
        </a:solidFill>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B4836152-1472-4583-8FD1-67CBC8528571}" type="presOf" srcId="{FD44662F-72BB-4119-801E-24399F494A56}" destId="{2F79F4EE-99A1-4CEC-8FEE-C636AD274778}" srcOrd="0" destOrd="0" presId="urn:microsoft.com/office/officeart/2005/8/layout/chevron2"/>
    <dgm:cxn modelId="{2D02614E-54EC-472C-9625-9F3752581231}"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17DEFBF5-F57C-43B7-B135-A3AE05C6EEF2}" type="presOf" srcId="{AEA98A0A-5971-4387-8F87-30E2E87D1BBC}" destId="{5DF62DFD-4FA4-479D-BACA-0B5672D793AE}" srcOrd="0" destOrd="0" presId="urn:microsoft.com/office/officeart/2005/8/layout/chevron2"/>
    <dgm:cxn modelId="{B556F43F-5E41-4D6E-A2F0-A06557D88C76}" type="presOf" srcId="{6BB193CD-2BCB-422D-9372-D29AD8AB2E75}" destId="{3196A1B1-B062-4292-A00B-1AF4EFB306CF}" srcOrd="0" destOrd="0" presId="urn:microsoft.com/office/officeart/2005/8/layout/chevron2"/>
    <dgm:cxn modelId="{CF60030B-A39C-4BA4-B987-5EF17B538642}" type="presOf" srcId="{68FAD2B8-B928-4799-8BC6-C42A1A6B3879}" destId="{BA57226D-E733-47AB-9C1E-7F48998AF898}" srcOrd="0" destOrd="0" presId="urn:microsoft.com/office/officeart/2005/8/layout/chevron2"/>
    <dgm:cxn modelId="{384A53FF-9313-4E88-A7DC-B46BD6A24358}" type="presOf" srcId="{7C839073-D423-4CF0-A279-F3597BB99994}" destId="{AD927985-2E20-4855-8300-EF608B954011}" srcOrd="0" destOrd="0" presId="urn:microsoft.com/office/officeart/2005/8/layout/chevron2"/>
    <dgm:cxn modelId="{9D5BBC31-3817-4B4D-AEFC-45CD45630EA0}" type="presOf" srcId="{6E4FFBC2-6C99-4467-A342-4F646E8105E8}" destId="{CA3CA37D-96A6-40F5-8283-7F5E5E75CC2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8EABC772-AC65-4C70-88F2-9C8E9936B623}" type="presParOf" srcId="{BA57226D-E733-47AB-9C1E-7F48998AF898}" destId="{CC146864-BFF0-4842-89BF-1105AD66F5D5}" srcOrd="0" destOrd="0" presId="urn:microsoft.com/office/officeart/2005/8/layout/chevron2"/>
    <dgm:cxn modelId="{95B2A973-CC11-4024-950B-323B91B9A2DC}" type="presParOf" srcId="{CC146864-BFF0-4842-89BF-1105AD66F5D5}" destId="{6597B828-368A-4EAC-99FD-85AB3B3FB0C4}" srcOrd="0" destOrd="0" presId="urn:microsoft.com/office/officeart/2005/8/layout/chevron2"/>
    <dgm:cxn modelId="{72F7C343-59A9-4681-9CBA-A9C24B9EEC8C}" type="presParOf" srcId="{CC146864-BFF0-4842-89BF-1105AD66F5D5}" destId="{5DF62DFD-4FA4-479D-BACA-0B5672D793AE}" srcOrd="1" destOrd="0" presId="urn:microsoft.com/office/officeart/2005/8/layout/chevron2"/>
    <dgm:cxn modelId="{87A236F3-84E4-4B9E-9206-B598A021CE99}" type="presParOf" srcId="{BA57226D-E733-47AB-9C1E-7F48998AF898}" destId="{33D84CC3-27D8-4296-A650-E0BD45C89460}" srcOrd="1" destOrd="0" presId="urn:microsoft.com/office/officeart/2005/8/layout/chevron2"/>
    <dgm:cxn modelId="{FA9330BE-F4A3-4235-BC08-3831F11AC2DB}" type="presParOf" srcId="{BA57226D-E733-47AB-9C1E-7F48998AF898}" destId="{8884328B-B7DF-4FEB-88E1-5749EF4A08C1}" srcOrd="2" destOrd="0" presId="urn:microsoft.com/office/officeart/2005/8/layout/chevron2"/>
    <dgm:cxn modelId="{CB92D092-5119-480C-9873-F821CA56D559}" type="presParOf" srcId="{8884328B-B7DF-4FEB-88E1-5749EF4A08C1}" destId="{CA3CA37D-96A6-40F5-8283-7F5E5E75CC28}" srcOrd="0" destOrd="0" presId="urn:microsoft.com/office/officeart/2005/8/layout/chevron2"/>
    <dgm:cxn modelId="{8EB5D361-8ACA-4E66-9F31-D57E51DC5E5F}" type="presParOf" srcId="{8884328B-B7DF-4FEB-88E1-5749EF4A08C1}" destId="{2F79F4EE-99A1-4CEC-8FEE-C636AD274778}" srcOrd="1" destOrd="0" presId="urn:microsoft.com/office/officeart/2005/8/layout/chevron2"/>
    <dgm:cxn modelId="{F0C547EF-350F-4B87-9E45-4C48B41DA4E4}" type="presParOf" srcId="{BA57226D-E733-47AB-9C1E-7F48998AF898}" destId="{A446C02B-6598-45A5-94CC-35BC3846B78B}" srcOrd="3" destOrd="0" presId="urn:microsoft.com/office/officeart/2005/8/layout/chevron2"/>
    <dgm:cxn modelId="{8D3B4477-8939-4AC0-9F43-FFAD1FB61122}" type="presParOf" srcId="{BA57226D-E733-47AB-9C1E-7F48998AF898}" destId="{697118F7-20AA-4D55-BECB-464BCC2F1F89}" srcOrd="4" destOrd="0" presId="urn:microsoft.com/office/officeart/2005/8/layout/chevron2"/>
    <dgm:cxn modelId="{AA91AAC6-3826-4B46-9723-32BEAE62D3E3}" type="presParOf" srcId="{697118F7-20AA-4D55-BECB-464BCC2F1F89}" destId="{3196A1B1-B062-4292-A00B-1AF4EFB306CF}" srcOrd="0" destOrd="0" presId="urn:microsoft.com/office/officeart/2005/8/layout/chevron2"/>
    <dgm:cxn modelId="{63C5FEB5-B976-49EE-960E-3B45E29A8D3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4C7335AA-BC30-4E38-916E-DA5E7FCD8544}" type="presOf" srcId="{6BB193CD-2BCB-422D-9372-D29AD8AB2E75}" destId="{3196A1B1-B062-4292-A00B-1AF4EFB306CF}" srcOrd="0" destOrd="0" presId="urn:microsoft.com/office/officeart/2005/8/layout/chevron2"/>
    <dgm:cxn modelId="{6ECDB048-AAF3-4F88-881C-07C575C32D5C}" type="presOf" srcId="{FD44662F-72BB-4119-801E-24399F494A56}" destId="{2F79F4EE-99A1-4CEC-8FEE-C636AD27477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2651C3D-A905-416F-A04E-71F255FB0FF4}" type="presOf" srcId="{7C839073-D423-4CF0-A279-F3597BB99994}" destId="{AD927985-2E20-4855-8300-EF608B954011}" srcOrd="0" destOrd="0" presId="urn:microsoft.com/office/officeart/2005/8/layout/chevron2"/>
    <dgm:cxn modelId="{8A36570C-88F6-4AE2-90CF-98A2C1865C0F}" type="presOf" srcId="{AEA98A0A-5971-4387-8F87-30E2E87D1BBC}" destId="{5DF62DFD-4FA4-479D-BACA-0B5672D793AE}" srcOrd="0" destOrd="0" presId="urn:microsoft.com/office/officeart/2005/8/layout/chevron2"/>
    <dgm:cxn modelId="{E7E33AB4-1866-49BF-B22E-7678A6B5C218}" type="presOf" srcId="{6E4FFBC2-6C99-4467-A342-4F646E8105E8}" destId="{CA3CA37D-96A6-40F5-8283-7F5E5E75CC28}" srcOrd="0" destOrd="0" presId="urn:microsoft.com/office/officeart/2005/8/layout/chevron2"/>
    <dgm:cxn modelId="{96354857-76F7-40C0-A531-437DE3E38553}"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42673E0-9E04-469C-9E28-CFBC7AC3D805}" srcId="{6BB193CD-2BCB-422D-9372-D29AD8AB2E75}" destId="{7C839073-D423-4CF0-A279-F3597BB99994}" srcOrd="0" destOrd="0" parTransId="{10D8E1BB-D0AC-4F07-9026-B9E30A95F081}" sibTransId="{916FB27A-9422-4CA8-BA11-C2E66D4E56DD}"/>
    <dgm:cxn modelId="{CF11DC53-310C-4500-AFA1-54BBA194239F}" srcId="{273FB2FC-BB42-42E4-809F-8792EAAA4D36}" destId="{AEA98A0A-5971-4387-8F87-30E2E87D1BBC}" srcOrd="0" destOrd="0" parTransId="{BEE051EC-7527-4612-ADD5-9B9F3C8E955D}" sibTransId="{8F1BEA95-EC37-4EE8-8D91-47146E4C7F6E}"/>
    <dgm:cxn modelId="{49B4D6F3-B93C-4E35-B442-0B12B27546AE}" type="presOf" srcId="{273FB2FC-BB42-42E4-809F-8792EAAA4D36}" destId="{6597B828-368A-4EAC-99FD-85AB3B3FB0C4}" srcOrd="0" destOrd="0" presId="urn:microsoft.com/office/officeart/2005/8/layout/chevron2"/>
    <dgm:cxn modelId="{A267339D-8201-4DA8-95EC-D8CA963CD647}" type="presParOf" srcId="{BA57226D-E733-47AB-9C1E-7F48998AF898}" destId="{CC146864-BFF0-4842-89BF-1105AD66F5D5}" srcOrd="0" destOrd="0" presId="urn:microsoft.com/office/officeart/2005/8/layout/chevron2"/>
    <dgm:cxn modelId="{68B10C8D-BB0B-4BCF-B6D8-9CB0E659D2ED}" type="presParOf" srcId="{CC146864-BFF0-4842-89BF-1105AD66F5D5}" destId="{6597B828-368A-4EAC-99FD-85AB3B3FB0C4}" srcOrd="0" destOrd="0" presId="urn:microsoft.com/office/officeart/2005/8/layout/chevron2"/>
    <dgm:cxn modelId="{9FCF6185-78F9-406E-AC5B-9BFF28664CC0}" type="presParOf" srcId="{CC146864-BFF0-4842-89BF-1105AD66F5D5}" destId="{5DF62DFD-4FA4-479D-BACA-0B5672D793AE}" srcOrd="1" destOrd="0" presId="urn:microsoft.com/office/officeart/2005/8/layout/chevron2"/>
    <dgm:cxn modelId="{9B7B4735-A1EA-4116-AFE0-7AFC94D7EDFA}" type="presParOf" srcId="{BA57226D-E733-47AB-9C1E-7F48998AF898}" destId="{33D84CC3-27D8-4296-A650-E0BD45C89460}" srcOrd="1" destOrd="0" presId="urn:microsoft.com/office/officeart/2005/8/layout/chevron2"/>
    <dgm:cxn modelId="{42821CFC-DF04-4BCE-A215-1A0519148FC8}" type="presParOf" srcId="{BA57226D-E733-47AB-9C1E-7F48998AF898}" destId="{8884328B-B7DF-4FEB-88E1-5749EF4A08C1}" srcOrd="2" destOrd="0" presId="urn:microsoft.com/office/officeart/2005/8/layout/chevron2"/>
    <dgm:cxn modelId="{0AED6DDC-A3F0-4994-91F2-0845A1325D08}" type="presParOf" srcId="{8884328B-B7DF-4FEB-88E1-5749EF4A08C1}" destId="{CA3CA37D-96A6-40F5-8283-7F5E5E75CC28}" srcOrd="0" destOrd="0" presId="urn:microsoft.com/office/officeart/2005/8/layout/chevron2"/>
    <dgm:cxn modelId="{8BFCF7AB-23B7-420E-BADD-B1CF7B3E4F4E}" type="presParOf" srcId="{8884328B-B7DF-4FEB-88E1-5749EF4A08C1}" destId="{2F79F4EE-99A1-4CEC-8FEE-C636AD274778}" srcOrd="1" destOrd="0" presId="urn:microsoft.com/office/officeart/2005/8/layout/chevron2"/>
    <dgm:cxn modelId="{5D6611EA-BC18-4CA1-9B77-BA8E215AC6FA}" type="presParOf" srcId="{BA57226D-E733-47AB-9C1E-7F48998AF898}" destId="{A446C02B-6598-45A5-94CC-35BC3846B78B}" srcOrd="3" destOrd="0" presId="urn:microsoft.com/office/officeart/2005/8/layout/chevron2"/>
    <dgm:cxn modelId="{B9EB2A68-A9D0-4958-86A0-C8813581B84E}" type="presParOf" srcId="{BA57226D-E733-47AB-9C1E-7F48998AF898}" destId="{697118F7-20AA-4D55-BECB-464BCC2F1F89}" srcOrd="4" destOrd="0" presId="urn:microsoft.com/office/officeart/2005/8/layout/chevron2"/>
    <dgm:cxn modelId="{041C9CF8-DFA5-43AA-B0EA-C9C6519322FE}" type="presParOf" srcId="{697118F7-20AA-4D55-BECB-464BCC2F1F89}" destId="{3196A1B1-B062-4292-A00B-1AF4EFB306CF}" srcOrd="0" destOrd="0" presId="urn:microsoft.com/office/officeart/2005/8/layout/chevron2"/>
    <dgm:cxn modelId="{EC0E6BDB-1615-490B-A7E0-474D65738A2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5B5EF1FD-4727-402D-B798-1E2CE075AA33}"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a:solidFill>
          <a:schemeClr val="accent2">
            <a:lumMod val="60000"/>
            <a:lumOff val="40000"/>
          </a:schemeClr>
        </a:solidFill>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456EAC26-8ED9-4C75-A780-F80DA244EAA9}" srcId="{68FAD2B8-B928-4799-8BC6-C42A1A6B3879}" destId="{273FB2FC-BB42-42E4-809F-8792EAAA4D36}" srcOrd="0" destOrd="0" parTransId="{17BCC805-7DE2-4E79-AB12-41972CFF1711}" sibTransId="{17F18A71-D865-418D-A85E-39A103F44ABB}"/>
    <dgm:cxn modelId="{F2603D38-4196-4939-8CA5-72FE41B0F1AF}" type="presOf" srcId="{7C839073-D423-4CF0-A279-F3597BB99994}" destId="{AD927985-2E20-4855-8300-EF608B954011}" srcOrd="0" destOrd="0" presId="urn:microsoft.com/office/officeart/2005/8/layout/chevron2"/>
    <dgm:cxn modelId="{91294F46-9136-41CC-B6F4-8D423D17E540}" type="presOf" srcId="{6E4FFBC2-6C99-4467-A342-4F646E8105E8}" destId="{CA3CA37D-96A6-40F5-8283-7F5E5E75CC2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CF11DC53-310C-4500-AFA1-54BBA194239F}" srcId="{273FB2FC-BB42-42E4-809F-8792EAAA4D36}" destId="{AEA98A0A-5971-4387-8F87-30E2E87D1BBC}" srcOrd="0" destOrd="0" parTransId="{BEE051EC-7527-4612-ADD5-9B9F3C8E955D}" sibTransId="{8F1BEA95-EC37-4EE8-8D91-47146E4C7F6E}"/>
    <dgm:cxn modelId="{1B7849AB-FD45-4188-B50F-3CA8915A29CA}"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38910C1D-C2E2-467F-A0B3-FD5C1B8F460F}" srcId="{68FAD2B8-B928-4799-8BC6-C42A1A6B3879}" destId="{6BB193CD-2BCB-422D-9372-D29AD8AB2E75}" srcOrd="2" destOrd="0" parTransId="{D0BAE843-61C4-4BE8-8261-6D2175944DC1}" sibTransId="{06A098D0-18B0-48CA-8C3E-7CE571CB3224}"/>
    <dgm:cxn modelId="{4E69C832-3733-4188-B9D0-0A71CBAF9A48}" type="presOf" srcId="{AEA98A0A-5971-4387-8F87-30E2E87D1BBC}" destId="{5DF62DFD-4FA4-479D-BACA-0B5672D793AE}" srcOrd="0" destOrd="0" presId="urn:microsoft.com/office/officeart/2005/8/layout/chevron2"/>
    <dgm:cxn modelId="{2493C5EA-8BF7-4176-9154-55F11423EB3E}" type="presOf" srcId="{68FAD2B8-B928-4799-8BC6-C42A1A6B3879}" destId="{BA57226D-E733-47AB-9C1E-7F48998AF898}" srcOrd="0" destOrd="0" presId="urn:microsoft.com/office/officeart/2005/8/layout/chevron2"/>
    <dgm:cxn modelId="{3749E14C-9EF1-472F-830A-886709650154}" type="presOf" srcId="{273FB2FC-BB42-42E4-809F-8792EAAA4D36}" destId="{6597B828-368A-4EAC-99FD-85AB3B3FB0C4}" srcOrd="0" destOrd="0" presId="urn:microsoft.com/office/officeart/2005/8/layout/chevron2"/>
    <dgm:cxn modelId="{CFFCE91C-29EF-4171-97A9-AB580AE5CE66}" type="presOf" srcId="{6BB193CD-2BCB-422D-9372-D29AD8AB2E75}" destId="{3196A1B1-B062-4292-A00B-1AF4EFB306CF}"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8A70AE82-22F0-4F5E-AE4B-917B05C09BEA}" type="presParOf" srcId="{BA57226D-E733-47AB-9C1E-7F48998AF898}" destId="{CC146864-BFF0-4842-89BF-1105AD66F5D5}" srcOrd="0" destOrd="0" presId="urn:microsoft.com/office/officeart/2005/8/layout/chevron2"/>
    <dgm:cxn modelId="{24172561-7934-45EC-9FF8-B3D0E3F7BB66}" type="presParOf" srcId="{CC146864-BFF0-4842-89BF-1105AD66F5D5}" destId="{6597B828-368A-4EAC-99FD-85AB3B3FB0C4}" srcOrd="0" destOrd="0" presId="urn:microsoft.com/office/officeart/2005/8/layout/chevron2"/>
    <dgm:cxn modelId="{4038951E-3F73-4361-8A21-908954F00193}" type="presParOf" srcId="{CC146864-BFF0-4842-89BF-1105AD66F5D5}" destId="{5DF62DFD-4FA4-479D-BACA-0B5672D793AE}" srcOrd="1" destOrd="0" presId="urn:microsoft.com/office/officeart/2005/8/layout/chevron2"/>
    <dgm:cxn modelId="{FA5D41DB-CFDE-4AD0-9461-AE830974DF60}" type="presParOf" srcId="{BA57226D-E733-47AB-9C1E-7F48998AF898}" destId="{33D84CC3-27D8-4296-A650-E0BD45C89460}" srcOrd="1" destOrd="0" presId="urn:microsoft.com/office/officeart/2005/8/layout/chevron2"/>
    <dgm:cxn modelId="{4765964B-CFAF-42CE-8826-0580DA836B78}" type="presParOf" srcId="{BA57226D-E733-47AB-9C1E-7F48998AF898}" destId="{8884328B-B7DF-4FEB-88E1-5749EF4A08C1}" srcOrd="2" destOrd="0" presId="urn:microsoft.com/office/officeart/2005/8/layout/chevron2"/>
    <dgm:cxn modelId="{0A02033D-6248-4A36-BF61-55CCFEA31C1C}" type="presParOf" srcId="{8884328B-B7DF-4FEB-88E1-5749EF4A08C1}" destId="{CA3CA37D-96A6-40F5-8283-7F5E5E75CC28}" srcOrd="0" destOrd="0" presId="urn:microsoft.com/office/officeart/2005/8/layout/chevron2"/>
    <dgm:cxn modelId="{98796312-B9B0-486B-B9AD-89E72968C753}" type="presParOf" srcId="{8884328B-B7DF-4FEB-88E1-5749EF4A08C1}" destId="{2F79F4EE-99A1-4CEC-8FEE-C636AD274778}" srcOrd="1" destOrd="0" presId="urn:microsoft.com/office/officeart/2005/8/layout/chevron2"/>
    <dgm:cxn modelId="{11D6D438-C667-4B49-A46D-753B4203C8AB}" type="presParOf" srcId="{BA57226D-E733-47AB-9C1E-7F48998AF898}" destId="{A446C02B-6598-45A5-94CC-35BC3846B78B}" srcOrd="3" destOrd="0" presId="urn:microsoft.com/office/officeart/2005/8/layout/chevron2"/>
    <dgm:cxn modelId="{E36C9FAE-0A4D-4E66-9148-A92957254E6C}" type="presParOf" srcId="{BA57226D-E733-47AB-9C1E-7F48998AF898}" destId="{697118F7-20AA-4D55-BECB-464BCC2F1F89}" srcOrd="4" destOrd="0" presId="urn:microsoft.com/office/officeart/2005/8/layout/chevron2"/>
    <dgm:cxn modelId="{F33D00F6-2025-425E-A9AB-CC01F3FA3BA7}" type="presParOf" srcId="{697118F7-20AA-4D55-BECB-464BCC2F1F89}" destId="{3196A1B1-B062-4292-A00B-1AF4EFB306CF}" srcOrd="0" destOrd="0" presId="urn:microsoft.com/office/officeart/2005/8/layout/chevron2"/>
    <dgm:cxn modelId="{B1687F02-78E3-4EEA-AD11-060C01D4E7A3}"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69D4F566-B0B7-466B-A0E7-0395D4413F5B}" type="presOf" srcId="{7C839073-D423-4CF0-A279-F3597BB99994}" destId="{AD927985-2E20-4855-8300-EF608B954011}" srcOrd="0" destOrd="0" presId="urn:microsoft.com/office/officeart/2005/8/layout/chevron2"/>
    <dgm:cxn modelId="{527596C8-6635-4485-A8EA-3ED26CC73602}" type="presOf" srcId="{AEA98A0A-5971-4387-8F87-30E2E87D1BBC}" destId="{5DF62DFD-4FA4-479D-BACA-0B5672D793AE}" srcOrd="0" destOrd="0" presId="urn:microsoft.com/office/officeart/2005/8/layout/chevron2"/>
    <dgm:cxn modelId="{E75C3D7C-7392-4046-9620-CAEFB160D10D}" type="presOf" srcId="{6E4FFBC2-6C99-4467-A342-4F646E8105E8}" destId="{CA3CA37D-96A6-40F5-8283-7F5E5E75CC2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9F4A69E2-6D05-42AA-A2C7-ADCE7FCD0EC1}"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DEDFE25C-17E9-4660-A524-6689A5BF0A5B}" type="presOf" srcId="{6BB193CD-2BCB-422D-9372-D29AD8AB2E75}" destId="{3196A1B1-B062-4292-A00B-1AF4EFB306CF}" srcOrd="0" destOrd="0" presId="urn:microsoft.com/office/officeart/2005/8/layout/chevron2"/>
    <dgm:cxn modelId="{D14EA5E1-13BA-47AE-9D7D-2F9169275AED}"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8910C1D-C2E2-467F-A0B3-FD5C1B8F460F}" srcId="{68FAD2B8-B928-4799-8BC6-C42A1A6B3879}" destId="{6BB193CD-2BCB-422D-9372-D29AD8AB2E75}" srcOrd="2" destOrd="0" parTransId="{D0BAE843-61C4-4BE8-8261-6D2175944DC1}" sibTransId="{06A098D0-18B0-48CA-8C3E-7CE571CB3224}"/>
    <dgm:cxn modelId="{CF11DC53-310C-4500-AFA1-54BBA194239F}" srcId="{273FB2FC-BB42-42E4-809F-8792EAAA4D36}" destId="{AEA98A0A-5971-4387-8F87-30E2E87D1BBC}" srcOrd="0" destOrd="0" parTransId="{BEE051EC-7527-4612-ADD5-9B9F3C8E955D}" sibTransId="{8F1BEA95-EC37-4EE8-8D91-47146E4C7F6E}"/>
    <dgm:cxn modelId="{B0EDF574-96A2-4B33-B163-CE2FC39BF247}" type="presOf" srcId="{273FB2FC-BB42-42E4-809F-8792EAAA4D36}" destId="{6597B828-368A-4EAC-99FD-85AB3B3FB0C4}" srcOrd="0" destOrd="0" presId="urn:microsoft.com/office/officeart/2005/8/layout/chevron2"/>
    <dgm:cxn modelId="{9E1BEB49-8FA9-4FB6-99E6-3001B01842EA}" type="presParOf" srcId="{BA57226D-E733-47AB-9C1E-7F48998AF898}" destId="{CC146864-BFF0-4842-89BF-1105AD66F5D5}" srcOrd="0" destOrd="0" presId="urn:microsoft.com/office/officeart/2005/8/layout/chevron2"/>
    <dgm:cxn modelId="{67DB41D8-4129-41B3-ADCA-85666B96D2CD}" type="presParOf" srcId="{CC146864-BFF0-4842-89BF-1105AD66F5D5}" destId="{6597B828-368A-4EAC-99FD-85AB3B3FB0C4}" srcOrd="0" destOrd="0" presId="urn:microsoft.com/office/officeart/2005/8/layout/chevron2"/>
    <dgm:cxn modelId="{235E7E39-6E7A-4042-8E33-41EB6BEBE214}" type="presParOf" srcId="{CC146864-BFF0-4842-89BF-1105AD66F5D5}" destId="{5DF62DFD-4FA4-479D-BACA-0B5672D793AE}" srcOrd="1" destOrd="0" presId="urn:microsoft.com/office/officeart/2005/8/layout/chevron2"/>
    <dgm:cxn modelId="{4AACE0E2-76F5-4429-AEE5-9FD55E542739}" type="presParOf" srcId="{BA57226D-E733-47AB-9C1E-7F48998AF898}" destId="{33D84CC3-27D8-4296-A650-E0BD45C89460}" srcOrd="1" destOrd="0" presId="urn:microsoft.com/office/officeart/2005/8/layout/chevron2"/>
    <dgm:cxn modelId="{B8D13B6E-F7A7-4113-83B4-4CB42B1379A0}" type="presParOf" srcId="{BA57226D-E733-47AB-9C1E-7F48998AF898}" destId="{8884328B-B7DF-4FEB-88E1-5749EF4A08C1}" srcOrd="2" destOrd="0" presId="urn:microsoft.com/office/officeart/2005/8/layout/chevron2"/>
    <dgm:cxn modelId="{31B0EEE5-3459-4F78-9B2C-1C885832560A}" type="presParOf" srcId="{8884328B-B7DF-4FEB-88E1-5749EF4A08C1}" destId="{CA3CA37D-96A6-40F5-8283-7F5E5E75CC28}" srcOrd="0" destOrd="0" presId="urn:microsoft.com/office/officeart/2005/8/layout/chevron2"/>
    <dgm:cxn modelId="{2FF891E2-C981-4733-BF0E-DA90657D0B2D}" type="presParOf" srcId="{8884328B-B7DF-4FEB-88E1-5749EF4A08C1}" destId="{2F79F4EE-99A1-4CEC-8FEE-C636AD274778}" srcOrd="1" destOrd="0" presId="urn:microsoft.com/office/officeart/2005/8/layout/chevron2"/>
    <dgm:cxn modelId="{D1EE5AE2-8D99-4611-84DB-AB78B7529B9C}" type="presParOf" srcId="{BA57226D-E733-47AB-9C1E-7F48998AF898}" destId="{A446C02B-6598-45A5-94CC-35BC3846B78B}" srcOrd="3" destOrd="0" presId="urn:microsoft.com/office/officeart/2005/8/layout/chevron2"/>
    <dgm:cxn modelId="{9A9FE85B-33CD-4CD8-A941-7123A123B1EE}" type="presParOf" srcId="{BA57226D-E733-47AB-9C1E-7F48998AF898}" destId="{697118F7-20AA-4D55-BECB-464BCC2F1F89}" srcOrd="4" destOrd="0" presId="urn:microsoft.com/office/officeart/2005/8/layout/chevron2"/>
    <dgm:cxn modelId="{3C05F830-4775-4E96-89D6-B84F4DB4B9DC}" type="presParOf" srcId="{697118F7-20AA-4D55-BECB-464BCC2F1F89}" destId="{3196A1B1-B062-4292-A00B-1AF4EFB306CF}" srcOrd="0" destOrd="0" presId="urn:microsoft.com/office/officeart/2005/8/layout/chevron2"/>
    <dgm:cxn modelId="{5256E66A-BDAD-40F0-907F-BBC74E68221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EECDB979-B66C-44ED-886D-C5736FC9301E}"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FA680207-C128-4D0F-8E36-35605350DDDA}"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custLinFactNeighborX="1385" custLinFactNeighborY="-17679">
        <dgm:presLayoutVars>
          <dgm:bulletEnabled val="1"/>
        </dgm:presLayoutVars>
      </dgm:prSet>
      <dgm:spPr/>
      <dgm:t>
        <a:bodyPr/>
        <a:lstStyle/>
        <a:p>
          <a:endParaRPr lang="en-US"/>
        </a:p>
      </dgm:t>
    </dgm:pt>
  </dgm:ptLst>
  <dgm:cxnLst>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CF11DC53-310C-4500-AFA1-54BBA194239F}" srcId="{273FB2FC-BB42-42E4-809F-8792EAAA4D36}" destId="{AEA98A0A-5971-4387-8F87-30E2E87D1BBC}" srcOrd="0" destOrd="0" parTransId="{BEE051EC-7527-4612-ADD5-9B9F3C8E955D}" sibTransId="{8F1BEA95-EC37-4EE8-8D91-47146E4C7F6E}"/>
    <dgm:cxn modelId="{DE3903E0-E2B3-4532-B5DD-8A435F1EE3CD}" type="presOf" srcId="{6BB193CD-2BCB-422D-9372-D29AD8AB2E75}" destId="{3196A1B1-B062-4292-A00B-1AF4EFB306CF}" srcOrd="0" destOrd="0" presId="urn:microsoft.com/office/officeart/2005/8/layout/chevron2"/>
    <dgm:cxn modelId="{A9E1A838-C302-4E53-8F92-DA6B38D19A98}"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84674AD8-B9A1-427C-8F90-805ABE5EB154}" type="presOf" srcId="{7C839073-D423-4CF0-A279-F3597BB99994}" destId="{AD927985-2E20-4855-8300-EF608B954011}" srcOrd="0" destOrd="0" presId="urn:microsoft.com/office/officeart/2005/8/layout/chevron2"/>
    <dgm:cxn modelId="{A9181245-2BE7-4CB6-9219-3A8E29A39525}"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366873FD-89D4-480A-BBAE-255A231E5973}" type="presOf" srcId="{68FAD2B8-B928-4799-8BC6-C42A1A6B3879}" destId="{BA57226D-E733-47AB-9C1E-7F48998AF898}" srcOrd="0" destOrd="0" presId="urn:microsoft.com/office/officeart/2005/8/layout/chevron2"/>
    <dgm:cxn modelId="{24268473-ED31-4773-8793-48F85C46FC5D}" type="presOf" srcId="{6E4FFBC2-6C99-4467-A342-4F646E8105E8}" destId="{CA3CA37D-96A6-40F5-8283-7F5E5E75CC28}" srcOrd="0" destOrd="0" presId="urn:microsoft.com/office/officeart/2005/8/layout/chevron2"/>
    <dgm:cxn modelId="{9FF037C6-301B-489A-8628-DECB62816573}"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0DF5FBE4-9C51-4FD0-92C3-067FD872F885}" type="presParOf" srcId="{BA57226D-E733-47AB-9C1E-7F48998AF898}" destId="{CC146864-BFF0-4842-89BF-1105AD66F5D5}" srcOrd="0" destOrd="0" presId="urn:microsoft.com/office/officeart/2005/8/layout/chevron2"/>
    <dgm:cxn modelId="{007DD11C-770E-4A8E-8801-425DCD7DCB66}" type="presParOf" srcId="{CC146864-BFF0-4842-89BF-1105AD66F5D5}" destId="{6597B828-368A-4EAC-99FD-85AB3B3FB0C4}" srcOrd="0" destOrd="0" presId="urn:microsoft.com/office/officeart/2005/8/layout/chevron2"/>
    <dgm:cxn modelId="{D2A20A78-A9B7-45E6-A7CB-BC3AB434ADB2}" type="presParOf" srcId="{CC146864-BFF0-4842-89BF-1105AD66F5D5}" destId="{5DF62DFD-4FA4-479D-BACA-0B5672D793AE}" srcOrd="1" destOrd="0" presId="urn:microsoft.com/office/officeart/2005/8/layout/chevron2"/>
    <dgm:cxn modelId="{BED98500-DD82-491A-9300-25BD877459B4}" type="presParOf" srcId="{BA57226D-E733-47AB-9C1E-7F48998AF898}" destId="{33D84CC3-27D8-4296-A650-E0BD45C89460}" srcOrd="1" destOrd="0" presId="urn:microsoft.com/office/officeart/2005/8/layout/chevron2"/>
    <dgm:cxn modelId="{009AB129-F6D4-4057-A8EC-94F104EE846E}" type="presParOf" srcId="{BA57226D-E733-47AB-9C1E-7F48998AF898}" destId="{8884328B-B7DF-4FEB-88E1-5749EF4A08C1}" srcOrd="2" destOrd="0" presId="urn:microsoft.com/office/officeart/2005/8/layout/chevron2"/>
    <dgm:cxn modelId="{CA4FEA95-FE06-4C81-8082-D1B2ACEB000B}" type="presParOf" srcId="{8884328B-B7DF-4FEB-88E1-5749EF4A08C1}" destId="{CA3CA37D-96A6-40F5-8283-7F5E5E75CC28}" srcOrd="0" destOrd="0" presId="urn:microsoft.com/office/officeart/2005/8/layout/chevron2"/>
    <dgm:cxn modelId="{6DFEF807-F4A3-44E4-9969-76590647A1F6}" type="presParOf" srcId="{8884328B-B7DF-4FEB-88E1-5749EF4A08C1}" destId="{2F79F4EE-99A1-4CEC-8FEE-C636AD274778}" srcOrd="1" destOrd="0" presId="urn:microsoft.com/office/officeart/2005/8/layout/chevron2"/>
    <dgm:cxn modelId="{8E577EB9-C0C9-4A1E-8C88-5EE2D71EF128}" type="presParOf" srcId="{BA57226D-E733-47AB-9C1E-7F48998AF898}" destId="{A446C02B-6598-45A5-94CC-35BC3846B78B}" srcOrd="3" destOrd="0" presId="urn:microsoft.com/office/officeart/2005/8/layout/chevron2"/>
    <dgm:cxn modelId="{E7298C45-5EBF-412A-B292-DA0B6D32616F}" type="presParOf" srcId="{BA57226D-E733-47AB-9C1E-7F48998AF898}" destId="{697118F7-20AA-4D55-BECB-464BCC2F1F89}" srcOrd="4" destOrd="0" presId="urn:microsoft.com/office/officeart/2005/8/layout/chevron2"/>
    <dgm:cxn modelId="{03E7766A-0F33-4C66-B7B4-3E3B11A36432}" type="presParOf" srcId="{697118F7-20AA-4D55-BECB-464BCC2F1F89}" destId="{3196A1B1-B062-4292-A00B-1AF4EFB306CF}" srcOrd="0" destOrd="0" presId="urn:microsoft.com/office/officeart/2005/8/layout/chevron2"/>
    <dgm:cxn modelId="{69D4BFD4-C28D-4B16-A034-77581E066F1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BA24A799-5874-4F51-A1A5-076E5ED29E0D}" type="presOf" srcId="{AEA98A0A-5971-4387-8F87-30E2E87D1BBC}" destId="{5DF62DFD-4FA4-479D-BACA-0B5672D793AE}" srcOrd="0" destOrd="0" presId="urn:microsoft.com/office/officeart/2005/8/layout/chevron2"/>
    <dgm:cxn modelId="{0F4F5759-E65A-4F9E-ABCB-D9545A175BDB}" type="presOf" srcId="{68FAD2B8-B928-4799-8BC6-C42A1A6B3879}" destId="{BA57226D-E733-47AB-9C1E-7F48998AF898}" srcOrd="0" destOrd="0" presId="urn:microsoft.com/office/officeart/2005/8/layout/chevron2"/>
    <dgm:cxn modelId="{6230EB0C-315A-4A28-B7BD-4249B28DB170}" type="presOf" srcId="{6E4FFBC2-6C99-4467-A342-4F646E8105E8}" destId="{CA3CA37D-96A6-40F5-8283-7F5E5E75CC28}" srcOrd="0" destOrd="0" presId="urn:microsoft.com/office/officeart/2005/8/layout/chevron2"/>
    <dgm:cxn modelId="{1F73355F-3CF2-4F77-85A5-B48EA61C80F9}" type="presOf" srcId="{FD44662F-72BB-4119-801E-24399F494A56}" destId="{2F79F4EE-99A1-4CEC-8FEE-C636AD274778}" srcOrd="0" destOrd="0" presId="urn:microsoft.com/office/officeart/2005/8/layout/chevron2"/>
    <dgm:cxn modelId="{89AF5A85-B177-4B51-8BE0-BC02B861B7BC}" type="presOf" srcId="{6BB193CD-2BCB-422D-9372-D29AD8AB2E75}" destId="{3196A1B1-B062-4292-A00B-1AF4EFB306CF}" srcOrd="0" destOrd="0" presId="urn:microsoft.com/office/officeart/2005/8/layout/chevron2"/>
    <dgm:cxn modelId="{40AF306E-00D4-4D79-B0EF-3CB694843680}"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A1CA6B81-7697-45A3-8090-2DFA65CA4353}" type="presOf" srcId="{7C839073-D423-4CF0-A279-F3597BB99994}" destId="{AD927985-2E20-4855-8300-EF608B954011}" srcOrd="0" destOrd="0" presId="urn:microsoft.com/office/officeart/2005/8/layout/chevron2"/>
    <dgm:cxn modelId="{5FDCECDA-4B41-4349-B270-90CAAFDEDBE3}" type="presParOf" srcId="{BA57226D-E733-47AB-9C1E-7F48998AF898}" destId="{CC146864-BFF0-4842-89BF-1105AD66F5D5}" srcOrd="0" destOrd="0" presId="urn:microsoft.com/office/officeart/2005/8/layout/chevron2"/>
    <dgm:cxn modelId="{25FBFF92-0954-481B-96A1-210F8C774DC2}" type="presParOf" srcId="{CC146864-BFF0-4842-89BF-1105AD66F5D5}" destId="{6597B828-368A-4EAC-99FD-85AB3B3FB0C4}" srcOrd="0" destOrd="0" presId="urn:microsoft.com/office/officeart/2005/8/layout/chevron2"/>
    <dgm:cxn modelId="{51780DEA-EC52-4B39-B1E5-458E2F10CE4D}" type="presParOf" srcId="{CC146864-BFF0-4842-89BF-1105AD66F5D5}" destId="{5DF62DFD-4FA4-479D-BACA-0B5672D793AE}" srcOrd="1" destOrd="0" presId="urn:microsoft.com/office/officeart/2005/8/layout/chevron2"/>
    <dgm:cxn modelId="{C9716E2E-FA03-455E-A425-60FEE7F9A346}" type="presParOf" srcId="{BA57226D-E733-47AB-9C1E-7F48998AF898}" destId="{33D84CC3-27D8-4296-A650-E0BD45C89460}" srcOrd="1" destOrd="0" presId="urn:microsoft.com/office/officeart/2005/8/layout/chevron2"/>
    <dgm:cxn modelId="{A059D77F-727B-4A92-AE57-92CC13B7A062}" type="presParOf" srcId="{BA57226D-E733-47AB-9C1E-7F48998AF898}" destId="{8884328B-B7DF-4FEB-88E1-5749EF4A08C1}" srcOrd="2" destOrd="0" presId="urn:microsoft.com/office/officeart/2005/8/layout/chevron2"/>
    <dgm:cxn modelId="{8B17D24D-B795-4F4E-88D7-17A98E463F04}" type="presParOf" srcId="{8884328B-B7DF-4FEB-88E1-5749EF4A08C1}" destId="{CA3CA37D-96A6-40F5-8283-7F5E5E75CC28}" srcOrd="0" destOrd="0" presId="urn:microsoft.com/office/officeart/2005/8/layout/chevron2"/>
    <dgm:cxn modelId="{FB8970A7-F15E-4D72-BB45-EE69D1C2BEAC}" type="presParOf" srcId="{8884328B-B7DF-4FEB-88E1-5749EF4A08C1}" destId="{2F79F4EE-99A1-4CEC-8FEE-C636AD274778}" srcOrd="1" destOrd="0" presId="urn:microsoft.com/office/officeart/2005/8/layout/chevron2"/>
    <dgm:cxn modelId="{76A05307-5AD8-4FA2-899D-5EE2D7AFDC4C}" type="presParOf" srcId="{BA57226D-E733-47AB-9C1E-7F48998AF898}" destId="{A446C02B-6598-45A5-94CC-35BC3846B78B}" srcOrd="3" destOrd="0" presId="urn:microsoft.com/office/officeart/2005/8/layout/chevron2"/>
    <dgm:cxn modelId="{A52B2D39-02B1-4D5D-8AA1-4A9F96FC5F2C}" type="presParOf" srcId="{BA57226D-E733-47AB-9C1E-7F48998AF898}" destId="{697118F7-20AA-4D55-BECB-464BCC2F1F89}" srcOrd="4" destOrd="0" presId="urn:microsoft.com/office/officeart/2005/8/layout/chevron2"/>
    <dgm:cxn modelId="{44924486-1693-4FFF-8B38-0EE6D0B997A1}" type="presParOf" srcId="{697118F7-20AA-4D55-BECB-464BCC2F1F89}" destId="{3196A1B1-B062-4292-A00B-1AF4EFB306CF}" srcOrd="0" destOrd="0" presId="urn:microsoft.com/office/officeart/2005/8/layout/chevron2"/>
    <dgm:cxn modelId="{52A64DED-988A-45EA-8742-46C4F154FA69}"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19F6381D-203D-4706-BA35-08D727FB0AA1}"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A2DA92A5-A0F9-443A-BEA9-30EB0844EAD7}" type="presOf" srcId="{68FAD2B8-B928-4799-8BC6-C42A1A6B3879}" destId="{BA57226D-E733-47AB-9C1E-7F48998AF89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E9CC567B-E959-404E-82D4-972CC44AE4E5}" type="presOf" srcId="{7C839073-D423-4CF0-A279-F3597BB99994}" destId="{AD927985-2E20-4855-8300-EF608B954011}" srcOrd="0" destOrd="0" presId="urn:microsoft.com/office/officeart/2005/8/layout/chevron2"/>
    <dgm:cxn modelId="{FC611A46-D593-42E3-8367-CB3E51AD4F97}"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10F69628-BFB1-4667-91EC-5DF1B1ADC2EE}" type="presOf" srcId="{6BB193CD-2BCB-422D-9372-D29AD8AB2E75}" destId="{3196A1B1-B062-4292-A00B-1AF4EFB306CF}" srcOrd="0" destOrd="0" presId="urn:microsoft.com/office/officeart/2005/8/layout/chevron2"/>
    <dgm:cxn modelId="{2114165E-1828-49D7-8D46-F38F05AF0E19}" type="presOf" srcId="{6E4FFBC2-6C99-4467-A342-4F646E8105E8}" destId="{CA3CA37D-96A6-40F5-8283-7F5E5E75CC28}" srcOrd="0" destOrd="0" presId="urn:microsoft.com/office/officeart/2005/8/layout/chevron2"/>
    <dgm:cxn modelId="{BE3313E7-B8C8-405B-A5B9-9E5A269412C3}" type="presOf" srcId="{FD44662F-72BB-4119-801E-24399F494A56}" destId="{2F79F4EE-99A1-4CEC-8FEE-C636AD274778}" srcOrd="0" destOrd="0" presId="urn:microsoft.com/office/officeart/2005/8/layout/chevron2"/>
    <dgm:cxn modelId="{9C182FD4-70BA-478F-8171-8C34DECFF503}" type="presOf" srcId="{273FB2FC-BB42-42E4-809F-8792EAAA4D36}" destId="{6597B828-368A-4EAC-99FD-85AB3B3FB0C4}" srcOrd="0" destOrd="0" presId="urn:microsoft.com/office/officeart/2005/8/layout/chevron2"/>
    <dgm:cxn modelId="{2B1B158D-957D-4E5C-933C-5A0798D09A2C}" type="presParOf" srcId="{BA57226D-E733-47AB-9C1E-7F48998AF898}" destId="{CC146864-BFF0-4842-89BF-1105AD66F5D5}" srcOrd="0" destOrd="0" presId="urn:microsoft.com/office/officeart/2005/8/layout/chevron2"/>
    <dgm:cxn modelId="{803236C3-B511-4663-BB30-14C858541DF0}" type="presParOf" srcId="{CC146864-BFF0-4842-89BF-1105AD66F5D5}" destId="{6597B828-368A-4EAC-99FD-85AB3B3FB0C4}" srcOrd="0" destOrd="0" presId="urn:microsoft.com/office/officeart/2005/8/layout/chevron2"/>
    <dgm:cxn modelId="{079FDB76-68AA-4D99-ADDC-6CB10082C570}" type="presParOf" srcId="{CC146864-BFF0-4842-89BF-1105AD66F5D5}" destId="{5DF62DFD-4FA4-479D-BACA-0B5672D793AE}" srcOrd="1" destOrd="0" presId="urn:microsoft.com/office/officeart/2005/8/layout/chevron2"/>
    <dgm:cxn modelId="{1E797A1E-185C-450B-B670-A4A2B11224DA}" type="presParOf" srcId="{BA57226D-E733-47AB-9C1E-7F48998AF898}" destId="{33D84CC3-27D8-4296-A650-E0BD45C89460}" srcOrd="1" destOrd="0" presId="urn:microsoft.com/office/officeart/2005/8/layout/chevron2"/>
    <dgm:cxn modelId="{F4749FCD-BD96-4E61-B0AE-69BA7A2424B3}" type="presParOf" srcId="{BA57226D-E733-47AB-9C1E-7F48998AF898}" destId="{8884328B-B7DF-4FEB-88E1-5749EF4A08C1}" srcOrd="2" destOrd="0" presId="urn:microsoft.com/office/officeart/2005/8/layout/chevron2"/>
    <dgm:cxn modelId="{8D5BD1E8-1B66-412E-9876-3E460468E680}" type="presParOf" srcId="{8884328B-B7DF-4FEB-88E1-5749EF4A08C1}" destId="{CA3CA37D-96A6-40F5-8283-7F5E5E75CC28}" srcOrd="0" destOrd="0" presId="urn:microsoft.com/office/officeart/2005/8/layout/chevron2"/>
    <dgm:cxn modelId="{43A00ECE-FE2F-4E68-8E65-673E34E7FBC4}" type="presParOf" srcId="{8884328B-B7DF-4FEB-88E1-5749EF4A08C1}" destId="{2F79F4EE-99A1-4CEC-8FEE-C636AD274778}" srcOrd="1" destOrd="0" presId="urn:microsoft.com/office/officeart/2005/8/layout/chevron2"/>
    <dgm:cxn modelId="{EA472AEA-F262-4FBB-9EBE-23C95CC757D5}" type="presParOf" srcId="{BA57226D-E733-47AB-9C1E-7F48998AF898}" destId="{A446C02B-6598-45A5-94CC-35BC3846B78B}" srcOrd="3" destOrd="0" presId="urn:microsoft.com/office/officeart/2005/8/layout/chevron2"/>
    <dgm:cxn modelId="{A1872783-123B-477F-AA96-13A331A1EBB1}" type="presParOf" srcId="{BA57226D-E733-47AB-9C1E-7F48998AF898}" destId="{697118F7-20AA-4D55-BECB-464BCC2F1F89}" srcOrd="4" destOrd="0" presId="urn:microsoft.com/office/officeart/2005/8/layout/chevron2"/>
    <dgm:cxn modelId="{3B731D1A-91FF-41E3-8816-B299F132A158}" type="presParOf" srcId="{697118F7-20AA-4D55-BECB-464BCC2F1F89}" destId="{3196A1B1-B062-4292-A00B-1AF4EFB306CF}" srcOrd="0" destOrd="0" presId="urn:microsoft.com/office/officeart/2005/8/layout/chevron2"/>
    <dgm:cxn modelId="{2967A4C0-CEE0-4D6C-8922-4BDF2876CC7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0559610B-C8DB-4B87-BEE2-6BD4F746D0DB}" type="presOf" srcId="{68FAD2B8-B928-4799-8BC6-C42A1A6B3879}" destId="{BA57226D-E733-47AB-9C1E-7F48998AF898}" srcOrd="0" destOrd="0" presId="urn:microsoft.com/office/officeart/2005/8/layout/chevron2"/>
    <dgm:cxn modelId="{4C735542-274C-42C3-91B9-0BEF7C90AE16}"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145E634F-A6FC-4CB4-8ECF-2BE5CFB2C7D6}" type="presOf" srcId="{FD44662F-72BB-4119-801E-24399F494A56}" destId="{2F79F4EE-99A1-4CEC-8FEE-C636AD27477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64687A26-7F5A-44FB-9AEA-759C68C7C119}" type="presOf" srcId="{6E4FFBC2-6C99-4467-A342-4F646E8105E8}" destId="{CA3CA37D-96A6-40F5-8283-7F5E5E75CC2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EB981F1B-7866-4E30-9554-08B5F0C5CF45}" type="presOf" srcId="{7C839073-D423-4CF0-A279-F3597BB99994}" destId="{AD927985-2E20-4855-8300-EF608B954011}" srcOrd="0" destOrd="0" presId="urn:microsoft.com/office/officeart/2005/8/layout/chevron2"/>
    <dgm:cxn modelId="{8AB51415-59C9-4D3A-B62D-630BFE80A71C}"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42673E0-9E04-469C-9E28-CFBC7AC3D805}" srcId="{6BB193CD-2BCB-422D-9372-D29AD8AB2E75}" destId="{7C839073-D423-4CF0-A279-F3597BB99994}" srcOrd="0" destOrd="0" parTransId="{10D8E1BB-D0AC-4F07-9026-B9E30A95F081}" sibTransId="{916FB27A-9422-4CA8-BA11-C2E66D4E56DD}"/>
    <dgm:cxn modelId="{CF11DC53-310C-4500-AFA1-54BBA194239F}" srcId="{273FB2FC-BB42-42E4-809F-8792EAAA4D36}" destId="{AEA98A0A-5971-4387-8F87-30E2E87D1BBC}" srcOrd="0" destOrd="0" parTransId="{BEE051EC-7527-4612-ADD5-9B9F3C8E955D}" sibTransId="{8F1BEA95-EC37-4EE8-8D91-47146E4C7F6E}"/>
    <dgm:cxn modelId="{6BA58FB4-AE8A-4B43-AA75-CE39D8F4B01A}" type="presOf" srcId="{6BB193CD-2BCB-422D-9372-D29AD8AB2E75}" destId="{3196A1B1-B062-4292-A00B-1AF4EFB306CF}" srcOrd="0" destOrd="0" presId="urn:microsoft.com/office/officeart/2005/8/layout/chevron2"/>
    <dgm:cxn modelId="{CB4844B3-85E6-4CF7-8AC7-B663614E0127}" type="presParOf" srcId="{BA57226D-E733-47AB-9C1E-7F48998AF898}" destId="{CC146864-BFF0-4842-89BF-1105AD66F5D5}" srcOrd="0" destOrd="0" presId="urn:microsoft.com/office/officeart/2005/8/layout/chevron2"/>
    <dgm:cxn modelId="{7C304D40-CBB8-41BF-BF97-C32A685A0499}" type="presParOf" srcId="{CC146864-BFF0-4842-89BF-1105AD66F5D5}" destId="{6597B828-368A-4EAC-99FD-85AB3B3FB0C4}" srcOrd="0" destOrd="0" presId="urn:microsoft.com/office/officeart/2005/8/layout/chevron2"/>
    <dgm:cxn modelId="{29838D7F-99A2-437B-9186-7CD66AC8CA10}" type="presParOf" srcId="{CC146864-BFF0-4842-89BF-1105AD66F5D5}" destId="{5DF62DFD-4FA4-479D-BACA-0B5672D793AE}" srcOrd="1" destOrd="0" presId="urn:microsoft.com/office/officeart/2005/8/layout/chevron2"/>
    <dgm:cxn modelId="{B5E362D0-B5C3-418D-A9A1-3FAE9B6C5D25}" type="presParOf" srcId="{BA57226D-E733-47AB-9C1E-7F48998AF898}" destId="{33D84CC3-27D8-4296-A650-E0BD45C89460}" srcOrd="1" destOrd="0" presId="urn:microsoft.com/office/officeart/2005/8/layout/chevron2"/>
    <dgm:cxn modelId="{89957A33-BEDF-4D1E-8E3A-77151A7EB9CC}" type="presParOf" srcId="{BA57226D-E733-47AB-9C1E-7F48998AF898}" destId="{8884328B-B7DF-4FEB-88E1-5749EF4A08C1}" srcOrd="2" destOrd="0" presId="urn:microsoft.com/office/officeart/2005/8/layout/chevron2"/>
    <dgm:cxn modelId="{91B8DA7C-70EB-474C-898F-488C80904D7A}" type="presParOf" srcId="{8884328B-B7DF-4FEB-88E1-5749EF4A08C1}" destId="{CA3CA37D-96A6-40F5-8283-7F5E5E75CC28}" srcOrd="0" destOrd="0" presId="urn:microsoft.com/office/officeart/2005/8/layout/chevron2"/>
    <dgm:cxn modelId="{DEFCCDC2-ACCA-4886-9F5D-F7214537D8F9}" type="presParOf" srcId="{8884328B-B7DF-4FEB-88E1-5749EF4A08C1}" destId="{2F79F4EE-99A1-4CEC-8FEE-C636AD274778}" srcOrd="1" destOrd="0" presId="urn:microsoft.com/office/officeart/2005/8/layout/chevron2"/>
    <dgm:cxn modelId="{434D4CC7-0BDE-4D4C-BEFA-A106A5B0124F}" type="presParOf" srcId="{BA57226D-E733-47AB-9C1E-7F48998AF898}" destId="{A446C02B-6598-45A5-94CC-35BC3846B78B}" srcOrd="3" destOrd="0" presId="urn:microsoft.com/office/officeart/2005/8/layout/chevron2"/>
    <dgm:cxn modelId="{5B1E4AA9-E628-4F00-99F3-21441755CAF5}" type="presParOf" srcId="{BA57226D-E733-47AB-9C1E-7F48998AF898}" destId="{697118F7-20AA-4D55-BECB-464BCC2F1F89}" srcOrd="4" destOrd="0" presId="urn:microsoft.com/office/officeart/2005/8/layout/chevron2"/>
    <dgm:cxn modelId="{FA919F50-470A-4416-AF3E-3A1B6AEED31E}" type="presParOf" srcId="{697118F7-20AA-4D55-BECB-464BCC2F1F89}" destId="{3196A1B1-B062-4292-A00B-1AF4EFB306CF}" srcOrd="0" destOrd="0" presId="urn:microsoft.com/office/officeart/2005/8/layout/chevron2"/>
    <dgm:cxn modelId="{9FD65293-99C0-48C9-A8C1-1782BC4C399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8911BBB8-45AE-408B-BEA5-7914BE68C2F7}"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88A40EBC-E1DC-4F8F-A976-453C74B06C46}" type="presOf" srcId="{6BB193CD-2BCB-422D-9372-D29AD8AB2E75}" destId="{3196A1B1-B062-4292-A00B-1AF4EFB306CF}"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C60FEC9C-714D-418D-AE43-4D6504E0FE22}"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7600D1DF-F311-417F-A710-DD450B450772}"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B0DF71D7-C16F-4319-81E3-5516F491905A}" type="presOf" srcId="{FD44662F-72BB-4119-801E-24399F494A56}" destId="{2F79F4EE-99A1-4CEC-8FEE-C636AD27477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57795432-BEF0-47AD-A964-812D41520A31}" type="presOf" srcId="{273FB2FC-BB42-42E4-809F-8792EAAA4D36}" destId="{6597B828-368A-4EAC-99FD-85AB3B3FB0C4}" srcOrd="0" destOrd="0" presId="urn:microsoft.com/office/officeart/2005/8/layout/chevron2"/>
    <dgm:cxn modelId="{FC610B92-A55F-483E-998F-24F0E9E01DD4}" type="presOf" srcId="{6E4FFBC2-6C99-4467-A342-4F646E8105E8}" destId="{CA3CA37D-96A6-40F5-8283-7F5E5E75CC28}" srcOrd="0" destOrd="0" presId="urn:microsoft.com/office/officeart/2005/8/layout/chevron2"/>
    <dgm:cxn modelId="{29AD3058-66B7-4E63-B93D-5D5818C84C33}" type="presOf" srcId="{AEA98A0A-5971-4387-8F87-30E2E87D1BBC}" destId="{5DF62DFD-4FA4-479D-BACA-0B5672D793AE}"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8370DC36-3A23-4F21-BD58-AB2A7C3E3ADB}" type="presParOf" srcId="{BA57226D-E733-47AB-9C1E-7F48998AF898}" destId="{CC146864-BFF0-4842-89BF-1105AD66F5D5}" srcOrd="0" destOrd="0" presId="urn:microsoft.com/office/officeart/2005/8/layout/chevron2"/>
    <dgm:cxn modelId="{129619CB-611B-4B57-88B6-30EA2F45D9AE}" type="presParOf" srcId="{CC146864-BFF0-4842-89BF-1105AD66F5D5}" destId="{6597B828-368A-4EAC-99FD-85AB3B3FB0C4}" srcOrd="0" destOrd="0" presId="urn:microsoft.com/office/officeart/2005/8/layout/chevron2"/>
    <dgm:cxn modelId="{4D58915E-9338-4986-B82E-4AB4858BC633}" type="presParOf" srcId="{CC146864-BFF0-4842-89BF-1105AD66F5D5}" destId="{5DF62DFD-4FA4-479D-BACA-0B5672D793AE}" srcOrd="1" destOrd="0" presId="urn:microsoft.com/office/officeart/2005/8/layout/chevron2"/>
    <dgm:cxn modelId="{3CFF9D27-BCBD-4E05-A6A5-EBE178F5749C}" type="presParOf" srcId="{BA57226D-E733-47AB-9C1E-7F48998AF898}" destId="{33D84CC3-27D8-4296-A650-E0BD45C89460}" srcOrd="1" destOrd="0" presId="urn:microsoft.com/office/officeart/2005/8/layout/chevron2"/>
    <dgm:cxn modelId="{B93F110C-BFF3-4056-8390-CB5DE82B1200}" type="presParOf" srcId="{BA57226D-E733-47AB-9C1E-7F48998AF898}" destId="{8884328B-B7DF-4FEB-88E1-5749EF4A08C1}" srcOrd="2" destOrd="0" presId="urn:microsoft.com/office/officeart/2005/8/layout/chevron2"/>
    <dgm:cxn modelId="{46DF14CA-9E9F-4773-B7B0-7E1F00661CB5}" type="presParOf" srcId="{8884328B-B7DF-4FEB-88E1-5749EF4A08C1}" destId="{CA3CA37D-96A6-40F5-8283-7F5E5E75CC28}" srcOrd="0" destOrd="0" presId="urn:microsoft.com/office/officeart/2005/8/layout/chevron2"/>
    <dgm:cxn modelId="{DA094936-7D5E-4524-AF4E-9465B10B97A8}" type="presParOf" srcId="{8884328B-B7DF-4FEB-88E1-5749EF4A08C1}" destId="{2F79F4EE-99A1-4CEC-8FEE-C636AD274778}" srcOrd="1" destOrd="0" presId="urn:microsoft.com/office/officeart/2005/8/layout/chevron2"/>
    <dgm:cxn modelId="{521A662A-FC6B-4B16-8A97-83F01F1CA21B}" type="presParOf" srcId="{BA57226D-E733-47AB-9C1E-7F48998AF898}" destId="{A446C02B-6598-45A5-94CC-35BC3846B78B}" srcOrd="3" destOrd="0" presId="urn:microsoft.com/office/officeart/2005/8/layout/chevron2"/>
    <dgm:cxn modelId="{2AFD889E-EF1E-4D6A-AC8B-769C1C81B4CF}" type="presParOf" srcId="{BA57226D-E733-47AB-9C1E-7F48998AF898}" destId="{697118F7-20AA-4D55-BECB-464BCC2F1F89}" srcOrd="4" destOrd="0" presId="urn:microsoft.com/office/officeart/2005/8/layout/chevron2"/>
    <dgm:cxn modelId="{0A0D1B38-2869-4C6E-B0CC-B74A0AACA40B}" type="presParOf" srcId="{697118F7-20AA-4D55-BECB-464BCC2F1F89}" destId="{3196A1B1-B062-4292-A00B-1AF4EFB306CF}" srcOrd="0" destOrd="0" presId="urn:microsoft.com/office/officeart/2005/8/layout/chevron2"/>
    <dgm:cxn modelId="{E32629AF-0E31-4279-8E36-482F1452C52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LinFactNeighborY="0">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616CB46-7A64-4CA9-9052-1F08B7A0DE7B}" type="presOf" srcId="{68FAD2B8-B928-4799-8BC6-C42A1A6B3879}" destId="{BA57226D-E733-47AB-9C1E-7F48998AF898}" srcOrd="0" destOrd="0" presId="urn:microsoft.com/office/officeart/2005/8/layout/chevron2"/>
    <dgm:cxn modelId="{9A25722B-56DC-4CC5-8CDD-347A671FEE3E}" type="presOf" srcId="{6BB193CD-2BCB-422D-9372-D29AD8AB2E75}" destId="{3196A1B1-B062-4292-A00B-1AF4EFB306CF}" srcOrd="0" destOrd="0" presId="urn:microsoft.com/office/officeart/2005/8/layout/chevron2"/>
    <dgm:cxn modelId="{9C4FE7D4-9F84-49D3-8863-19F4E29A0774}" type="presOf" srcId="{AEA98A0A-5971-4387-8F87-30E2E87D1BBC}" destId="{5DF62DFD-4FA4-479D-BACA-0B5672D793AE}" srcOrd="0" destOrd="0" presId="urn:microsoft.com/office/officeart/2005/8/layout/chevron2"/>
    <dgm:cxn modelId="{F0FBEEA7-0BE0-4527-97A3-017F6A6D4D25}" type="presOf" srcId="{273FB2FC-BB42-42E4-809F-8792EAAA4D36}" destId="{6597B828-368A-4EAC-99FD-85AB3B3FB0C4}" srcOrd="0" destOrd="0" presId="urn:microsoft.com/office/officeart/2005/8/layout/chevron2"/>
    <dgm:cxn modelId="{E1042E34-C384-49A7-87BD-8D869BCBD06F}"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E0895CAF-58C8-48B2-B3ED-E8F9AE9F6F4F}" type="presOf" srcId="{6E4FFBC2-6C99-4467-A342-4F646E8105E8}" destId="{CA3CA37D-96A6-40F5-8283-7F5E5E75CC28}" srcOrd="0" destOrd="0" presId="urn:microsoft.com/office/officeart/2005/8/layout/chevron2"/>
    <dgm:cxn modelId="{4A7FB408-292D-4281-93F9-BED52052CB21}" type="presOf" srcId="{FD44662F-72BB-4119-801E-24399F494A56}" destId="{2F79F4EE-99A1-4CEC-8FEE-C636AD274778}" srcOrd="0" destOrd="0" presId="urn:microsoft.com/office/officeart/2005/8/layout/chevron2"/>
    <dgm:cxn modelId="{0C97D181-BD36-4B21-9F01-6A99B683DBCC}" type="presParOf" srcId="{BA57226D-E733-47AB-9C1E-7F48998AF898}" destId="{CC146864-BFF0-4842-89BF-1105AD66F5D5}" srcOrd="0" destOrd="0" presId="urn:microsoft.com/office/officeart/2005/8/layout/chevron2"/>
    <dgm:cxn modelId="{4058FC05-786A-49EF-8710-B394BB7E5343}" type="presParOf" srcId="{CC146864-BFF0-4842-89BF-1105AD66F5D5}" destId="{6597B828-368A-4EAC-99FD-85AB3B3FB0C4}" srcOrd="0" destOrd="0" presId="urn:microsoft.com/office/officeart/2005/8/layout/chevron2"/>
    <dgm:cxn modelId="{5244D030-2BD3-4BCF-A3E4-90CA452A8500}" type="presParOf" srcId="{CC146864-BFF0-4842-89BF-1105AD66F5D5}" destId="{5DF62DFD-4FA4-479D-BACA-0B5672D793AE}" srcOrd="1" destOrd="0" presId="urn:microsoft.com/office/officeart/2005/8/layout/chevron2"/>
    <dgm:cxn modelId="{491AF7CF-08E8-4DCA-8CA7-BA9F85795BA2}" type="presParOf" srcId="{BA57226D-E733-47AB-9C1E-7F48998AF898}" destId="{33D84CC3-27D8-4296-A650-E0BD45C89460}" srcOrd="1" destOrd="0" presId="urn:microsoft.com/office/officeart/2005/8/layout/chevron2"/>
    <dgm:cxn modelId="{818F9179-A3CA-414B-9613-A6ADB65999E5}" type="presParOf" srcId="{BA57226D-E733-47AB-9C1E-7F48998AF898}" destId="{8884328B-B7DF-4FEB-88E1-5749EF4A08C1}" srcOrd="2" destOrd="0" presId="urn:microsoft.com/office/officeart/2005/8/layout/chevron2"/>
    <dgm:cxn modelId="{4416F794-55A2-4555-A6D3-581AF524AB47}" type="presParOf" srcId="{8884328B-B7DF-4FEB-88E1-5749EF4A08C1}" destId="{CA3CA37D-96A6-40F5-8283-7F5E5E75CC28}" srcOrd="0" destOrd="0" presId="urn:microsoft.com/office/officeart/2005/8/layout/chevron2"/>
    <dgm:cxn modelId="{5284713A-A9CA-4746-A707-1EEDD5843A61}" type="presParOf" srcId="{8884328B-B7DF-4FEB-88E1-5749EF4A08C1}" destId="{2F79F4EE-99A1-4CEC-8FEE-C636AD274778}" srcOrd="1" destOrd="0" presId="urn:microsoft.com/office/officeart/2005/8/layout/chevron2"/>
    <dgm:cxn modelId="{51C253BF-C131-4DF5-B8D3-98CE40B15D43}" type="presParOf" srcId="{BA57226D-E733-47AB-9C1E-7F48998AF898}" destId="{A446C02B-6598-45A5-94CC-35BC3846B78B}" srcOrd="3" destOrd="0" presId="urn:microsoft.com/office/officeart/2005/8/layout/chevron2"/>
    <dgm:cxn modelId="{F973C854-626B-4DE0-BC16-FA506CD89D80}" type="presParOf" srcId="{BA57226D-E733-47AB-9C1E-7F48998AF898}" destId="{697118F7-20AA-4D55-BECB-464BCC2F1F89}" srcOrd="4" destOrd="0" presId="urn:microsoft.com/office/officeart/2005/8/layout/chevron2"/>
    <dgm:cxn modelId="{4B230BFB-B18D-47DB-BF74-760F3800B2EF}" type="presParOf" srcId="{697118F7-20AA-4D55-BECB-464BCC2F1F89}" destId="{3196A1B1-B062-4292-A00B-1AF4EFB306CF}" srcOrd="0" destOrd="0" presId="urn:microsoft.com/office/officeart/2005/8/layout/chevron2"/>
    <dgm:cxn modelId="{CBCAB77A-2338-4ACF-A629-115B4D3300C9}"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84F0F434-8CF6-42D4-BCC4-656C507EA36B}"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Insuring agreements of Commercial Crime Coverage</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24468BF4-F78C-4885-9D1B-DEF956FDA1A3}"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871E9BF9-4DF9-4CAA-B2A7-511DAD2728C5}" type="presOf" srcId="{6BB193CD-2BCB-422D-9372-D29AD8AB2E75}" destId="{3196A1B1-B062-4292-A00B-1AF4EFB306CF}"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882161DF-2919-4C56-AFC6-9DCAB007EACF}" type="presOf" srcId="{FD44662F-72BB-4119-801E-24399F494A56}" destId="{2F79F4EE-99A1-4CEC-8FEE-C636AD274778}" srcOrd="0" destOrd="0" presId="urn:microsoft.com/office/officeart/2005/8/layout/chevron2"/>
    <dgm:cxn modelId="{AA9E02EE-C5AB-44A5-AB6B-86383FBFE0C6}" type="presOf" srcId="{68FAD2B8-B928-4799-8BC6-C42A1A6B3879}" destId="{BA57226D-E733-47AB-9C1E-7F48998AF898}" srcOrd="0" destOrd="0" presId="urn:microsoft.com/office/officeart/2005/8/layout/chevron2"/>
    <dgm:cxn modelId="{73901A78-87AE-4CA7-A384-6D8B80DD2F64}" type="presOf" srcId="{AEA98A0A-5971-4387-8F87-30E2E87D1BBC}" destId="{5DF62DFD-4FA4-479D-BACA-0B5672D793AE}" srcOrd="0" destOrd="0" presId="urn:microsoft.com/office/officeart/2005/8/layout/chevron2"/>
    <dgm:cxn modelId="{F6FDBB99-37A6-44FE-B595-C38BE5888D4F}"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42673E0-9E04-469C-9E28-CFBC7AC3D805}" srcId="{6BB193CD-2BCB-422D-9372-D29AD8AB2E75}" destId="{7C839073-D423-4CF0-A279-F3597BB99994}" srcOrd="0" destOrd="0" parTransId="{10D8E1BB-D0AC-4F07-9026-B9E30A95F081}" sibTransId="{916FB27A-9422-4CA8-BA11-C2E66D4E56DD}"/>
    <dgm:cxn modelId="{CF11DC53-310C-4500-AFA1-54BBA194239F}" srcId="{273FB2FC-BB42-42E4-809F-8792EAAA4D36}" destId="{AEA98A0A-5971-4387-8F87-30E2E87D1BBC}" srcOrd="0" destOrd="0" parTransId="{BEE051EC-7527-4612-ADD5-9B9F3C8E955D}" sibTransId="{8F1BEA95-EC37-4EE8-8D91-47146E4C7F6E}"/>
    <dgm:cxn modelId="{716B2A24-8BEC-4C13-B340-6FA5E198DD4A}" type="presOf" srcId="{7C839073-D423-4CF0-A279-F3597BB99994}" destId="{AD927985-2E20-4855-8300-EF608B954011}" srcOrd="0" destOrd="0" presId="urn:microsoft.com/office/officeart/2005/8/layout/chevron2"/>
    <dgm:cxn modelId="{B3229420-7FD7-4E11-9BD7-8412A1DA21EC}" type="presParOf" srcId="{BA57226D-E733-47AB-9C1E-7F48998AF898}" destId="{CC146864-BFF0-4842-89BF-1105AD66F5D5}" srcOrd="0" destOrd="0" presId="urn:microsoft.com/office/officeart/2005/8/layout/chevron2"/>
    <dgm:cxn modelId="{6B39A66B-4EDE-4A50-A29B-6FBB512147F5}" type="presParOf" srcId="{CC146864-BFF0-4842-89BF-1105AD66F5D5}" destId="{6597B828-368A-4EAC-99FD-85AB3B3FB0C4}" srcOrd="0" destOrd="0" presId="urn:microsoft.com/office/officeart/2005/8/layout/chevron2"/>
    <dgm:cxn modelId="{E0B63092-2958-4787-964D-B632C2B80AAB}" type="presParOf" srcId="{CC146864-BFF0-4842-89BF-1105AD66F5D5}" destId="{5DF62DFD-4FA4-479D-BACA-0B5672D793AE}" srcOrd="1" destOrd="0" presId="urn:microsoft.com/office/officeart/2005/8/layout/chevron2"/>
    <dgm:cxn modelId="{FF1CA4AC-2660-4E20-B18B-0FA05A30B86F}" type="presParOf" srcId="{BA57226D-E733-47AB-9C1E-7F48998AF898}" destId="{33D84CC3-27D8-4296-A650-E0BD45C89460}" srcOrd="1" destOrd="0" presId="urn:microsoft.com/office/officeart/2005/8/layout/chevron2"/>
    <dgm:cxn modelId="{5E9CAFB4-3FB6-4050-8FB2-85E0FC6AD6F2}" type="presParOf" srcId="{BA57226D-E733-47AB-9C1E-7F48998AF898}" destId="{8884328B-B7DF-4FEB-88E1-5749EF4A08C1}" srcOrd="2" destOrd="0" presId="urn:microsoft.com/office/officeart/2005/8/layout/chevron2"/>
    <dgm:cxn modelId="{42E2A878-35F5-4412-A703-E558C1C47C70}" type="presParOf" srcId="{8884328B-B7DF-4FEB-88E1-5749EF4A08C1}" destId="{CA3CA37D-96A6-40F5-8283-7F5E5E75CC28}" srcOrd="0" destOrd="0" presId="urn:microsoft.com/office/officeart/2005/8/layout/chevron2"/>
    <dgm:cxn modelId="{98B9DC5F-CA08-4BFB-9A83-6364584E4FEE}" type="presParOf" srcId="{8884328B-B7DF-4FEB-88E1-5749EF4A08C1}" destId="{2F79F4EE-99A1-4CEC-8FEE-C636AD274778}" srcOrd="1" destOrd="0" presId="urn:microsoft.com/office/officeart/2005/8/layout/chevron2"/>
    <dgm:cxn modelId="{83A19AC9-62F3-4700-9814-E4F0FC29D670}" type="presParOf" srcId="{BA57226D-E733-47AB-9C1E-7F48998AF898}" destId="{A446C02B-6598-45A5-94CC-35BC3846B78B}" srcOrd="3" destOrd="0" presId="urn:microsoft.com/office/officeart/2005/8/layout/chevron2"/>
    <dgm:cxn modelId="{434724E7-5429-4365-B032-B40D6AD9049F}" type="presParOf" srcId="{BA57226D-E733-47AB-9C1E-7F48998AF898}" destId="{697118F7-20AA-4D55-BECB-464BCC2F1F89}" srcOrd="4" destOrd="0" presId="urn:microsoft.com/office/officeart/2005/8/layout/chevron2"/>
    <dgm:cxn modelId="{9CCB732A-A028-4683-8B40-C9632BECF266}" type="presParOf" srcId="{697118F7-20AA-4D55-BECB-464BCC2F1F89}" destId="{3196A1B1-B062-4292-A00B-1AF4EFB306CF}" srcOrd="0" destOrd="0" presId="urn:microsoft.com/office/officeart/2005/8/layout/chevron2"/>
    <dgm:cxn modelId="{33E1F7D6-096C-411E-BC91-F85860FA3EA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 Limits and Deductibles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Exclusions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LinFactNeighborY="0">
        <dgm:presLayoutVars>
          <dgm:bulletEnabled val="1"/>
        </dgm:presLayoutVars>
      </dgm:prSet>
      <dgm:spPr/>
      <dgm:t>
        <a:bodyPr/>
        <a:lstStyle/>
        <a:p>
          <a:endParaRPr lang="en-US"/>
        </a:p>
      </dgm:t>
    </dgm:pt>
  </dgm:ptLst>
  <dgm:cxnLst>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E955BDFF-99B8-4DDC-AB88-39502BCE0E46}" type="presOf" srcId="{7C839073-D423-4CF0-A279-F3597BB99994}" destId="{AD927985-2E20-4855-8300-EF608B954011}" srcOrd="0" destOrd="0" presId="urn:microsoft.com/office/officeart/2005/8/layout/chevron2"/>
    <dgm:cxn modelId="{35E820CF-3AD1-4407-8C85-F882B0685A0A}" type="presOf" srcId="{AEA98A0A-5971-4387-8F87-30E2E87D1BBC}" destId="{5DF62DFD-4FA4-479D-BACA-0B5672D793AE}"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7D7AE305-8EB4-4C5F-AB9F-2420D9C22629}" type="presOf" srcId="{6E4FFBC2-6C99-4467-A342-4F646E8105E8}" destId="{CA3CA37D-96A6-40F5-8283-7F5E5E75CC28}" srcOrd="0" destOrd="0" presId="urn:microsoft.com/office/officeart/2005/8/layout/chevron2"/>
    <dgm:cxn modelId="{E3027B27-8B44-4F37-86F5-90839ABCA89B}" type="presOf" srcId="{FD44662F-72BB-4119-801E-24399F494A56}" destId="{2F79F4EE-99A1-4CEC-8FEE-C636AD274778}" srcOrd="0" destOrd="0" presId="urn:microsoft.com/office/officeart/2005/8/layout/chevron2"/>
    <dgm:cxn modelId="{B72C4CF3-C288-47A8-A5E9-5B676A026F21}"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38910C1D-C2E2-467F-A0B3-FD5C1B8F460F}" srcId="{68FAD2B8-B928-4799-8BC6-C42A1A6B3879}" destId="{6BB193CD-2BCB-422D-9372-D29AD8AB2E75}" srcOrd="2" destOrd="0" parTransId="{D0BAE843-61C4-4BE8-8261-6D2175944DC1}" sibTransId="{06A098D0-18B0-48CA-8C3E-7CE571CB3224}"/>
    <dgm:cxn modelId="{3C2535F5-367D-4093-8AAE-4845785FB3B1}" type="presOf" srcId="{68FAD2B8-B928-4799-8BC6-C42A1A6B3879}" destId="{BA57226D-E733-47AB-9C1E-7F48998AF898}" srcOrd="0" destOrd="0" presId="urn:microsoft.com/office/officeart/2005/8/layout/chevron2"/>
    <dgm:cxn modelId="{48C83883-CB99-48A3-8DA7-0DF8C1CD5CB7}"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16A7BFB3-6446-484B-8D1D-194EE705B5D5}" type="presParOf" srcId="{BA57226D-E733-47AB-9C1E-7F48998AF898}" destId="{CC146864-BFF0-4842-89BF-1105AD66F5D5}" srcOrd="0" destOrd="0" presId="urn:microsoft.com/office/officeart/2005/8/layout/chevron2"/>
    <dgm:cxn modelId="{C69773DB-E70E-41F2-909A-EE6165584707}" type="presParOf" srcId="{CC146864-BFF0-4842-89BF-1105AD66F5D5}" destId="{6597B828-368A-4EAC-99FD-85AB3B3FB0C4}" srcOrd="0" destOrd="0" presId="urn:microsoft.com/office/officeart/2005/8/layout/chevron2"/>
    <dgm:cxn modelId="{37FD08F1-0B14-462C-AD54-B220ABCE70B8}" type="presParOf" srcId="{CC146864-BFF0-4842-89BF-1105AD66F5D5}" destId="{5DF62DFD-4FA4-479D-BACA-0B5672D793AE}" srcOrd="1" destOrd="0" presId="urn:microsoft.com/office/officeart/2005/8/layout/chevron2"/>
    <dgm:cxn modelId="{5112DA16-7058-4FC0-BA45-086EB2368978}" type="presParOf" srcId="{BA57226D-E733-47AB-9C1E-7F48998AF898}" destId="{33D84CC3-27D8-4296-A650-E0BD45C89460}" srcOrd="1" destOrd="0" presId="urn:microsoft.com/office/officeart/2005/8/layout/chevron2"/>
    <dgm:cxn modelId="{C8BAAB88-8520-49B2-AF51-96C9125DC24A}" type="presParOf" srcId="{BA57226D-E733-47AB-9C1E-7F48998AF898}" destId="{8884328B-B7DF-4FEB-88E1-5749EF4A08C1}" srcOrd="2" destOrd="0" presId="urn:microsoft.com/office/officeart/2005/8/layout/chevron2"/>
    <dgm:cxn modelId="{BF47F25F-1E4E-4E6B-B7E6-69AEE6FF8DA7}" type="presParOf" srcId="{8884328B-B7DF-4FEB-88E1-5749EF4A08C1}" destId="{CA3CA37D-96A6-40F5-8283-7F5E5E75CC28}" srcOrd="0" destOrd="0" presId="urn:microsoft.com/office/officeart/2005/8/layout/chevron2"/>
    <dgm:cxn modelId="{1961BA56-622A-48CE-9E7D-DCA3DD731542}" type="presParOf" srcId="{8884328B-B7DF-4FEB-88E1-5749EF4A08C1}" destId="{2F79F4EE-99A1-4CEC-8FEE-C636AD274778}" srcOrd="1" destOrd="0" presId="urn:microsoft.com/office/officeart/2005/8/layout/chevron2"/>
    <dgm:cxn modelId="{9EDDB7CD-55B7-4993-A2C8-6E28C8E87E64}" type="presParOf" srcId="{BA57226D-E733-47AB-9C1E-7F48998AF898}" destId="{A446C02B-6598-45A5-94CC-35BC3846B78B}" srcOrd="3" destOrd="0" presId="urn:microsoft.com/office/officeart/2005/8/layout/chevron2"/>
    <dgm:cxn modelId="{62D8184C-91F6-4440-914F-991AB5A7DD14}" type="presParOf" srcId="{BA57226D-E733-47AB-9C1E-7F48998AF898}" destId="{697118F7-20AA-4D55-BECB-464BCC2F1F89}" srcOrd="4" destOrd="0" presId="urn:microsoft.com/office/officeart/2005/8/layout/chevron2"/>
    <dgm:cxn modelId="{CC40F6B6-9CA7-442A-9335-099414FC7614}" type="presParOf" srcId="{697118F7-20AA-4D55-BECB-464BCC2F1F89}" destId="{3196A1B1-B062-4292-A00B-1AF4EFB306CF}" srcOrd="0" destOrd="0" presId="urn:microsoft.com/office/officeart/2005/8/layout/chevron2"/>
    <dgm:cxn modelId="{7DA176C9-892E-4D2B-B789-480865F19651}"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855E298E-6468-454A-8AA4-A5A52FF6DDBF}"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Light" panose="020B0502040204020203" pitchFamily="34" charset="0"/>
              <a:cs typeface="Arial" pitchFamily="34" charset="0"/>
            </a:rPr>
            <a:t>Insuring agreements in coverage 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How Equipment Breakdown Insurance is different from others</a:t>
          </a:r>
          <a:endParaRPr lang="en-US" sz="1600" dirty="0">
            <a:latin typeface="Segoe UI Light" panose="020B0502040204020203" pitchFamily="34" charset="0"/>
            <a:cs typeface="Arial"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0BAC5B1C-7CE8-474F-8BB9-695C61340EC6}">
      <dgm:prSet phldrT="[Text]" custT="1"/>
      <dgm:spPr/>
      <dgm:t>
        <a:bodyPr/>
        <a:lstStyle/>
        <a:p>
          <a:endParaRPr lang="en-US" sz="1600" dirty="0">
            <a:latin typeface="Segoe UI Light" panose="020B0502040204020203" pitchFamily="34" charset="0"/>
            <a:cs typeface="Arial" pitchFamily="34" charset="0"/>
          </a:endParaRPr>
        </a:p>
      </dgm:t>
    </dgm:pt>
    <dgm:pt modelId="{6C922C25-8CE2-41A6-9A7A-3E8D0462A2C6}" type="parTrans" cxnId="{4E1F6D2A-60DD-4CCD-9B5C-B10EAA7D4FF5}">
      <dgm:prSet/>
      <dgm:spPr/>
      <dgm:t>
        <a:bodyPr/>
        <a:lstStyle/>
        <a:p>
          <a:endParaRPr lang="en-US"/>
        </a:p>
      </dgm:t>
    </dgm:pt>
    <dgm:pt modelId="{F93FC099-91A9-47F6-87B6-95A93DCC7A36}" type="sibTrans" cxnId="{4E1F6D2A-60DD-4CCD-9B5C-B10EAA7D4FF5}">
      <dgm:prSet/>
      <dgm:spPr/>
      <dgm:t>
        <a:bodyPr/>
        <a:lstStyle/>
        <a:p>
          <a:endParaRPr lang="en-US"/>
        </a:p>
      </dgm:t>
    </dgm:pt>
    <dgm:pt modelId="{5F2F7FA6-A310-4044-96ED-26E06B7F5A48}">
      <dgm:prSet phldrT="[Text]" custT="1"/>
      <dgm:spPr/>
      <dgm:t>
        <a:bodyPr/>
        <a:lstStyle/>
        <a:p>
          <a:endParaRPr lang="en-US" sz="1600" dirty="0">
            <a:latin typeface="Segoe UI Light" panose="020B0502040204020203" pitchFamily="34" charset="0"/>
            <a:cs typeface="Arial" pitchFamily="34" charset="0"/>
          </a:endParaRPr>
        </a:p>
      </dgm:t>
    </dgm:pt>
    <dgm:pt modelId="{621C4FCB-B12A-4AE7-90F8-8A67D5894CD4}" type="parTrans" cxnId="{1F878348-07D0-4810-99D9-11749E8AAA3F}">
      <dgm:prSet/>
      <dgm:spPr/>
      <dgm:t>
        <a:bodyPr/>
        <a:lstStyle/>
        <a:p>
          <a:endParaRPr lang="en-US"/>
        </a:p>
      </dgm:t>
    </dgm:pt>
    <dgm:pt modelId="{A747CFF1-E737-4375-91C8-EDBF4D18504B}" type="sibTrans" cxnId="{1F878348-07D0-4810-99D9-11749E8AAA3F}">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X="100122" custScaleY="83911">
        <dgm:presLayoutVars>
          <dgm:bulletEnabled val="1"/>
        </dgm:presLayoutVars>
      </dgm:prSet>
      <dgm:spPr/>
      <dgm:t>
        <a:bodyPr/>
        <a:lstStyle/>
        <a:p>
          <a:endParaRPr lang="en-US"/>
        </a:p>
      </dgm:t>
    </dgm:pt>
  </dgm:ptLst>
  <dgm:cxnLst>
    <dgm:cxn modelId="{B978CE00-8E92-4401-ACFC-0D69113CA52E}" type="presOf" srcId="{5F2F7FA6-A310-4044-96ED-26E06B7F5A48}" destId="{AD927985-2E20-4855-8300-EF608B954011}" srcOrd="0" destOrd="2"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3DA0A2DF-2D07-430C-8C09-41310744AAD9}" type="presOf" srcId="{0BAC5B1C-7CE8-474F-8BB9-695C61340EC6}" destId="{AD927985-2E20-4855-8300-EF608B954011}" srcOrd="0" destOrd="0" presId="urn:microsoft.com/office/officeart/2005/8/layout/chevron2"/>
    <dgm:cxn modelId="{EA85A98C-6920-48A4-A3AF-334C1A85BFAD}" type="presOf" srcId="{68FAD2B8-B928-4799-8BC6-C42A1A6B3879}" destId="{BA57226D-E733-47AB-9C1E-7F48998AF89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4E1F6D2A-60DD-4CCD-9B5C-B10EAA7D4FF5}" srcId="{6BB193CD-2BCB-422D-9372-D29AD8AB2E75}" destId="{0BAC5B1C-7CE8-474F-8BB9-695C61340EC6}" srcOrd="0" destOrd="0" parTransId="{6C922C25-8CE2-41A6-9A7A-3E8D0462A2C6}" sibTransId="{F93FC099-91A9-47F6-87B6-95A93DCC7A36}"/>
    <dgm:cxn modelId="{FF9B2A37-BEA2-4D30-B264-F407A08C392F}" srcId="{68FAD2B8-B928-4799-8BC6-C42A1A6B3879}" destId="{6E4FFBC2-6C99-4467-A342-4F646E8105E8}" srcOrd="1" destOrd="0" parTransId="{CB8695D7-F2B2-4A5C-86F8-71EEF31169A7}" sibTransId="{2AFDC35B-E520-4185-8EB0-28F35F678B87}"/>
    <dgm:cxn modelId="{1B8A5EFD-2952-40DA-88D5-01453B7E55D4}" type="presOf" srcId="{7C839073-D423-4CF0-A279-F3597BB99994}" destId="{AD927985-2E20-4855-8300-EF608B954011}" srcOrd="0" destOrd="1" presId="urn:microsoft.com/office/officeart/2005/8/layout/chevron2"/>
    <dgm:cxn modelId="{C7436D89-DBEA-4E2A-A25E-848FC9FD6C33}" type="presOf" srcId="{6E4FFBC2-6C99-4467-A342-4F646E8105E8}" destId="{CA3CA37D-96A6-40F5-8283-7F5E5E75CC28}" srcOrd="0" destOrd="0" presId="urn:microsoft.com/office/officeart/2005/8/layout/chevron2"/>
    <dgm:cxn modelId="{1F878348-07D0-4810-99D9-11749E8AAA3F}" srcId="{6BB193CD-2BCB-422D-9372-D29AD8AB2E75}" destId="{5F2F7FA6-A310-4044-96ED-26E06B7F5A48}" srcOrd="2" destOrd="0" parTransId="{621C4FCB-B12A-4AE7-90F8-8A67D5894CD4}" sibTransId="{A747CFF1-E737-4375-91C8-EDBF4D18504B}"/>
    <dgm:cxn modelId="{0273D8DB-A00B-4A58-BDEA-06180CCF11C7}" type="presOf" srcId="{AEA98A0A-5971-4387-8F87-30E2E87D1BBC}" destId="{5DF62DFD-4FA4-479D-BACA-0B5672D793AE}" srcOrd="0" destOrd="0" presId="urn:microsoft.com/office/officeart/2005/8/layout/chevron2"/>
    <dgm:cxn modelId="{B7918460-C7E9-4E0D-82B1-615B1EC98035}" type="presOf" srcId="{FD44662F-72BB-4119-801E-24399F494A56}" destId="{2F79F4EE-99A1-4CEC-8FEE-C636AD274778}" srcOrd="0" destOrd="0" presId="urn:microsoft.com/office/officeart/2005/8/layout/chevron2"/>
    <dgm:cxn modelId="{286929DD-A46F-447F-AA62-84F1241CE446}"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1"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AA791C47-A1CD-4610-B366-F90079DAF672}" type="presOf" srcId="{273FB2FC-BB42-42E4-809F-8792EAAA4D36}" destId="{6597B828-368A-4EAC-99FD-85AB3B3FB0C4}" srcOrd="0" destOrd="0" presId="urn:microsoft.com/office/officeart/2005/8/layout/chevron2"/>
    <dgm:cxn modelId="{35A69E7C-AB85-4EAD-A053-73AAD48B1448}" type="presParOf" srcId="{BA57226D-E733-47AB-9C1E-7F48998AF898}" destId="{CC146864-BFF0-4842-89BF-1105AD66F5D5}" srcOrd="0" destOrd="0" presId="urn:microsoft.com/office/officeart/2005/8/layout/chevron2"/>
    <dgm:cxn modelId="{5204AC51-B628-4AC5-9F2C-4C7023073AF1}" type="presParOf" srcId="{CC146864-BFF0-4842-89BF-1105AD66F5D5}" destId="{6597B828-368A-4EAC-99FD-85AB3B3FB0C4}" srcOrd="0" destOrd="0" presId="urn:microsoft.com/office/officeart/2005/8/layout/chevron2"/>
    <dgm:cxn modelId="{EEB7F0EA-AD47-4562-8BDF-3C5BFD6498EC}" type="presParOf" srcId="{CC146864-BFF0-4842-89BF-1105AD66F5D5}" destId="{5DF62DFD-4FA4-479D-BACA-0B5672D793AE}" srcOrd="1" destOrd="0" presId="urn:microsoft.com/office/officeart/2005/8/layout/chevron2"/>
    <dgm:cxn modelId="{53777487-F470-49FD-A504-175F52BE090E}" type="presParOf" srcId="{BA57226D-E733-47AB-9C1E-7F48998AF898}" destId="{33D84CC3-27D8-4296-A650-E0BD45C89460}" srcOrd="1" destOrd="0" presId="urn:microsoft.com/office/officeart/2005/8/layout/chevron2"/>
    <dgm:cxn modelId="{270472F6-9445-44E2-B948-565BD4A45B6F}" type="presParOf" srcId="{BA57226D-E733-47AB-9C1E-7F48998AF898}" destId="{8884328B-B7DF-4FEB-88E1-5749EF4A08C1}" srcOrd="2" destOrd="0" presId="urn:microsoft.com/office/officeart/2005/8/layout/chevron2"/>
    <dgm:cxn modelId="{6BF202DF-704D-43BC-950E-99C1DCD9044F}" type="presParOf" srcId="{8884328B-B7DF-4FEB-88E1-5749EF4A08C1}" destId="{CA3CA37D-96A6-40F5-8283-7F5E5E75CC28}" srcOrd="0" destOrd="0" presId="urn:microsoft.com/office/officeart/2005/8/layout/chevron2"/>
    <dgm:cxn modelId="{6336E6A3-C08D-4AC6-ACE2-0D004D93BE12}" type="presParOf" srcId="{8884328B-B7DF-4FEB-88E1-5749EF4A08C1}" destId="{2F79F4EE-99A1-4CEC-8FEE-C636AD274778}" srcOrd="1" destOrd="0" presId="urn:microsoft.com/office/officeart/2005/8/layout/chevron2"/>
    <dgm:cxn modelId="{5DE537FD-F0AA-4FF3-93D7-EC94FCDD858B}" type="presParOf" srcId="{BA57226D-E733-47AB-9C1E-7F48998AF898}" destId="{A446C02B-6598-45A5-94CC-35BC3846B78B}" srcOrd="3" destOrd="0" presId="urn:microsoft.com/office/officeart/2005/8/layout/chevron2"/>
    <dgm:cxn modelId="{C42DBB7A-0AF3-4CE9-B289-3D550C26F31B}" type="presParOf" srcId="{BA57226D-E733-47AB-9C1E-7F48998AF898}" destId="{697118F7-20AA-4D55-BECB-464BCC2F1F89}" srcOrd="4" destOrd="0" presId="urn:microsoft.com/office/officeart/2005/8/layout/chevron2"/>
    <dgm:cxn modelId="{15BE098C-6F50-4EBC-BFF8-EA8E2DE23921}" type="presParOf" srcId="{697118F7-20AA-4D55-BECB-464BCC2F1F89}" destId="{3196A1B1-B062-4292-A00B-1AF4EFB306CF}" srcOrd="0" destOrd="0" presId="urn:microsoft.com/office/officeart/2005/8/layout/chevron2"/>
    <dgm:cxn modelId="{D8787AEA-22B0-4EFB-80C5-73A53180C9F7}"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a:solidFill>
          <a:schemeClr val="accent2">
            <a:lumMod val="60000"/>
            <a:lumOff val="40000"/>
            <a:alpha val="90000"/>
          </a:schemeClr>
        </a:solidFill>
      </dgm:spPr>
      <dgm:t>
        <a:bodyPr/>
        <a:lstStyle/>
        <a:p>
          <a:r>
            <a:rPr lang="en-US" sz="1600" dirty="0" smtClean="0">
              <a:latin typeface="Segoe UI Light" panose="020B0502040204020203" pitchFamily="34" charset="0"/>
              <a:cs typeface="Arial" pitchFamily="34" charset="0"/>
            </a:rPr>
            <a:t>Insuring agreements in coverage 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Light" panose="020B0502040204020203" pitchFamily="34" charset="0"/>
              <a:cs typeface="Arial" pitchFamily="34" charset="0"/>
            </a:rPr>
            <a:t>How Equipment Breakdown Insurance is different from others</a:t>
          </a:r>
          <a:endParaRPr lang="en-US" sz="1600" dirty="0">
            <a:latin typeface="Segoe UI Light" panose="020B0502040204020203" pitchFamily="34" charset="0"/>
            <a:cs typeface="Arial"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0BAC5B1C-7CE8-474F-8BB9-695C61340EC6}">
      <dgm:prSet phldrT="[Text]" custT="1"/>
      <dgm:spPr/>
      <dgm:t>
        <a:bodyPr/>
        <a:lstStyle/>
        <a:p>
          <a:endParaRPr lang="en-US" sz="1600" dirty="0">
            <a:latin typeface="Segoe UI Light" panose="020B0502040204020203" pitchFamily="34" charset="0"/>
            <a:cs typeface="Arial" pitchFamily="34" charset="0"/>
          </a:endParaRPr>
        </a:p>
      </dgm:t>
    </dgm:pt>
    <dgm:pt modelId="{6C922C25-8CE2-41A6-9A7A-3E8D0462A2C6}" type="parTrans" cxnId="{4E1F6D2A-60DD-4CCD-9B5C-B10EAA7D4FF5}">
      <dgm:prSet/>
      <dgm:spPr/>
      <dgm:t>
        <a:bodyPr/>
        <a:lstStyle/>
        <a:p>
          <a:endParaRPr lang="en-US"/>
        </a:p>
      </dgm:t>
    </dgm:pt>
    <dgm:pt modelId="{F93FC099-91A9-47F6-87B6-95A93DCC7A36}" type="sibTrans" cxnId="{4E1F6D2A-60DD-4CCD-9B5C-B10EAA7D4FF5}">
      <dgm:prSet/>
      <dgm:spPr/>
      <dgm:t>
        <a:bodyPr/>
        <a:lstStyle/>
        <a:p>
          <a:endParaRPr lang="en-US"/>
        </a:p>
      </dgm:t>
    </dgm:pt>
    <dgm:pt modelId="{5F2F7FA6-A310-4044-96ED-26E06B7F5A48}">
      <dgm:prSet phldrT="[Text]" custT="1"/>
      <dgm:spPr/>
      <dgm:t>
        <a:bodyPr/>
        <a:lstStyle/>
        <a:p>
          <a:endParaRPr lang="en-US" sz="1600" dirty="0">
            <a:latin typeface="Segoe UI Light" panose="020B0502040204020203" pitchFamily="34" charset="0"/>
            <a:cs typeface="Arial" pitchFamily="34" charset="0"/>
          </a:endParaRPr>
        </a:p>
      </dgm:t>
    </dgm:pt>
    <dgm:pt modelId="{621C4FCB-B12A-4AE7-90F8-8A67D5894CD4}" type="parTrans" cxnId="{1F878348-07D0-4810-99D9-11749E8AAA3F}">
      <dgm:prSet/>
      <dgm:spPr/>
      <dgm:t>
        <a:bodyPr/>
        <a:lstStyle/>
        <a:p>
          <a:endParaRPr lang="en-US"/>
        </a:p>
      </dgm:t>
    </dgm:pt>
    <dgm:pt modelId="{A747CFF1-E737-4375-91C8-EDBF4D18504B}" type="sibTrans" cxnId="{1F878348-07D0-4810-99D9-11749E8AAA3F}">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X="100122" custScaleY="83911">
        <dgm:presLayoutVars>
          <dgm:bulletEnabled val="1"/>
        </dgm:presLayoutVars>
      </dgm:prSet>
      <dgm:spPr/>
      <dgm:t>
        <a:bodyPr/>
        <a:lstStyle/>
        <a:p>
          <a:endParaRPr lang="en-US"/>
        </a:p>
      </dgm:t>
    </dgm:pt>
  </dgm:ptLst>
  <dgm:cxnLst>
    <dgm:cxn modelId="{4B2D65C5-032A-4798-A06F-1A23492B9596}" type="presOf" srcId="{68FAD2B8-B928-4799-8BC6-C42A1A6B3879}" destId="{BA57226D-E733-47AB-9C1E-7F48998AF898}" srcOrd="0" destOrd="0" presId="urn:microsoft.com/office/officeart/2005/8/layout/chevron2"/>
    <dgm:cxn modelId="{8214207F-C2A4-4112-BAC1-DC0B5930A69B}" type="presOf" srcId="{273FB2FC-BB42-42E4-809F-8792EAAA4D36}" destId="{6597B828-368A-4EAC-99FD-85AB3B3FB0C4}" srcOrd="0" destOrd="0" presId="urn:microsoft.com/office/officeart/2005/8/layout/chevron2"/>
    <dgm:cxn modelId="{0DC61F45-1F99-45D6-B9A4-DEC1DC38817B}"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21110EEB-1EA2-4B9B-99D4-6A066BFDD4FB}" type="presOf" srcId="{7C839073-D423-4CF0-A279-F3597BB99994}" destId="{AD927985-2E20-4855-8300-EF608B954011}" srcOrd="0" destOrd="1"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955DDE73-C4E7-4862-B911-87D6C2670ECB}" type="presOf" srcId="{5F2F7FA6-A310-4044-96ED-26E06B7F5A48}" destId="{AD927985-2E20-4855-8300-EF608B954011}" srcOrd="0" destOrd="2" presId="urn:microsoft.com/office/officeart/2005/8/layout/chevron2"/>
    <dgm:cxn modelId="{4E1F6D2A-60DD-4CCD-9B5C-B10EAA7D4FF5}" srcId="{6BB193CD-2BCB-422D-9372-D29AD8AB2E75}" destId="{0BAC5B1C-7CE8-474F-8BB9-695C61340EC6}" srcOrd="0" destOrd="0" parTransId="{6C922C25-8CE2-41A6-9A7A-3E8D0462A2C6}" sibTransId="{F93FC099-91A9-47F6-87B6-95A93DCC7A36}"/>
    <dgm:cxn modelId="{C13BAE78-0D0D-4C3C-8755-6F06E8592740}" type="presOf" srcId="{FD44662F-72BB-4119-801E-24399F494A56}" destId="{2F79F4EE-99A1-4CEC-8FEE-C636AD27477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1F878348-07D0-4810-99D9-11749E8AAA3F}" srcId="{6BB193CD-2BCB-422D-9372-D29AD8AB2E75}" destId="{5F2F7FA6-A310-4044-96ED-26E06B7F5A48}" srcOrd="2" destOrd="0" parTransId="{621C4FCB-B12A-4AE7-90F8-8A67D5894CD4}" sibTransId="{A747CFF1-E737-4375-91C8-EDBF4D18504B}"/>
    <dgm:cxn modelId="{342673E0-9E04-469C-9E28-CFBC7AC3D805}" srcId="{6BB193CD-2BCB-422D-9372-D29AD8AB2E75}" destId="{7C839073-D423-4CF0-A279-F3597BB99994}" srcOrd="1"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7D83898A-BB95-4F87-9110-6DECAA1B5154}" type="presOf" srcId="{0BAC5B1C-7CE8-474F-8BB9-695C61340EC6}" destId="{AD927985-2E20-4855-8300-EF608B954011}"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F295412B-3D9B-475A-B8F8-01B709C40838}" type="presOf" srcId="{6BB193CD-2BCB-422D-9372-D29AD8AB2E75}" destId="{3196A1B1-B062-4292-A00B-1AF4EFB306CF}" srcOrd="0" destOrd="0" presId="urn:microsoft.com/office/officeart/2005/8/layout/chevron2"/>
    <dgm:cxn modelId="{DBCB41A6-884D-499D-8DEA-E5149283091C}" type="presOf" srcId="{6E4FFBC2-6C99-4467-A342-4F646E8105E8}" destId="{CA3CA37D-96A6-40F5-8283-7F5E5E75CC28}" srcOrd="0" destOrd="0" presId="urn:microsoft.com/office/officeart/2005/8/layout/chevron2"/>
    <dgm:cxn modelId="{3D5490E9-D1EE-4999-AEC8-8201D91D8F74}" type="presParOf" srcId="{BA57226D-E733-47AB-9C1E-7F48998AF898}" destId="{CC146864-BFF0-4842-89BF-1105AD66F5D5}" srcOrd="0" destOrd="0" presId="urn:microsoft.com/office/officeart/2005/8/layout/chevron2"/>
    <dgm:cxn modelId="{6D0234DC-15CF-4283-9B52-19AC3D4992BB}" type="presParOf" srcId="{CC146864-BFF0-4842-89BF-1105AD66F5D5}" destId="{6597B828-368A-4EAC-99FD-85AB3B3FB0C4}" srcOrd="0" destOrd="0" presId="urn:microsoft.com/office/officeart/2005/8/layout/chevron2"/>
    <dgm:cxn modelId="{61559F5D-3416-46E2-BD9E-6803E4AC7FF3}" type="presParOf" srcId="{CC146864-BFF0-4842-89BF-1105AD66F5D5}" destId="{5DF62DFD-4FA4-479D-BACA-0B5672D793AE}" srcOrd="1" destOrd="0" presId="urn:microsoft.com/office/officeart/2005/8/layout/chevron2"/>
    <dgm:cxn modelId="{AFD9C94D-C203-4C8C-BCBC-EFE7BDD0CDFD}" type="presParOf" srcId="{BA57226D-E733-47AB-9C1E-7F48998AF898}" destId="{33D84CC3-27D8-4296-A650-E0BD45C89460}" srcOrd="1" destOrd="0" presId="urn:microsoft.com/office/officeart/2005/8/layout/chevron2"/>
    <dgm:cxn modelId="{C5FAF8C7-25E9-46B7-A1E1-B3E1D6A1B602}" type="presParOf" srcId="{BA57226D-E733-47AB-9C1E-7F48998AF898}" destId="{8884328B-B7DF-4FEB-88E1-5749EF4A08C1}" srcOrd="2" destOrd="0" presId="urn:microsoft.com/office/officeart/2005/8/layout/chevron2"/>
    <dgm:cxn modelId="{C9D8DDC4-1262-40FC-B084-F323145EE4F8}" type="presParOf" srcId="{8884328B-B7DF-4FEB-88E1-5749EF4A08C1}" destId="{CA3CA37D-96A6-40F5-8283-7F5E5E75CC28}" srcOrd="0" destOrd="0" presId="urn:microsoft.com/office/officeart/2005/8/layout/chevron2"/>
    <dgm:cxn modelId="{731E9F66-35C9-49DA-8C7F-B49C9A14D870}" type="presParOf" srcId="{8884328B-B7DF-4FEB-88E1-5749EF4A08C1}" destId="{2F79F4EE-99A1-4CEC-8FEE-C636AD274778}" srcOrd="1" destOrd="0" presId="urn:microsoft.com/office/officeart/2005/8/layout/chevron2"/>
    <dgm:cxn modelId="{065B54A9-E8D8-4739-9450-5556AEA1BCCF}" type="presParOf" srcId="{BA57226D-E733-47AB-9C1E-7F48998AF898}" destId="{A446C02B-6598-45A5-94CC-35BC3846B78B}" srcOrd="3" destOrd="0" presId="urn:microsoft.com/office/officeart/2005/8/layout/chevron2"/>
    <dgm:cxn modelId="{0E812E5A-44A6-4569-AE80-BE631825B11C}" type="presParOf" srcId="{BA57226D-E733-47AB-9C1E-7F48998AF898}" destId="{697118F7-20AA-4D55-BECB-464BCC2F1F89}" srcOrd="4" destOrd="0" presId="urn:microsoft.com/office/officeart/2005/8/layout/chevron2"/>
    <dgm:cxn modelId="{D88C2DDC-0101-4D33-B3BA-869690FF168B}" type="presParOf" srcId="{697118F7-20AA-4D55-BECB-464BCC2F1F89}" destId="{3196A1B1-B062-4292-A00B-1AF4EFB306CF}" srcOrd="0" destOrd="0" presId="urn:microsoft.com/office/officeart/2005/8/layout/chevron2"/>
    <dgm:cxn modelId="{BB3388F3-76AA-4440-BEC0-69362C684BD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Light" panose="020B0502040204020203" pitchFamily="34" charset="0"/>
              <a:cs typeface="Arial" pitchFamily="34" charset="0"/>
            </a:rPr>
            <a:t>Insuring agreements in coverage forms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a:solidFill>
          <a:schemeClr val="accent2">
            <a:lumMod val="60000"/>
            <a:lumOff val="40000"/>
          </a:schemeClr>
        </a:solidFill>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Light" panose="020B0502040204020203" pitchFamily="34" charset="0"/>
              <a:cs typeface="Arial" pitchFamily="34" charset="0"/>
            </a:rPr>
            <a:t>How Equipment Breakdown Insurance is different from others</a:t>
          </a:r>
          <a:endParaRPr lang="en-US" sz="1600" dirty="0">
            <a:latin typeface="Segoe UI Light" panose="020B0502040204020203" pitchFamily="34" charset="0"/>
            <a:cs typeface="Arial"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0BAC5B1C-7CE8-474F-8BB9-695C61340EC6}">
      <dgm:prSet phldrT="[Text]" custT="1"/>
      <dgm:spPr>
        <a:solidFill>
          <a:schemeClr val="accent2">
            <a:lumMod val="60000"/>
            <a:lumOff val="40000"/>
            <a:alpha val="90000"/>
          </a:schemeClr>
        </a:solidFill>
      </dgm:spPr>
      <dgm:t>
        <a:bodyPr/>
        <a:lstStyle/>
        <a:p>
          <a:endParaRPr lang="en-US" sz="1600" dirty="0">
            <a:latin typeface="Segoe UI Light" panose="020B0502040204020203" pitchFamily="34" charset="0"/>
            <a:cs typeface="Arial" pitchFamily="34" charset="0"/>
          </a:endParaRPr>
        </a:p>
      </dgm:t>
    </dgm:pt>
    <dgm:pt modelId="{6C922C25-8CE2-41A6-9A7A-3E8D0462A2C6}" type="parTrans" cxnId="{4E1F6D2A-60DD-4CCD-9B5C-B10EAA7D4FF5}">
      <dgm:prSet/>
      <dgm:spPr/>
      <dgm:t>
        <a:bodyPr/>
        <a:lstStyle/>
        <a:p>
          <a:endParaRPr lang="en-US"/>
        </a:p>
      </dgm:t>
    </dgm:pt>
    <dgm:pt modelId="{F93FC099-91A9-47F6-87B6-95A93DCC7A36}" type="sibTrans" cxnId="{4E1F6D2A-60DD-4CCD-9B5C-B10EAA7D4FF5}">
      <dgm:prSet/>
      <dgm:spPr/>
      <dgm:t>
        <a:bodyPr/>
        <a:lstStyle/>
        <a:p>
          <a:endParaRPr lang="en-US"/>
        </a:p>
      </dgm:t>
    </dgm:pt>
    <dgm:pt modelId="{5F2F7FA6-A310-4044-96ED-26E06B7F5A48}">
      <dgm:prSet phldrT="[Text]" custT="1"/>
      <dgm:spPr>
        <a:solidFill>
          <a:schemeClr val="accent2">
            <a:lumMod val="60000"/>
            <a:lumOff val="40000"/>
            <a:alpha val="90000"/>
          </a:schemeClr>
        </a:solidFill>
      </dgm:spPr>
      <dgm:t>
        <a:bodyPr/>
        <a:lstStyle/>
        <a:p>
          <a:endParaRPr lang="en-US" sz="1600" dirty="0">
            <a:latin typeface="Segoe UI Light" panose="020B0502040204020203" pitchFamily="34" charset="0"/>
            <a:cs typeface="Arial" pitchFamily="34" charset="0"/>
          </a:endParaRPr>
        </a:p>
      </dgm:t>
    </dgm:pt>
    <dgm:pt modelId="{621C4FCB-B12A-4AE7-90F8-8A67D5894CD4}" type="parTrans" cxnId="{1F878348-07D0-4810-99D9-11749E8AAA3F}">
      <dgm:prSet/>
      <dgm:spPr/>
      <dgm:t>
        <a:bodyPr/>
        <a:lstStyle/>
        <a:p>
          <a:endParaRPr lang="en-US"/>
        </a:p>
      </dgm:t>
    </dgm:pt>
    <dgm:pt modelId="{A747CFF1-E737-4375-91C8-EDBF4D18504B}" type="sibTrans" cxnId="{1F878348-07D0-4810-99D9-11749E8AAA3F}">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t>
        <a:bodyPr/>
        <a:lstStyle/>
        <a:p>
          <a:endParaRPr lang="en-US"/>
        </a:p>
      </dgm:t>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t>
        <a:bodyPr/>
        <a:lstStyle/>
        <a:p>
          <a:endParaRPr lang="en-US"/>
        </a:p>
      </dgm:t>
    </dgm:pt>
    <dgm:pt modelId="{8884328B-B7DF-4FEB-88E1-5749EF4A08C1}" type="pres">
      <dgm:prSet presAssocID="{6E4FFBC2-6C99-4467-A342-4F646E8105E8}" presName="composite" presStyleCnt="0"/>
      <dgm:spPr/>
      <dgm:t>
        <a:bodyPr/>
        <a:lstStyle/>
        <a:p>
          <a:endParaRPr lang="en-US"/>
        </a:p>
      </dgm:t>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t>
        <a:bodyPr/>
        <a:lstStyle/>
        <a:p>
          <a:endParaRPr lang="en-US"/>
        </a:p>
      </dgm:t>
    </dgm:pt>
    <dgm:pt modelId="{697118F7-20AA-4D55-BECB-464BCC2F1F89}" type="pres">
      <dgm:prSet presAssocID="{6BB193CD-2BCB-422D-9372-D29AD8AB2E75}" presName="composite" presStyleCnt="0"/>
      <dgm:spPr/>
      <dgm:t>
        <a:bodyPr/>
        <a:lstStyle/>
        <a:p>
          <a:endParaRPr lang="en-US"/>
        </a:p>
      </dgm:t>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X="100122" custScaleY="83911">
        <dgm:presLayoutVars>
          <dgm:bulletEnabled val="1"/>
        </dgm:presLayoutVars>
      </dgm:prSet>
      <dgm:spPr/>
      <dgm:t>
        <a:bodyPr/>
        <a:lstStyle/>
        <a:p>
          <a:endParaRPr lang="en-US"/>
        </a:p>
      </dgm:t>
    </dgm:pt>
  </dgm:ptLst>
  <dgm:cxnLst>
    <dgm:cxn modelId="{DFFFDE86-2940-47BD-AAD3-FE0948A413EF}" type="presOf" srcId="{6E4FFBC2-6C99-4467-A342-4F646E8105E8}" destId="{CA3CA37D-96A6-40F5-8283-7F5E5E75CC28}" srcOrd="0" destOrd="0" presId="urn:microsoft.com/office/officeart/2005/8/layout/chevron2"/>
    <dgm:cxn modelId="{3665A3B9-DD8D-4049-A9BA-DB9956B2AA61}" type="presOf" srcId="{FD44662F-72BB-4119-801E-24399F494A56}" destId="{2F79F4EE-99A1-4CEC-8FEE-C636AD274778}" srcOrd="0" destOrd="0" presId="urn:microsoft.com/office/officeart/2005/8/layout/chevron2"/>
    <dgm:cxn modelId="{EB531D97-9239-4B7C-9C61-7CC3213F1226}" type="presOf" srcId="{68FAD2B8-B928-4799-8BC6-C42A1A6B3879}" destId="{BA57226D-E733-47AB-9C1E-7F48998AF89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A8FDEF30-1EC6-46FF-AFF2-2B53DC2DB9E4}" type="presOf" srcId="{6BB193CD-2BCB-422D-9372-D29AD8AB2E75}" destId="{3196A1B1-B062-4292-A00B-1AF4EFB306CF}" srcOrd="0" destOrd="0" presId="urn:microsoft.com/office/officeart/2005/8/layout/chevron2"/>
    <dgm:cxn modelId="{4E1F6D2A-60DD-4CCD-9B5C-B10EAA7D4FF5}" srcId="{6BB193CD-2BCB-422D-9372-D29AD8AB2E75}" destId="{0BAC5B1C-7CE8-474F-8BB9-695C61340EC6}" srcOrd="0" destOrd="0" parTransId="{6C922C25-8CE2-41A6-9A7A-3E8D0462A2C6}" sibTransId="{F93FC099-91A9-47F6-87B6-95A93DCC7A36}"/>
    <dgm:cxn modelId="{FF9B2A37-BEA2-4D30-B264-F407A08C392F}" srcId="{68FAD2B8-B928-4799-8BC6-C42A1A6B3879}" destId="{6E4FFBC2-6C99-4467-A342-4F646E8105E8}" srcOrd="1" destOrd="0" parTransId="{CB8695D7-F2B2-4A5C-86F8-71EEF31169A7}" sibTransId="{2AFDC35B-E520-4185-8EB0-28F35F678B87}"/>
    <dgm:cxn modelId="{A28A6E76-31CC-40C6-8F08-820DFA29A4F2}" type="presOf" srcId="{0BAC5B1C-7CE8-474F-8BB9-695C61340EC6}" destId="{AD927985-2E20-4855-8300-EF608B954011}" srcOrd="0" destOrd="0" presId="urn:microsoft.com/office/officeart/2005/8/layout/chevron2"/>
    <dgm:cxn modelId="{EF14A71F-81E3-474F-8717-663D55C6374C}" type="presOf" srcId="{5F2F7FA6-A310-4044-96ED-26E06B7F5A48}" destId="{AD927985-2E20-4855-8300-EF608B954011}" srcOrd="0" destOrd="2" presId="urn:microsoft.com/office/officeart/2005/8/layout/chevron2"/>
    <dgm:cxn modelId="{1F878348-07D0-4810-99D9-11749E8AAA3F}" srcId="{6BB193CD-2BCB-422D-9372-D29AD8AB2E75}" destId="{5F2F7FA6-A310-4044-96ED-26E06B7F5A48}" srcOrd="2" destOrd="0" parTransId="{621C4FCB-B12A-4AE7-90F8-8A67D5894CD4}" sibTransId="{A747CFF1-E737-4375-91C8-EDBF4D18504B}"/>
    <dgm:cxn modelId="{8E2A72B5-5412-485F-B782-66CDA90FCFC4}"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1"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B4A6CF19-ACA8-47CD-86DC-74D7D2B11417}" type="presOf" srcId="{AEA98A0A-5971-4387-8F87-30E2E87D1BBC}" destId="{5DF62DFD-4FA4-479D-BACA-0B5672D793AE}" srcOrd="0" destOrd="0" presId="urn:microsoft.com/office/officeart/2005/8/layout/chevron2"/>
    <dgm:cxn modelId="{8C3013EA-1359-404B-805D-1B11F11B90F7}" type="presOf" srcId="{7C839073-D423-4CF0-A279-F3597BB99994}" destId="{AD927985-2E20-4855-8300-EF608B954011}" srcOrd="0" destOrd="1" presId="urn:microsoft.com/office/officeart/2005/8/layout/chevron2"/>
    <dgm:cxn modelId="{2253E194-2E3B-499A-9CE5-DC4DC8E232CD}" type="presParOf" srcId="{BA57226D-E733-47AB-9C1E-7F48998AF898}" destId="{CC146864-BFF0-4842-89BF-1105AD66F5D5}" srcOrd="0" destOrd="0" presId="urn:microsoft.com/office/officeart/2005/8/layout/chevron2"/>
    <dgm:cxn modelId="{890D1D7A-22CD-4805-A223-753126BD11AA}" type="presParOf" srcId="{CC146864-BFF0-4842-89BF-1105AD66F5D5}" destId="{6597B828-368A-4EAC-99FD-85AB3B3FB0C4}" srcOrd="0" destOrd="0" presId="urn:microsoft.com/office/officeart/2005/8/layout/chevron2"/>
    <dgm:cxn modelId="{9CDCE6DA-641E-46A3-8C23-4E5AD1C6AA92}" type="presParOf" srcId="{CC146864-BFF0-4842-89BF-1105AD66F5D5}" destId="{5DF62DFD-4FA4-479D-BACA-0B5672D793AE}" srcOrd="1" destOrd="0" presId="urn:microsoft.com/office/officeart/2005/8/layout/chevron2"/>
    <dgm:cxn modelId="{BA7AB022-2ED4-42DF-BC2E-B7FCB43BEAA9}" type="presParOf" srcId="{BA57226D-E733-47AB-9C1E-7F48998AF898}" destId="{33D84CC3-27D8-4296-A650-E0BD45C89460}" srcOrd="1" destOrd="0" presId="urn:microsoft.com/office/officeart/2005/8/layout/chevron2"/>
    <dgm:cxn modelId="{288C46B0-E1B9-4C8A-9735-1CF667572357}" type="presParOf" srcId="{BA57226D-E733-47AB-9C1E-7F48998AF898}" destId="{8884328B-B7DF-4FEB-88E1-5749EF4A08C1}" srcOrd="2" destOrd="0" presId="urn:microsoft.com/office/officeart/2005/8/layout/chevron2"/>
    <dgm:cxn modelId="{40419878-3BE0-42AA-857E-B7AA11876D79}" type="presParOf" srcId="{8884328B-B7DF-4FEB-88E1-5749EF4A08C1}" destId="{CA3CA37D-96A6-40F5-8283-7F5E5E75CC28}" srcOrd="0" destOrd="0" presId="urn:microsoft.com/office/officeart/2005/8/layout/chevron2"/>
    <dgm:cxn modelId="{594E30EF-A249-4955-9213-E5E95C3ABE0A}" type="presParOf" srcId="{8884328B-B7DF-4FEB-88E1-5749EF4A08C1}" destId="{2F79F4EE-99A1-4CEC-8FEE-C636AD274778}" srcOrd="1" destOrd="0" presId="urn:microsoft.com/office/officeart/2005/8/layout/chevron2"/>
    <dgm:cxn modelId="{E8056A56-8E8A-469A-B969-51FECB4E21FE}" type="presParOf" srcId="{BA57226D-E733-47AB-9C1E-7F48998AF898}" destId="{A446C02B-6598-45A5-94CC-35BC3846B78B}" srcOrd="3" destOrd="0" presId="urn:microsoft.com/office/officeart/2005/8/layout/chevron2"/>
    <dgm:cxn modelId="{0ABED13D-A387-4864-AB04-C8B8E7498F7C}" type="presParOf" srcId="{BA57226D-E733-47AB-9C1E-7F48998AF898}" destId="{697118F7-20AA-4D55-BECB-464BCC2F1F89}" srcOrd="4" destOrd="0" presId="urn:microsoft.com/office/officeart/2005/8/layout/chevron2"/>
    <dgm:cxn modelId="{45FE9C64-A8B7-4F14-8F98-3A72E08B8343}" type="presParOf" srcId="{697118F7-20AA-4D55-BECB-464BCC2F1F89}" destId="{3196A1B1-B062-4292-A00B-1AF4EFB306CF}" srcOrd="0" destOrd="0" presId="urn:microsoft.com/office/officeart/2005/8/layout/chevron2"/>
    <dgm:cxn modelId="{47B8DBD1-B6FA-4513-B99C-0191B5781FF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bg1">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10548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422193"/>
        <a:ext cx="3080751" cy="47291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of Commercial Crime Coverage</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Deductibles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Exclusions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1854" y="143264"/>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331024"/>
        <a:ext cx="657157" cy="281639"/>
      </dsp:txXfrm>
    </dsp:sp>
    <dsp:sp modelId="{5DF62DFD-4FA4-479D-BACA-0B5672D793AE}">
      <dsp:nvSpPr>
        <dsp:cNvPr id="0" name=""/>
        <dsp:cNvSpPr/>
      </dsp:nvSpPr>
      <dsp:spPr>
        <a:xfrm rot="5400000">
          <a:off x="2048447" y="-1389880"/>
          <a:ext cx="610217" cy="3394868"/>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6122" y="32233"/>
        <a:ext cx="3365080" cy="550641"/>
      </dsp:txXfrm>
    </dsp:sp>
    <dsp:sp modelId="{CA3CA37D-96A6-40F5-8283-7F5E5E75CC28}">
      <dsp:nvSpPr>
        <dsp:cNvPr id="0" name=""/>
        <dsp:cNvSpPr/>
      </dsp:nvSpPr>
      <dsp:spPr>
        <a:xfrm rot="5400000">
          <a:off x="-141854"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1060513"/>
        <a:ext cx="657157" cy="281639"/>
      </dsp:txXfrm>
    </dsp:sp>
    <dsp:sp modelId="{2F79F4EE-99A1-4CEC-8FEE-C636AD274778}">
      <dsp:nvSpPr>
        <dsp:cNvPr id="0" name=""/>
        <dsp:cNvSpPr/>
      </dsp:nvSpPr>
      <dsp:spPr>
        <a:xfrm rot="5400000">
          <a:off x="2048447" y="-660391"/>
          <a:ext cx="610217" cy="3394868"/>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in coverage forms</a:t>
          </a:r>
          <a:endParaRPr lang="en-US" sz="1600" kern="1200" dirty="0">
            <a:latin typeface="Segoe UI" panose="020B0502040204020203" pitchFamily="34" charset="0"/>
            <a:cs typeface="Segoe UI" panose="020B0502040204020203" pitchFamily="34" charset="0"/>
          </a:endParaRPr>
        </a:p>
      </dsp:txBody>
      <dsp:txXfrm rot="-5400000">
        <a:off x="656122" y="761722"/>
        <a:ext cx="3365080" cy="550641"/>
      </dsp:txXfrm>
    </dsp:sp>
    <dsp:sp modelId="{3196A1B1-B062-4292-A00B-1AF4EFB306CF}">
      <dsp:nvSpPr>
        <dsp:cNvPr id="0" name=""/>
        <dsp:cNvSpPr/>
      </dsp:nvSpPr>
      <dsp:spPr>
        <a:xfrm rot="5400000">
          <a:off x="-141854"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034" y="1790003"/>
        <a:ext cx="657157" cy="281639"/>
      </dsp:txXfrm>
    </dsp:sp>
    <dsp:sp modelId="{AD927985-2E20-4855-8300-EF608B954011}">
      <dsp:nvSpPr>
        <dsp:cNvPr id="0" name=""/>
        <dsp:cNvSpPr/>
      </dsp:nvSpPr>
      <dsp:spPr>
        <a:xfrm rot="5400000">
          <a:off x="2097536" y="67027"/>
          <a:ext cx="512039" cy="3399010"/>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How Equipment Breakdown Insurance is different from others</a:t>
          </a: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dsp:txBody>
      <dsp:txXfrm rot="-5400000">
        <a:off x="654051" y="1535508"/>
        <a:ext cx="3374014" cy="46204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1854"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331024"/>
        <a:ext cx="657157" cy="281639"/>
      </dsp:txXfrm>
    </dsp:sp>
    <dsp:sp modelId="{5DF62DFD-4FA4-479D-BACA-0B5672D793AE}">
      <dsp:nvSpPr>
        <dsp:cNvPr id="0" name=""/>
        <dsp:cNvSpPr/>
      </dsp:nvSpPr>
      <dsp:spPr>
        <a:xfrm rot="5400000">
          <a:off x="2048447" y="-1389880"/>
          <a:ext cx="610217" cy="3394868"/>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6122" y="32233"/>
        <a:ext cx="3365080" cy="550641"/>
      </dsp:txXfrm>
    </dsp:sp>
    <dsp:sp modelId="{CA3CA37D-96A6-40F5-8283-7F5E5E75CC28}">
      <dsp:nvSpPr>
        <dsp:cNvPr id="0" name=""/>
        <dsp:cNvSpPr/>
      </dsp:nvSpPr>
      <dsp:spPr>
        <a:xfrm rot="5400000">
          <a:off x="-141854" y="87275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1060513"/>
        <a:ext cx="657157" cy="281639"/>
      </dsp:txXfrm>
    </dsp:sp>
    <dsp:sp modelId="{2F79F4EE-99A1-4CEC-8FEE-C636AD274778}">
      <dsp:nvSpPr>
        <dsp:cNvPr id="0" name=""/>
        <dsp:cNvSpPr/>
      </dsp:nvSpPr>
      <dsp:spPr>
        <a:xfrm rot="5400000">
          <a:off x="2048447" y="-660391"/>
          <a:ext cx="610217" cy="3394868"/>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in coverage forms</a:t>
          </a:r>
          <a:endParaRPr lang="en-US" sz="1600" kern="1200" dirty="0">
            <a:latin typeface="Segoe UI" panose="020B0502040204020203" pitchFamily="34" charset="0"/>
            <a:cs typeface="Segoe UI" panose="020B0502040204020203" pitchFamily="34" charset="0"/>
          </a:endParaRPr>
        </a:p>
      </dsp:txBody>
      <dsp:txXfrm rot="-5400000">
        <a:off x="656122" y="761722"/>
        <a:ext cx="3365080" cy="550641"/>
      </dsp:txXfrm>
    </dsp:sp>
    <dsp:sp modelId="{3196A1B1-B062-4292-A00B-1AF4EFB306CF}">
      <dsp:nvSpPr>
        <dsp:cNvPr id="0" name=""/>
        <dsp:cNvSpPr/>
      </dsp:nvSpPr>
      <dsp:spPr>
        <a:xfrm rot="5400000">
          <a:off x="-141854"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034" y="1790003"/>
        <a:ext cx="657157" cy="281639"/>
      </dsp:txXfrm>
    </dsp:sp>
    <dsp:sp modelId="{AD927985-2E20-4855-8300-EF608B954011}">
      <dsp:nvSpPr>
        <dsp:cNvPr id="0" name=""/>
        <dsp:cNvSpPr/>
      </dsp:nvSpPr>
      <dsp:spPr>
        <a:xfrm rot="5400000">
          <a:off x="2097536" y="67027"/>
          <a:ext cx="512039" cy="3399010"/>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How Equipment Breakdown Insurance is different from others</a:t>
          </a: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dsp:txBody>
      <dsp:txXfrm rot="-5400000">
        <a:off x="654051" y="1535508"/>
        <a:ext cx="3374014" cy="46204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1854"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331024"/>
        <a:ext cx="657157" cy="281639"/>
      </dsp:txXfrm>
    </dsp:sp>
    <dsp:sp modelId="{5DF62DFD-4FA4-479D-BACA-0B5672D793AE}">
      <dsp:nvSpPr>
        <dsp:cNvPr id="0" name=""/>
        <dsp:cNvSpPr/>
      </dsp:nvSpPr>
      <dsp:spPr>
        <a:xfrm rot="5400000">
          <a:off x="2048447" y="-1389880"/>
          <a:ext cx="610217" cy="3394868"/>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6122" y="32233"/>
        <a:ext cx="3365080" cy="550641"/>
      </dsp:txXfrm>
    </dsp:sp>
    <dsp:sp modelId="{CA3CA37D-96A6-40F5-8283-7F5E5E75CC28}">
      <dsp:nvSpPr>
        <dsp:cNvPr id="0" name=""/>
        <dsp:cNvSpPr/>
      </dsp:nvSpPr>
      <dsp:spPr>
        <a:xfrm rot="5400000">
          <a:off x="-141854"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034" y="1060513"/>
        <a:ext cx="657157" cy="281639"/>
      </dsp:txXfrm>
    </dsp:sp>
    <dsp:sp modelId="{2F79F4EE-99A1-4CEC-8FEE-C636AD274778}">
      <dsp:nvSpPr>
        <dsp:cNvPr id="0" name=""/>
        <dsp:cNvSpPr/>
      </dsp:nvSpPr>
      <dsp:spPr>
        <a:xfrm rot="5400000">
          <a:off x="2048447" y="-660391"/>
          <a:ext cx="610217" cy="3394868"/>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Insuring agreements in coverage forms</a:t>
          </a:r>
          <a:endParaRPr lang="en-US" sz="1600" kern="1200" dirty="0">
            <a:latin typeface="Segoe UI" panose="020B0502040204020203" pitchFamily="34" charset="0"/>
            <a:cs typeface="Segoe UI" panose="020B0502040204020203" pitchFamily="34" charset="0"/>
          </a:endParaRPr>
        </a:p>
      </dsp:txBody>
      <dsp:txXfrm rot="-5400000">
        <a:off x="656122" y="761722"/>
        <a:ext cx="3365080" cy="550641"/>
      </dsp:txXfrm>
    </dsp:sp>
    <dsp:sp modelId="{3196A1B1-B062-4292-A00B-1AF4EFB306CF}">
      <dsp:nvSpPr>
        <dsp:cNvPr id="0" name=""/>
        <dsp:cNvSpPr/>
      </dsp:nvSpPr>
      <dsp:spPr>
        <a:xfrm rot="5400000">
          <a:off x="-141854" y="160224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034" y="1790003"/>
        <a:ext cx="657157" cy="281639"/>
      </dsp:txXfrm>
    </dsp:sp>
    <dsp:sp modelId="{AD927985-2E20-4855-8300-EF608B954011}">
      <dsp:nvSpPr>
        <dsp:cNvPr id="0" name=""/>
        <dsp:cNvSpPr/>
      </dsp:nvSpPr>
      <dsp:spPr>
        <a:xfrm rot="5400000">
          <a:off x="2097536" y="67027"/>
          <a:ext cx="512039" cy="3399010"/>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r>
            <a:rPr lang="en-US" sz="1600" kern="1200" dirty="0" smtClean="0">
              <a:latin typeface="Segoe UI Light" panose="020B0502040204020203" pitchFamily="34" charset="0"/>
              <a:cs typeface="Arial" pitchFamily="34" charset="0"/>
            </a:rPr>
            <a:t>How Equipment Breakdown Insurance is different from others</a:t>
          </a:r>
          <a:endParaRPr lang="en-US" sz="1600" kern="1200" dirty="0">
            <a:latin typeface="Segoe UI Light" panose="020B0502040204020203" pitchFamily="34" charset="0"/>
            <a:cs typeface="Arial" pitchFamily="34" charset="0"/>
          </a:endParaRPr>
        </a:p>
        <a:p>
          <a:pPr marL="171450" lvl="1" indent="-171450" algn="l" defTabSz="711200">
            <a:lnSpc>
              <a:spcPct val="90000"/>
            </a:lnSpc>
            <a:spcBef>
              <a:spcPct val="0"/>
            </a:spcBef>
            <a:spcAft>
              <a:spcPct val="15000"/>
            </a:spcAft>
            <a:buChar char="••"/>
          </a:pPr>
          <a:endParaRPr lang="en-US" sz="1600" kern="1200" dirty="0">
            <a:latin typeface="Segoe UI Light" panose="020B0502040204020203" pitchFamily="34" charset="0"/>
            <a:cs typeface="Arial" pitchFamily="34" charset="0"/>
          </a:endParaRPr>
        </a:p>
      </dsp:txBody>
      <dsp:txXfrm rot="-5400000">
        <a:off x="654051" y="1535508"/>
        <a:ext cx="3374014" cy="46204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1" dirty="0">
              <a:solidFill>
                <a:prstClr val="black"/>
              </a:solidFill>
            </a:endParaRPr>
          </a:p>
        </p:txBody>
      </p:sp>
      <p:sp>
        <p:nvSpPr>
          <p:cNvPr id="4" name="Slide Number Placeholder 3"/>
          <p:cNvSpPr>
            <a:spLocks noGrp="1"/>
          </p:cNvSpPr>
          <p:nvPr>
            <p:ph type="sldNum" sz="quarter" idx="10"/>
          </p:nvPr>
        </p:nvSpPr>
        <p:spPr/>
        <p:txBody>
          <a:bodyPr/>
          <a:lstStyle/>
          <a:p>
            <a:fld id="{B7A57691-B56D-4694-A91B-D15F3ED3C037}" type="slidenum">
              <a:rPr lang="en-US" smtClean="0"/>
              <a:t>7</a:t>
            </a:fld>
            <a:endParaRPr lang="en-US"/>
          </a:p>
        </p:txBody>
      </p:sp>
    </p:spTree>
    <p:extLst>
      <p:ext uri="{BB962C8B-B14F-4D97-AF65-F5344CB8AC3E}">
        <p14:creationId xmlns:p14="http://schemas.microsoft.com/office/powerpoint/2010/main" val="1662373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9</a:t>
            </a:fld>
            <a:endParaRPr lang="en-US"/>
          </a:p>
        </p:txBody>
      </p:sp>
    </p:spTree>
    <p:extLst>
      <p:ext uri="{BB962C8B-B14F-4D97-AF65-F5344CB8AC3E}">
        <p14:creationId xmlns:p14="http://schemas.microsoft.com/office/powerpoint/2010/main" val="10749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12</a:t>
            </a:fld>
            <a:endParaRPr lang="en-US"/>
          </a:p>
        </p:txBody>
      </p:sp>
    </p:spTree>
    <p:extLst>
      <p:ext uri="{BB962C8B-B14F-4D97-AF65-F5344CB8AC3E}">
        <p14:creationId xmlns:p14="http://schemas.microsoft.com/office/powerpoint/2010/main" val="2555743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7FDC6-F59E-4632-8367-1ACF8DB7596C}"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7FDC6-F59E-4632-8367-1ACF8DB7596C}"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image" Target="../media/image3.png"/><Relationship Id="rId16" Type="http://schemas.openxmlformats.org/officeDocument/2006/relationships/diagramColors" Target="../diagrams/colors3.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Layout" Target="../diagrams/layout4.xml"/><Relationship Id="rId7" Type="http://schemas.openxmlformats.org/officeDocument/2006/relationships/image" Target="../media/image3.png"/><Relationship Id="rId12" Type="http://schemas.microsoft.com/office/2007/relationships/diagramDrawing" Target="../diagrams/drawing5.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11" Type="http://schemas.openxmlformats.org/officeDocument/2006/relationships/diagramColors" Target="../diagrams/colors5.xml"/><Relationship Id="rId5" Type="http://schemas.openxmlformats.org/officeDocument/2006/relationships/diagramColors" Target="../diagrams/colors4.xml"/><Relationship Id="rId10" Type="http://schemas.openxmlformats.org/officeDocument/2006/relationships/diagramQuickStyle" Target="../diagrams/quickStyle5.xml"/><Relationship Id="rId4" Type="http://schemas.openxmlformats.org/officeDocument/2006/relationships/diagramQuickStyle" Target="../diagrams/quickStyle4.xml"/><Relationship Id="rId9"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diagramData" Target="../diagrams/data8.xml"/><Relationship Id="rId3" Type="http://schemas.openxmlformats.org/officeDocument/2006/relationships/diagramLayout" Target="../diagrams/layout6.xml"/><Relationship Id="rId7" Type="http://schemas.openxmlformats.org/officeDocument/2006/relationships/image" Target="../media/image3.png"/><Relationship Id="rId12" Type="http://schemas.microsoft.com/office/2007/relationships/diagramDrawing" Target="../diagrams/drawing7.xml"/><Relationship Id="rId17" Type="http://schemas.microsoft.com/office/2007/relationships/diagramDrawing" Target="../diagrams/drawing8.xml"/><Relationship Id="rId2" Type="http://schemas.openxmlformats.org/officeDocument/2006/relationships/diagramData" Target="../diagrams/data6.xml"/><Relationship Id="rId16" Type="http://schemas.openxmlformats.org/officeDocument/2006/relationships/diagramColors" Target="../diagrams/colors8.xml"/><Relationship Id="rId1" Type="http://schemas.openxmlformats.org/officeDocument/2006/relationships/slideLayout" Target="../slideLayouts/slideLayout13.xml"/><Relationship Id="rId6" Type="http://schemas.microsoft.com/office/2007/relationships/diagramDrawing" Target="../diagrams/drawing6.xml"/><Relationship Id="rId11" Type="http://schemas.openxmlformats.org/officeDocument/2006/relationships/diagramColors" Target="../diagrams/colors7.xml"/><Relationship Id="rId5" Type="http://schemas.openxmlformats.org/officeDocument/2006/relationships/diagramColors" Target="../diagrams/colors6.xml"/><Relationship Id="rId15" Type="http://schemas.openxmlformats.org/officeDocument/2006/relationships/diagramQuickStyle" Target="../diagrams/quickStyle8.xml"/><Relationship Id="rId10" Type="http://schemas.openxmlformats.org/officeDocument/2006/relationships/diagramQuickStyle" Target="../diagrams/quickStyle7.xml"/><Relationship Id="rId4" Type="http://schemas.openxmlformats.org/officeDocument/2006/relationships/diagramQuickStyle" Target="../diagrams/quickStyle6.xml"/><Relationship Id="rId9" Type="http://schemas.openxmlformats.org/officeDocument/2006/relationships/diagramLayout" Target="../diagrams/layout7.xml"/><Relationship Id="rId14" Type="http://schemas.openxmlformats.org/officeDocument/2006/relationships/diagramLayout" Target="../diagrams/layout8.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diagramData" Target="../diagrams/data11.xml"/><Relationship Id="rId3" Type="http://schemas.openxmlformats.org/officeDocument/2006/relationships/diagramLayout" Target="../diagrams/layout9.xml"/><Relationship Id="rId7" Type="http://schemas.openxmlformats.org/officeDocument/2006/relationships/image" Target="../media/image3.png"/><Relationship Id="rId12" Type="http://schemas.microsoft.com/office/2007/relationships/diagramDrawing" Target="../diagrams/drawing10.xml"/><Relationship Id="rId17" Type="http://schemas.microsoft.com/office/2007/relationships/diagramDrawing" Target="../diagrams/drawing11.xml"/><Relationship Id="rId2" Type="http://schemas.openxmlformats.org/officeDocument/2006/relationships/diagramData" Target="../diagrams/data9.xml"/><Relationship Id="rId16" Type="http://schemas.openxmlformats.org/officeDocument/2006/relationships/diagramColors" Target="../diagrams/colors11.xml"/><Relationship Id="rId1" Type="http://schemas.openxmlformats.org/officeDocument/2006/relationships/slideLayout" Target="../slideLayouts/slideLayout13.xml"/><Relationship Id="rId6" Type="http://schemas.microsoft.com/office/2007/relationships/diagramDrawing" Target="../diagrams/drawing9.xml"/><Relationship Id="rId11" Type="http://schemas.openxmlformats.org/officeDocument/2006/relationships/diagramColors" Target="../diagrams/colors10.xml"/><Relationship Id="rId5" Type="http://schemas.openxmlformats.org/officeDocument/2006/relationships/diagramColors" Target="../diagrams/colors9.xml"/><Relationship Id="rId15" Type="http://schemas.openxmlformats.org/officeDocument/2006/relationships/diagramQuickStyle" Target="../diagrams/quickStyle11.xml"/><Relationship Id="rId10" Type="http://schemas.openxmlformats.org/officeDocument/2006/relationships/diagramQuickStyle" Target="../diagrams/quickStyle10.xml"/><Relationship Id="rId4" Type="http://schemas.openxmlformats.org/officeDocument/2006/relationships/diagramQuickStyle" Target="../diagrams/quickStyle9.xml"/><Relationship Id="rId9" Type="http://schemas.openxmlformats.org/officeDocument/2006/relationships/diagramLayout" Target="../diagrams/layout10.xml"/><Relationship Id="rId14" Type="http://schemas.openxmlformats.org/officeDocument/2006/relationships/diagramLayout" Target="../diagrams/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13" Type="http://schemas.microsoft.com/office/2007/relationships/diagramDrawing" Target="../diagrams/drawing13.xml"/><Relationship Id="rId18" Type="http://schemas.microsoft.com/office/2007/relationships/diagramDrawing" Target="../diagrams/drawing14.xml"/><Relationship Id="rId3" Type="http://schemas.openxmlformats.org/officeDocument/2006/relationships/diagramData" Target="../diagrams/data12.xml"/><Relationship Id="rId21" Type="http://schemas.openxmlformats.org/officeDocument/2006/relationships/diagramLayout" Target="../diagrams/layout15.xml"/><Relationship Id="rId7" Type="http://schemas.microsoft.com/office/2007/relationships/diagramDrawing" Target="../diagrams/drawing12.xml"/><Relationship Id="rId12" Type="http://schemas.openxmlformats.org/officeDocument/2006/relationships/diagramColors" Target="../diagrams/colors13.xml"/><Relationship Id="rId17" Type="http://schemas.openxmlformats.org/officeDocument/2006/relationships/diagramColors" Target="../diagrams/colors14.xml"/><Relationship Id="rId2" Type="http://schemas.openxmlformats.org/officeDocument/2006/relationships/notesSlide" Target="../notesSlides/notesSlide1.xml"/><Relationship Id="rId16" Type="http://schemas.openxmlformats.org/officeDocument/2006/relationships/diagramQuickStyle" Target="../diagrams/quickStyle14.xml"/><Relationship Id="rId20" Type="http://schemas.openxmlformats.org/officeDocument/2006/relationships/diagramData" Target="../diagrams/data15.xml"/><Relationship Id="rId1" Type="http://schemas.openxmlformats.org/officeDocument/2006/relationships/slideLayout" Target="../slideLayouts/slideLayout13.xml"/><Relationship Id="rId6" Type="http://schemas.openxmlformats.org/officeDocument/2006/relationships/diagramColors" Target="../diagrams/colors12.xml"/><Relationship Id="rId11" Type="http://schemas.openxmlformats.org/officeDocument/2006/relationships/diagramQuickStyle" Target="../diagrams/quickStyle13.xml"/><Relationship Id="rId24" Type="http://schemas.microsoft.com/office/2007/relationships/diagramDrawing" Target="../diagrams/drawing15.xml"/><Relationship Id="rId5" Type="http://schemas.openxmlformats.org/officeDocument/2006/relationships/diagramQuickStyle" Target="../diagrams/quickStyle12.xml"/><Relationship Id="rId15" Type="http://schemas.openxmlformats.org/officeDocument/2006/relationships/diagramLayout" Target="../diagrams/layout14.xml"/><Relationship Id="rId23" Type="http://schemas.openxmlformats.org/officeDocument/2006/relationships/diagramColors" Target="../diagrams/colors15.xml"/><Relationship Id="rId10" Type="http://schemas.openxmlformats.org/officeDocument/2006/relationships/diagramLayout" Target="../diagrams/layout13.xml"/><Relationship Id="rId19" Type="http://schemas.openxmlformats.org/officeDocument/2006/relationships/image" Target="../media/image4.png"/><Relationship Id="rId4" Type="http://schemas.openxmlformats.org/officeDocument/2006/relationships/diagramLayout" Target="../diagrams/layout12.xml"/><Relationship Id="rId9" Type="http://schemas.openxmlformats.org/officeDocument/2006/relationships/diagramData" Target="../diagrams/data13.xml"/><Relationship Id="rId14" Type="http://schemas.openxmlformats.org/officeDocument/2006/relationships/diagramData" Target="../diagrams/data14.xml"/><Relationship Id="rId22" Type="http://schemas.openxmlformats.org/officeDocument/2006/relationships/diagramQuickStyle" Target="../diagrams/quickStyle15.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7.xml"/><Relationship Id="rId13" Type="http://schemas.openxmlformats.org/officeDocument/2006/relationships/image" Target="../media/image5.wmf"/><Relationship Id="rId18" Type="http://schemas.openxmlformats.org/officeDocument/2006/relationships/diagramQuickStyle" Target="../diagrams/quickStyle18.xml"/><Relationship Id="rId3" Type="http://schemas.openxmlformats.org/officeDocument/2006/relationships/diagramLayout" Target="../diagrams/layout16.xml"/><Relationship Id="rId7" Type="http://schemas.openxmlformats.org/officeDocument/2006/relationships/diagramData" Target="../diagrams/data17.xml"/><Relationship Id="rId12" Type="http://schemas.openxmlformats.org/officeDocument/2006/relationships/image" Target="../media/image3.png"/><Relationship Id="rId17" Type="http://schemas.openxmlformats.org/officeDocument/2006/relationships/diagramLayout" Target="../diagrams/layout18.xml"/><Relationship Id="rId2" Type="http://schemas.openxmlformats.org/officeDocument/2006/relationships/diagramData" Target="../diagrams/data16.xml"/><Relationship Id="rId16" Type="http://schemas.openxmlformats.org/officeDocument/2006/relationships/diagramData" Target="../diagrams/data18.xml"/><Relationship Id="rId20" Type="http://schemas.microsoft.com/office/2007/relationships/diagramDrawing" Target="../diagrams/drawing18.xml"/><Relationship Id="rId1" Type="http://schemas.openxmlformats.org/officeDocument/2006/relationships/slideLayout" Target="../slideLayouts/slideLayout13.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5" Type="http://schemas.openxmlformats.org/officeDocument/2006/relationships/image" Target="../media/image7.wmf"/><Relationship Id="rId10" Type="http://schemas.openxmlformats.org/officeDocument/2006/relationships/diagramColors" Target="../diagrams/colors17.xml"/><Relationship Id="rId19" Type="http://schemas.openxmlformats.org/officeDocument/2006/relationships/diagramColors" Target="../diagrams/colors18.xml"/><Relationship Id="rId4" Type="http://schemas.openxmlformats.org/officeDocument/2006/relationships/diagramQuickStyle" Target="../diagrams/quickStyle16.xml"/><Relationship Id="rId9" Type="http://schemas.openxmlformats.org/officeDocument/2006/relationships/diagramQuickStyle" Target="../diagrams/quickStyle17.xml"/><Relationship Id="rId14" Type="http://schemas.openxmlformats.org/officeDocument/2006/relationships/image" Target="../media/image6.wmf"/></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0.xml"/><Relationship Id="rId13" Type="http://schemas.openxmlformats.org/officeDocument/2006/relationships/image" Target="../media/image3.png"/><Relationship Id="rId18" Type="http://schemas.microsoft.com/office/2007/relationships/diagramDrawing" Target="../diagrams/drawing21.xml"/><Relationship Id="rId3" Type="http://schemas.openxmlformats.org/officeDocument/2006/relationships/diagramData" Target="../diagrams/data19.xml"/><Relationship Id="rId7" Type="http://schemas.microsoft.com/office/2007/relationships/diagramDrawing" Target="../diagrams/drawing19.xml"/><Relationship Id="rId12" Type="http://schemas.microsoft.com/office/2007/relationships/diagramDrawing" Target="../diagrams/drawing20.xml"/><Relationship Id="rId17" Type="http://schemas.openxmlformats.org/officeDocument/2006/relationships/diagramColors" Target="../diagrams/colors21.xml"/><Relationship Id="rId2" Type="http://schemas.openxmlformats.org/officeDocument/2006/relationships/notesSlide" Target="../notesSlides/notesSlide2.xml"/><Relationship Id="rId16" Type="http://schemas.openxmlformats.org/officeDocument/2006/relationships/diagramQuickStyle" Target="../diagrams/quickStyle21.xml"/><Relationship Id="rId1" Type="http://schemas.openxmlformats.org/officeDocument/2006/relationships/slideLayout" Target="../slideLayouts/slideLayout13.xml"/><Relationship Id="rId6" Type="http://schemas.openxmlformats.org/officeDocument/2006/relationships/diagramColors" Target="../diagrams/colors19.xml"/><Relationship Id="rId11" Type="http://schemas.openxmlformats.org/officeDocument/2006/relationships/diagramColors" Target="../diagrams/colors20.xml"/><Relationship Id="rId5" Type="http://schemas.openxmlformats.org/officeDocument/2006/relationships/diagramQuickStyle" Target="../diagrams/quickStyle19.xml"/><Relationship Id="rId15" Type="http://schemas.openxmlformats.org/officeDocument/2006/relationships/diagramLayout" Target="../diagrams/layout21.xml"/><Relationship Id="rId10" Type="http://schemas.openxmlformats.org/officeDocument/2006/relationships/diagramQuickStyle" Target="../diagrams/quickStyle20.xml"/><Relationship Id="rId4" Type="http://schemas.openxmlformats.org/officeDocument/2006/relationships/diagramLayout" Target="../diagrams/layout19.xml"/><Relationship Id="rId9" Type="http://schemas.openxmlformats.org/officeDocument/2006/relationships/diagramLayout" Target="../diagrams/layout20.xml"/><Relationship Id="rId14" Type="http://schemas.openxmlformats.org/officeDocument/2006/relationships/diagramData" Target="../diagrams/data21.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3.xml"/><Relationship Id="rId13" Type="http://schemas.openxmlformats.org/officeDocument/2006/relationships/diagramLayout" Target="../diagrams/layout24.xml"/><Relationship Id="rId3" Type="http://schemas.openxmlformats.org/officeDocument/2006/relationships/diagramLayout" Target="../diagrams/layout22.xml"/><Relationship Id="rId7" Type="http://schemas.openxmlformats.org/officeDocument/2006/relationships/diagramData" Target="../diagrams/data23.xml"/><Relationship Id="rId12" Type="http://schemas.openxmlformats.org/officeDocument/2006/relationships/diagramData" Target="../diagrams/data24.xml"/><Relationship Id="rId17" Type="http://schemas.openxmlformats.org/officeDocument/2006/relationships/image" Target="../media/image3.png"/><Relationship Id="rId2" Type="http://schemas.openxmlformats.org/officeDocument/2006/relationships/diagramData" Target="../diagrams/data22.xml"/><Relationship Id="rId16" Type="http://schemas.microsoft.com/office/2007/relationships/diagramDrawing" Target="../diagrams/drawing24.xml"/><Relationship Id="rId1" Type="http://schemas.openxmlformats.org/officeDocument/2006/relationships/slideLayout" Target="../slideLayouts/slideLayout13.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5" Type="http://schemas.openxmlformats.org/officeDocument/2006/relationships/diagramColors" Target="../diagrams/colors24.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 Id="rId14" Type="http://schemas.openxmlformats.org/officeDocument/2006/relationships/diagramQuickStyle" Target="../diagrams/quickStyle2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12.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3.png"/><Relationship Id="rId7" Type="http://schemas.openxmlformats.org/officeDocument/2006/relationships/diagramColors" Target="../diagrams/colors26.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016" y="729154"/>
            <a:ext cx="4342251" cy="3835655"/>
          </a:xfrm>
          <a:prstGeom prst="rect">
            <a:avLst/>
          </a:prstGeom>
        </p:spPr>
      </p:pic>
      <p:sp>
        <p:nvSpPr>
          <p:cNvPr id="5" name="TextBox 4"/>
          <p:cNvSpPr txBox="1"/>
          <p:nvPr/>
        </p:nvSpPr>
        <p:spPr>
          <a:xfrm>
            <a:off x="1738648" y="5164428"/>
            <a:ext cx="9298546" cy="1169551"/>
          </a:xfrm>
          <a:prstGeom prst="rect">
            <a:avLst/>
          </a:prstGeom>
          <a:noFill/>
        </p:spPr>
        <p:txBody>
          <a:bodyPr wrap="square" rtlCol="0">
            <a:spAutoFit/>
          </a:bodyPr>
          <a:lstStyle/>
          <a:p>
            <a:pPr algn="ctr"/>
            <a:r>
              <a:rPr lang="en-US" sz="3500" dirty="0" smtClean="0">
                <a:latin typeface="Segoe UI Semibold" panose="020B0702040204020203" pitchFamily="34" charset="0"/>
                <a:cs typeface="Segoe UI Semibold" panose="020B0702040204020203" pitchFamily="34" charset="0"/>
              </a:rPr>
              <a:t>Commercial </a:t>
            </a:r>
            <a:r>
              <a:rPr lang="en-US" sz="3500" dirty="0">
                <a:latin typeface="Segoe UI Semibold" panose="020B0702040204020203" pitchFamily="34" charset="0"/>
                <a:cs typeface="Segoe UI Semibold" panose="020B0702040204020203" pitchFamily="34" charset="0"/>
              </a:rPr>
              <a:t>Crime and Equipment Breakdown</a:t>
            </a:r>
          </a:p>
        </p:txBody>
      </p:sp>
    </p:spTree>
    <p:extLst>
      <p:ext uri="{BB962C8B-B14F-4D97-AF65-F5344CB8AC3E}">
        <p14:creationId xmlns:p14="http://schemas.microsoft.com/office/powerpoint/2010/main" val="248196187"/>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296" y="-7940"/>
            <a:ext cx="12141096"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2" name="TextBox 1"/>
          <p:cNvSpPr txBox="1"/>
          <p:nvPr/>
        </p:nvSpPr>
        <p:spPr>
          <a:xfrm>
            <a:off x="196209" y="6493359"/>
            <a:ext cx="11168994"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pic>
        <p:nvPicPr>
          <p:cNvPr id="12" name="Picture 1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3388" y="874717"/>
            <a:ext cx="9784261" cy="264653"/>
          </a:xfrm>
          <a:prstGeom prst="rect">
            <a:avLst/>
          </a:prstGeom>
        </p:spPr>
      </p:pic>
      <p:sp>
        <p:nvSpPr>
          <p:cNvPr id="13" name="TextBox 12"/>
          <p:cNvSpPr txBox="1"/>
          <p:nvPr/>
        </p:nvSpPr>
        <p:spPr>
          <a:xfrm>
            <a:off x="397563" y="228747"/>
            <a:ext cx="12141096"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smtClean="0">
                <a:solidFill>
                  <a:schemeClr val="tx1"/>
                </a:solidFill>
                <a:latin typeface="Segoe UI Semibold" panose="020B0702040204020203" pitchFamily="34" charset="0"/>
                <a:cs typeface="Segoe UI Semibold" panose="020B0702040204020203" pitchFamily="34" charset="0"/>
              </a:rPr>
              <a:t>Objectives	</a:t>
            </a: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14" name="TextBox 13"/>
          <p:cNvSpPr txBox="1"/>
          <p:nvPr/>
        </p:nvSpPr>
        <p:spPr>
          <a:xfrm>
            <a:off x="777922" y="1298672"/>
            <a:ext cx="10900638" cy="5170646"/>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overview on what is Commercial Crime Insurance and why it is required</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loss exposures covered under Crime policy and their corresponding Financial consequences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seven insuring agreements of Commercial Crime Coverage forms </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limits and rating factors applicable for the </a:t>
            </a:r>
            <a:r>
              <a:rPr lang="en-US" sz="2200" dirty="0" smtClean="0">
                <a:latin typeface="Segoe UI Light" panose="020B0502040204020203" pitchFamily="34" charset="0"/>
                <a:cs typeface="Arial" pitchFamily="34" charset="0"/>
              </a:rPr>
              <a:t>coverages</a:t>
            </a:r>
          </a:p>
          <a:p>
            <a:pPr marL="285750" indent="-285750" algn="just">
              <a:buFont typeface="Arial" panose="020B0604020202020204" pitchFamily="34" charset="0"/>
              <a:buChar char="•"/>
            </a:pPr>
            <a:r>
              <a:rPr lang="en-US" sz="2200" dirty="0" smtClean="0">
                <a:latin typeface="Segoe UI Light" panose="020B0502040204020203" pitchFamily="34" charset="0"/>
                <a:cs typeface="Arial" pitchFamily="34" charset="0"/>
              </a:rPr>
              <a:t>To provide an understanding on various exclusions</a:t>
            </a:r>
            <a:endParaRPr lang="en-US" sz="2200" dirty="0">
              <a:latin typeface="Segoe UI Light" panose="020B0502040204020203" pitchFamily="34" charset="0"/>
              <a:cs typeface="Arial" pitchFamily="34" charset="0"/>
            </a:endParaRP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ISO Forms by showing sample forms</a:t>
            </a:r>
          </a:p>
          <a:p>
            <a:pPr marL="285750" indent="-285750" algn="just">
              <a:buFont typeface="Arial" panose="020B0604020202020204" pitchFamily="34" charset="0"/>
              <a:buChar char="•"/>
            </a:pPr>
            <a:r>
              <a:rPr lang="en-US" sz="2200" dirty="0" smtClean="0">
                <a:latin typeface="Segoe UI Light" panose="020B0502040204020203" pitchFamily="34" charset="0"/>
                <a:cs typeface="Arial" pitchFamily="34" charset="0"/>
              </a:rPr>
              <a:t>To </a:t>
            </a:r>
            <a:r>
              <a:rPr lang="en-US" sz="2200" dirty="0">
                <a:latin typeface="Segoe UI Light" panose="020B0502040204020203" pitchFamily="34" charset="0"/>
                <a:cs typeface="Arial" pitchFamily="34" charset="0"/>
              </a:rPr>
              <a:t>provide an overview on what is Equipment Breakdown Insurance and why it is required</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overview on Insuring </a:t>
            </a:r>
            <a:r>
              <a:rPr lang="en-US" sz="2200" dirty="0" smtClean="0">
                <a:latin typeface="Segoe UI Light" panose="020B0502040204020203" pitchFamily="34" charset="0"/>
                <a:cs typeface="Arial" pitchFamily="34" charset="0"/>
              </a:rPr>
              <a:t>agreements </a:t>
            </a:r>
            <a:r>
              <a:rPr lang="en-US" sz="2200" dirty="0">
                <a:latin typeface="Segoe UI Light" panose="020B0502040204020203" pitchFamily="34" charset="0"/>
                <a:cs typeface="Arial" pitchFamily="34" charset="0"/>
              </a:rPr>
              <a:t>included in Equipment Breakdown coverage forms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how Equipment Breakdown Insurance is different from other Insurance</a:t>
            </a:r>
          </a:p>
          <a:p>
            <a:pPr algn="just"/>
            <a:endParaRPr lang="en-US" sz="2200" dirty="0">
              <a:latin typeface="Segoe UI Light" panose="020B0502040204020203" pitchFamily="34" charset="0"/>
              <a:cs typeface="Arial" pitchFamily="34" charset="0"/>
            </a:endParaRPr>
          </a:p>
        </p:txBody>
      </p:sp>
    </p:spTree>
    <p:extLst>
      <p:ext uri="{BB962C8B-B14F-4D97-AF65-F5344CB8AC3E}">
        <p14:creationId xmlns:p14="http://schemas.microsoft.com/office/powerpoint/2010/main" val="4145113748"/>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3058" y="850409"/>
            <a:ext cx="9804188" cy="264653"/>
          </a:xfrm>
          <a:prstGeom prst="rect">
            <a:avLst/>
          </a:prstGeom>
        </p:spPr>
      </p:pic>
      <p:sp>
        <p:nvSpPr>
          <p:cNvPr id="3" name="Rectangle 2"/>
          <p:cNvSpPr/>
          <p:nvPr/>
        </p:nvSpPr>
        <p:spPr>
          <a:xfrm>
            <a:off x="463058" y="35884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Content Placeholder 2"/>
          <p:cNvSpPr txBox="1">
            <a:spLocks/>
          </p:cNvSpPr>
          <p:nvPr/>
        </p:nvSpPr>
        <p:spPr bwMode="auto">
          <a:xfrm>
            <a:off x="463058" y="1474298"/>
            <a:ext cx="7425347" cy="5311981"/>
          </a:xfrm>
          <a:prstGeom prst="rect">
            <a:avLst/>
          </a:prstGeom>
          <a:noFill/>
          <a:ln>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2449" lvl="1" indent="-222449">
              <a:lnSpc>
                <a:spcPct val="90000"/>
              </a:lnSpc>
              <a:spcBef>
                <a:spcPts val="592"/>
              </a:spcBef>
              <a:spcAft>
                <a:spcPts val="592"/>
              </a:spcAft>
              <a:buClr>
                <a:srgbClr val="C00000"/>
              </a:buClr>
              <a:defRPr/>
            </a:pPr>
            <a:endParaRPr lang="en-US" sz="2467" b="1" dirty="0" smtClean="0">
              <a:solidFill>
                <a:srgbClr val="00B0F0"/>
              </a:solidFill>
              <a:latin typeface="Segoe UI Light" panose="020B0502040204020203" pitchFamily="34" charset="0"/>
              <a:cs typeface="Arial" pitchFamily="34" charset="0"/>
            </a:endParaRPr>
          </a:p>
          <a:p>
            <a:pPr marL="222449" lvl="1" indent="-222449">
              <a:lnSpc>
                <a:spcPct val="90000"/>
              </a:lnSpc>
              <a:spcBef>
                <a:spcPts val="592"/>
              </a:spcBef>
              <a:spcAft>
                <a:spcPts val="592"/>
              </a:spcAft>
              <a:buClr>
                <a:srgbClr val="C00000"/>
              </a:buClr>
              <a:defRPr/>
            </a:pPr>
            <a:endParaRPr lang="en-US" sz="2467" b="1" dirty="0">
              <a:solidFill>
                <a:srgbClr val="00B0F0"/>
              </a:solidFill>
              <a:latin typeface="Segoe UI Light" panose="020B0502040204020203" pitchFamily="34" charset="0"/>
              <a:cs typeface="Arial" pitchFamily="34" charset="0"/>
            </a:endParaRPr>
          </a:p>
          <a:p>
            <a:pPr marL="222449" lvl="1" indent="-222449">
              <a:lnSpc>
                <a:spcPct val="90000"/>
              </a:lnSpc>
              <a:spcBef>
                <a:spcPts val="592"/>
              </a:spcBef>
              <a:spcAft>
                <a:spcPts val="592"/>
              </a:spcAft>
              <a:buClr>
                <a:srgbClr val="C00000"/>
              </a:buClr>
              <a:defRPr/>
            </a:pPr>
            <a:r>
              <a:rPr lang="en-US" sz="2467" b="1" dirty="0" smtClean="0">
                <a:solidFill>
                  <a:srgbClr val="00B0F0"/>
                </a:solidFill>
                <a:latin typeface="Segoe UI Light" panose="020B0502040204020203" pitchFamily="34" charset="0"/>
                <a:cs typeface="Arial" pitchFamily="34" charset="0"/>
              </a:rPr>
              <a:t>What is Commercial Crime Insurance?</a:t>
            </a:r>
            <a:endParaRPr lang="en-US" sz="2467" b="1" dirty="0">
              <a:solidFill>
                <a:srgbClr val="00B0F0"/>
              </a:solidFill>
              <a:latin typeface="Segoe UI Light" panose="020B0502040204020203" pitchFamily="34" charset="0"/>
              <a:cs typeface="Arial" pitchFamily="34" charset="0"/>
            </a:endParaRPr>
          </a:p>
          <a:p>
            <a:pPr lvl="1">
              <a:spcBef>
                <a:spcPct val="20000"/>
              </a:spcBef>
              <a:buClr>
                <a:prstClr val="black"/>
              </a:buClr>
              <a:defRPr/>
            </a:pPr>
            <a:endParaRPr lang="en-US" dirty="0"/>
          </a:p>
          <a:p>
            <a:r>
              <a:rPr lang="en-US" sz="1600" dirty="0" smtClean="0"/>
              <a:t>	</a:t>
            </a:r>
            <a:r>
              <a:rPr lang="en-US" sz="1600" dirty="0" smtClean="0">
                <a:latin typeface="Segoe UI" panose="020B0502040204020203" pitchFamily="34" charset="0"/>
                <a:cs typeface="Segoe UI" panose="020B0502040204020203" pitchFamily="34" charset="0"/>
              </a:rPr>
              <a:t>Insurance </a:t>
            </a:r>
            <a:r>
              <a:rPr lang="en-US" sz="1600" dirty="0">
                <a:latin typeface="Segoe UI" panose="020B0502040204020203" pitchFamily="34" charset="0"/>
                <a:cs typeface="Segoe UI" panose="020B0502040204020203" pitchFamily="34" charset="0"/>
              </a:rPr>
              <a:t>that provides </a:t>
            </a:r>
            <a:r>
              <a:rPr lang="en-US" sz="1600" dirty="0" smtClean="0">
                <a:latin typeface="Segoe UI" panose="020B0502040204020203" pitchFamily="34" charset="0"/>
                <a:cs typeface="Segoe UI" panose="020B0502040204020203" pitchFamily="34" charset="0"/>
              </a:rPr>
              <a:t>coverage</a:t>
            </a:r>
            <a:r>
              <a:rPr lang="en-US" sz="1600" dirty="0">
                <a:latin typeface="Segoe UI" panose="020B0502040204020203" pitchFamily="34" charset="0"/>
                <a:cs typeface="Segoe UI" panose="020B0502040204020203" pitchFamily="34" charset="0"/>
              </a:rPr>
              <a:t> against crime by employees or </a:t>
            </a:r>
            <a:r>
              <a:rPr lang="en-US" sz="1600" dirty="0" smtClean="0">
                <a:latin typeface="Segoe UI" panose="020B0502040204020203" pitchFamily="34" charset="0"/>
                <a:cs typeface="Segoe UI" panose="020B0502040204020203" pitchFamily="34" charset="0"/>
              </a:rPr>
              <a:t>external 	entities </a:t>
            </a:r>
            <a:r>
              <a:rPr lang="en-US" sz="1600" dirty="0">
                <a:latin typeface="Segoe UI" panose="020B0502040204020203" pitchFamily="34" charset="0"/>
                <a:cs typeface="Segoe UI" panose="020B0502040204020203" pitchFamily="34" charset="0"/>
              </a:rPr>
              <a:t>to protect businesses against financial </a:t>
            </a:r>
            <a:r>
              <a:rPr lang="en-US" sz="1600" dirty="0" smtClean="0">
                <a:latin typeface="Segoe UI" panose="020B0502040204020203" pitchFamily="34" charset="0"/>
                <a:cs typeface="Segoe UI" panose="020B0502040204020203" pitchFamily="34" charset="0"/>
              </a:rPr>
              <a:t>Loss. It </a:t>
            </a:r>
            <a:r>
              <a:rPr lang="en-US" sz="1600" dirty="0">
                <a:latin typeface="Segoe UI" panose="020B0502040204020203" pitchFamily="34" charset="0"/>
                <a:cs typeface="Segoe UI" panose="020B0502040204020203" pitchFamily="34" charset="0"/>
              </a:rPr>
              <a:t>i</a:t>
            </a:r>
            <a:r>
              <a:rPr lang="en-US" sz="1600" dirty="0" smtClean="0">
                <a:latin typeface="Segoe UI" panose="020B0502040204020203" pitchFamily="34" charset="0"/>
                <a:cs typeface="Segoe UI" panose="020B0502040204020203" pitchFamily="34" charset="0"/>
              </a:rPr>
              <a:t>ncludes the following:</a:t>
            </a:r>
          </a:p>
          <a:p>
            <a:endParaRPr lang="en-US" sz="1600" dirty="0" smtClean="0">
              <a:latin typeface="Segoe UI" panose="020B0502040204020203" pitchFamily="34" charset="0"/>
              <a:cs typeface="Segoe UI" panose="020B0502040204020203" pitchFamily="34" charset="0"/>
            </a:endParaRP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Money and securities against numerous perils</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Property other than money and securities against crime perils such as employee theft, robbery, theft by outsiders and extortion</a:t>
            </a:r>
          </a:p>
          <a:p>
            <a:pPr lvl="1"/>
            <a:endParaRPr lang="en-US" sz="1600" dirty="0">
              <a:solidFill>
                <a:prstClr val="black"/>
              </a:solidFill>
            </a:endParaRPr>
          </a:p>
          <a:p>
            <a:endParaRPr lang="en-US" sz="1600" dirty="0" smtClean="0"/>
          </a:p>
        </p:txBody>
      </p:sp>
      <p:graphicFrame>
        <p:nvGraphicFramePr>
          <p:cNvPr id="9" name="Diagram 8"/>
          <p:cNvGraphicFramePr/>
          <p:nvPr>
            <p:extLst>
              <p:ext uri="{D42A27DB-BD31-4B8C-83A1-F6EECF244321}">
                <p14:modId xmlns:p14="http://schemas.microsoft.com/office/powerpoint/2010/main" val="164497599"/>
              </p:ext>
            </p:extLst>
          </p:nvPr>
        </p:nvGraphicFramePr>
        <p:xfrm>
          <a:off x="8257930" y="1309160"/>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2986950205"/>
              </p:ext>
            </p:extLst>
          </p:nvPr>
        </p:nvGraphicFramePr>
        <p:xfrm>
          <a:off x="8257930" y="3453076"/>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p:cNvGraphicFramePr/>
          <p:nvPr>
            <p:extLst>
              <p:ext uri="{D42A27DB-BD31-4B8C-83A1-F6EECF244321}">
                <p14:modId xmlns:p14="http://schemas.microsoft.com/office/powerpoint/2010/main" val="50676151"/>
              </p:ext>
            </p:extLst>
          </p:nvPr>
        </p:nvGraphicFramePr>
        <p:xfrm>
          <a:off x="8260503" y="5576553"/>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084811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87640402"/>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463058" y="1609898"/>
            <a:ext cx="6096000" cy="2441759"/>
          </a:xfrm>
          <a:prstGeom prst="rect">
            <a:avLst/>
          </a:prstGeom>
        </p:spPr>
        <p:txBody>
          <a:bodyPr wrap="square">
            <a:spAutoFit/>
          </a:bodyPr>
          <a:lstStyle/>
          <a:p>
            <a:pPr lvl="2"/>
            <a:r>
              <a:rPr lang="en-US" sz="2467" b="1" dirty="0">
                <a:solidFill>
                  <a:srgbClr val="00B0F0"/>
                </a:solidFill>
                <a:latin typeface="Segoe UI Light" panose="020B0502040204020203" pitchFamily="34" charset="0"/>
                <a:cs typeface="Arial" pitchFamily="34" charset="0"/>
              </a:rPr>
              <a:t>Loss Exposures: </a:t>
            </a:r>
          </a:p>
          <a:p>
            <a:pPr marL="1200150" lvl="2" indent="-285750">
              <a:buFont typeface="Wingdings" panose="05000000000000000000" pitchFamily="2" charset="2"/>
              <a:buChar char="v"/>
            </a:pPr>
            <a:endParaRPr lang="en-US" sz="1600" dirty="0">
              <a:solidFill>
                <a:prstClr val="black"/>
              </a:solidFill>
            </a:endParaRPr>
          </a:p>
          <a:p>
            <a:pPr marL="1200150" lvl="2" indent="-285750">
              <a:buFont typeface="Wingdings" panose="05000000000000000000" pitchFamily="2" charset="2"/>
              <a:buChar char="v"/>
            </a:pPr>
            <a:r>
              <a:rPr lang="en-US" sz="1600" dirty="0" smtClean="0">
                <a:solidFill>
                  <a:prstClr val="black"/>
                </a:solidFill>
                <a:latin typeface="Segoe UI" panose="020B0502040204020203" pitchFamily="34" charset="0"/>
                <a:cs typeface="Segoe UI" panose="020B0502040204020203" pitchFamily="34" charset="0"/>
              </a:rPr>
              <a:t>An </a:t>
            </a:r>
            <a:r>
              <a:rPr lang="en-US" sz="1600" dirty="0">
                <a:solidFill>
                  <a:prstClr val="black"/>
                </a:solidFill>
                <a:latin typeface="Segoe UI" panose="020B0502040204020203" pitchFamily="34" charset="0"/>
                <a:cs typeface="Segoe UI" panose="020B0502040204020203" pitchFamily="34" charset="0"/>
              </a:rPr>
              <a:t>organization’s property is exposure to numerous crime related loss exposures:</a:t>
            </a:r>
          </a:p>
          <a:p>
            <a:pPr marL="1657350" lvl="3"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Robbery</a:t>
            </a:r>
          </a:p>
          <a:p>
            <a:pPr marL="1657350" lvl="3"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Burglary </a:t>
            </a:r>
          </a:p>
          <a:p>
            <a:pPr marL="1657350" lvl="3"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Forgery</a:t>
            </a:r>
          </a:p>
          <a:p>
            <a:pPr marL="1657350" lvl="3"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Credit card fraud</a:t>
            </a:r>
          </a:p>
          <a:p>
            <a:pPr marL="1657350" lvl="3"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Computer fraud</a:t>
            </a:r>
            <a:r>
              <a:rPr lang="en-US" sz="1600" dirty="0"/>
              <a:t>	</a:t>
            </a:r>
            <a:endParaRPr lang="en-US" sz="1600" dirty="0">
              <a:solidFill>
                <a:prstClr val="black"/>
              </a:solidFill>
            </a:endParaRPr>
          </a:p>
        </p:txBody>
      </p:sp>
      <p:pic>
        <p:nvPicPr>
          <p:cNvPr id="7" name="Picture 6"/>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3058" y="850409"/>
            <a:ext cx="9804188" cy="264653"/>
          </a:xfrm>
          <a:prstGeom prst="rect">
            <a:avLst/>
          </a:prstGeom>
        </p:spPr>
      </p:pic>
      <p:sp>
        <p:nvSpPr>
          <p:cNvPr id="8" name="Rectangle 7"/>
          <p:cNvSpPr/>
          <p:nvPr/>
        </p:nvSpPr>
        <p:spPr>
          <a:xfrm>
            <a:off x="463058" y="35884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9" name="Rectangle 8"/>
          <p:cNvSpPr/>
          <p:nvPr/>
        </p:nvSpPr>
        <p:spPr>
          <a:xfrm>
            <a:off x="463058" y="358846"/>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pic>
        <p:nvPicPr>
          <p:cNvPr id="10" name="Picture 9"/>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3058" y="864243"/>
            <a:ext cx="9804188" cy="264653"/>
          </a:xfrm>
          <a:prstGeom prst="rect">
            <a:avLst/>
          </a:prstGeom>
        </p:spPr>
      </p:pic>
      <p:sp>
        <p:nvSpPr>
          <p:cNvPr id="11" name="Rectangle 10"/>
          <p:cNvSpPr/>
          <p:nvPr/>
        </p:nvSpPr>
        <p:spPr>
          <a:xfrm>
            <a:off x="463058" y="372680"/>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graphicFrame>
        <p:nvGraphicFramePr>
          <p:cNvPr id="13" name="Diagram 12"/>
          <p:cNvGraphicFramePr/>
          <p:nvPr>
            <p:extLst>
              <p:ext uri="{D42A27DB-BD31-4B8C-83A1-F6EECF244321}">
                <p14:modId xmlns:p14="http://schemas.microsoft.com/office/powerpoint/2010/main" val="1601204176"/>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37205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990672851"/>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3058" y="864243"/>
            <a:ext cx="9804188" cy="264653"/>
          </a:xfrm>
          <a:prstGeom prst="rect">
            <a:avLst/>
          </a:prstGeom>
        </p:spPr>
      </p:pic>
      <p:sp>
        <p:nvSpPr>
          <p:cNvPr id="6" name="Rectangle 5"/>
          <p:cNvSpPr/>
          <p:nvPr/>
        </p:nvSpPr>
        <p:spPr>
          <a:xfrm>
            <a:off x="463058" y="372680"/>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Rectangle 6"/>
          <p:cNvSpPr/>
          <p:nvPr/>
        </p:nvSpPr>
        <p:spPr>
          <a:xfrm>
            <a:off x="836187" y="1128896"/>
            <a:ext cx="6533604" cy="5396414"/>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Insuring agreements:</a:t>
            </a:r>
          </a:p>
          <a:p>
            <a:endParaRPr lang="en-US" sz="1600" dirty="0"/>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Employee theft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“Theft”  of “money”, “securities” and “other property” committed by an “employee” in the territory of US or temporarily outside for 90 days “Forgery” by an employee is also covered</a:t>
            </a:r>
          </a:p>
          <a:p>
            <a:pPr lvl="1"/>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Forgery or alteration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“Forgery” and alteration of checks, drafts etc. drawn by the insured or his agent anywhere in the world. Forgery by an employee is excluded </a:t>
            </a: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Inside the premises – Theft of money and securities</a:t>
            </a:r>
            <a:r>
              <a:rPr lang="en-US" sz="1600" dirty="0">
                <a:solidFill>
                  <a:prstClr val="black"/>
                </a:solidFill>
                <a:latin typeface="Segoe UI" panose="020B0502040204020203" pitchFamily="34" charset="0"/>
                <a:cs typeface="Segoe UI" panose="020B0502040204020203" pitchFamily="34" charset="0"/>
              </a:rPr>
              <a:t>: “Theft”, disappearance or destruction of money &amp; securities, damage to the premises, damage or loss to locked safe, vaults because of the thief’s presence inside the premises</a:t>
            </a: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Inside the premises – Robbery or Safe burglary of other property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Loss due to actual or attempted “robbery” of a “custodian” to other tangible property inside the premises, damages to the locked safe, vaults inside the premises and also the damage to the premises</a:t>
            </a:r>
            <a:endParaRPr lang="en-US" sz="1600" dirty="0">
              <a:latin typeface="Segoe UI" panose="020B0502040204020203" pitchFamily="34" charset="0"/>
              <a:cs typeface="Segoe UI" panose="020B0502040204020203" pitchFamily="34" charset="0"/>
            </a:endParaRPr>
          </a:p>
        </p:txBody>
      </p:sp>
      <p:graphicFrame>
        <p:nvGraphicFramePr>
          <p:cNvPr id="9" name="Diagram 8"/>
          <p:cNvGraphicFramePr/>
          <p:nvPr>
            <p:extLst>
              <p:ext uri="{D42A27DB-BD31-4B8C-83A1-F6EECF244321}">
                <p14:modId xmlns:p14="http://schemas.microsoft.com/office/powerpoint/2010/main" val="1775201914"/>
              </p:ext>
            </p:extLst>
          </p:nvPr>
        </p:nvGraphicFramePr>
        <p:xfrm>
          <a:off x="8109369" y="3425781"/>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p:cNvGraphicFramePr/>
          <p:nvPr>
            <p:extLst>
              <p:ext uri="{D42A27DB-BD31-4B8C-83A1-F6EECF244321}">
                <p14:modId xmlns:p14="http://schemas.microsoft.com/office/powerpoint/2010/main" val="4102241618"/>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295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176890944"/>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3058" y="864243"/>
            <a:ext cx="9804188" cy="264653"/>
          </a:xfrm>
          <a:prstGeom prst="rect">
            <a:avLst/>
          </a:prstGeom>
        </p:spPr>
      </p:pic>
      <p:sp>
        <p:nvSpPr>
          <p:cNvPr id="6" name="Rectangle 5"/>
          <p:cNvSpPr/>
          <p:nvPr/>
        </p:nvSpPr>
        <p:spPr>
          <a:xfrm>
            <a:off x="463058" y="31302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Rectangle 6"/>
          <p:cNvSpPr/>
          <p:nvPr/>
        </p:nvSpPr>
        <p:spPr>
          <a:xfrm>
            <a:off x="463058" y="1281864"/>
            <a:ext cx="7070505" cy="3539430"/>
          </a:xfrm>
          <a:prstGeom prst="rect">
            <a:avLst/>
          </a:prstGeom>
        </p:spPr>
        <p:txBody>
          <a:bodyPr wrap="square">
            <a:spAutoFit/>
          </a:bodyPr>
          <a:lstStyle/>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Outside the premises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“Theft”, disappearance &amp; destruction of “money” and “securities”  and actual or attempted “robbery” of “other property” outside the premises under the custody of a messenger or an armored car inside the territories of the US</a:t>
            </a:r>
          </a:p>
          <a:p>
            <a:pPr lvl="1"/>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Computer and funds transfer fraud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Usage of computer to fraudulently cause a transfer of “money”, “securities” and “other property” and fraudulent instruction directing the financial institution to debit “money” and “securities” from the insured’s account anywhere in the world </a:t>
            </a:r>
          </a:p>
          <a:p>
            <a:pPr lvl="1"/>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Money orders and counterfeit money </a:t>
            </a:r>
            <a:r>
              <a:rPr lang="en-US" sz="1600" dirty="0">
                <a:latin typeface="Segoe UI" panose="020B0502040204020203" pitchFamily="34" charset="0"/>
                <a:cs typeface="Segoe UI" panose="020B0502040204020203" pitchFamily="34" charset="0"/>
              </a:rPr>
              <a:t>- </a:t>
            </a:r>
            <a:r>
              <a:rPr lang="en-US" sz="1600" dirty="0">
                <a:solidFill>
                  <a:prstClr val="black"/>
                </a:solidFill>
                <a:latin typeface="Segoe UI" panose="020B0502040204020203" pitchFamily="34" charset="0"/>
                <a:cs typeface="Segoe UI" panose="020B0502040204020203" pitchFamily="34" charset="0"/>
              </a:rPr>
              <a:t>Acceptance of money orders, counterfeit money under good-faith within the territory of the US</a:t>
            </a:r>
            <a:endParaRPr lang="en-US" sz="1600" dirty="0">
              <a:latin typeface="Segoe UI" panose="020B0502040204020203" pitchFamily="34" charset="0"/>
              <a:cs typeface="Segoe UI" panose="020B0502040204020203" pitchFamily="34" charset="0"/>
            </a:endParaRPr>
          </a:p>
        </p:txBody>
      </p:sp>
      <p:graphicFrame>
        <p:nvGraphicFramePr>
          <p:cNvPr id="8" name="Diagram 7"/>
          <p:cNvGraphicFramePr/>
          <p:nvPr>
            <p:extLst>
              <p:ext uri="{D42A27DB-BD31-4B8C-83A1-F6EECF244321}">
                <p14:modId xmlns:p14="http://schemas.microsoft.com/office/powerpoint/2010/main" val="4071030207"/>
              </p:ext>
            </p:extLst>
          </p:nvPr>
        </p:nvGraphicFramePr>
        <p:xfrm>
          <a:off x="8109370" y="3453076"/>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p:cNvGraphicFramePr/>
          <p:nvPr>
            <p:extLst>
              <p:ext uri="{D42A27DB-BD31-4B8C-83A1-F6EECF244321}">
                <p14:modId xmlns:p14="http://schemas.microsoft.com/office/powerpoint/2010/main" val="1442072816"/>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705596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730171747"/>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63058" y="864243"/>
            <a:ext cx="9804188" cy="264653"/>
          </a:xfrm>
          <a:prstGeom prst="rect">
            <a:avLst/>
          </a:prstGeom>
        </p:spPr>
      </p:pic>
      <p:sp>
        <p:nvSpPr>
          <p:cNvPr id="6" name="Rectangle 5"/>
          <p:cNvSpPr/>
          <p:nvPr/>
        </p:nvSpPr>
        <p:spPr>
          <a:xfrm>
            <a:off x="463058" y="31302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Rectangle 6"/>
          <p:cNvSpPr/>
          <p:nvPr/>
        </p:nvSpPr>
        <p:spPr>
          <a:xfrm>
            <a:off x="1" y="1452228"/>
            <a:ext cx="8109370" cy="5283626"/>
          </a:xfrm>
          <a:prstGeom prst="rect">
            <a:avLst/>
          </a:prstGeom>
        </p:spPr>
        <p:txBody>
          <a:bodyPr wrap="square">
            <a:spAutoFit/>
          </a:bodyPr>
          <a:lstStyle/>
          <a:p>
            <a:pPr lvl="1"/>
            <a:r>
              <a:rPr lang="en-US" sz="2467" b="1" dirty="0">
                <a:solidFill>
                  <a:srgbClr val="00B0F0"/>
                </a:solidFill>
                <a:latin typeface="Segoe UI Light" panose="020B0502040204020203" pitchFamily="34" charset="0"/>
                <a:cs typeface="Arial" pitchFamily="34" charset="0"/>
              </a:rPr>
              <a:t>Limits</a:t>
            </a:r>
            <a:r>
              <a:rPr lang="en-US" sz="1600" b="1" dirty="0" smtClean="0">
                <a:solidFill>
                  <a:srgbClr val="00B0F0"/>
                </a:solidFill>
                <a:latin typeface="Segoe UI" panose="020B0502040204020203" pitchFamily="34" charset="0"/>
                <a:cs typeface="Segoe UI" panose="020B0502040204020203" pitchFamily="34" charset="0"/>
              </a:rPr>
              <a:t> : </a:t>
            </a:r>
            <a:endParaRPr lang="en-US" sz="1600" b="1" dirty="0">
              <a:solidFill>
                <a:srgbClr val="00B0F0"/>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Separate </a:t>
            </a:r>
            <a:r>
              <a:rPr lang="en-US" sz="1600" dirty="0">
                <a:latin typeface="Segoe UI" panose="020B0502040204020203" pitchFamily="34" charset="0"/>
                <a:cs typeface="Segoe UI" panose="020B0502040204020203" pitchFamily="34" charset="0"/>
              </a:rPr>
              <a:t>limits may apply for each insuring agreement. If a loss is covered in more than one insuring agreement, the insurer will pay no more than the highest limit of the insuring agreements that apply</a:t>
            </a:r>
          </a:p>
          <a:p>
            <a:pPr marL="742950" lvl="1"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An “occurrence” includes an individual act, the combined total of all separate acts or a series of acts</a:t>
            </a:r>
          </a:p>
          <a:p>
            <a:pPr marL="742950" lvl="1"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Payment is made per occurrence basis</a:t>
            </a:r>
          </a:p>
          <a:p>
            <a:pPr lvl="1"/>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Special </a:t>
            </a:r>
            <a:r>
              <a:rPr lang="en-US" sz="1600" dirty="0">
                <a:latin typeface="Segoe UI" panose="020B0502040204020203" pitchFamily="34" charset="0"/>
                <a:cs typeface="Segoe UI" panose="020B0502040204020203" pitchFamily="34" charset="0"/>
              </a:rPr>
              <a:t>limits of insurance is provided for </a:t>
            </a:r>
            <a:r>
              <a:rPr lang="en-US" sz="1600" dirty="0" smtClean="0">
                <a:latin typeface="Segoe UI" panose="020B0502040204020203" pitchFamily="34" charset="0"/>
                <a:cs typeface="Segoe UI" panose="020B0502040204020203" pitchFamily="34" charset="0"/>
              </a:rPr>
              <a:t>: </a:t>
            </a:r>
            <a:endParaRPr lang="en-US" sz="1600" dirty="0">
              <a:latin typeface="Segoe UI" panose="020B0502040204020203" pitchFamily="34" charset="0"/>
              <a:cs typeface="Segoe UI" panose="020B0502040204020203" pitchFamily="34" charset="0"/>
            </a:endParaRPr>
          </a:p>
          <a:p>
            <a:pPr marL="1143000" lvl="2" indent="-228600">
              <a:buAutoNum type="arabicPeriod"/>
            </a:pPr>
            <a:r>
              <a:rPr lang="en-US" sz="1600" dirty="0">
                <a:latin typeface="Segoe UI" panose="020B0502040204020203" pitchFamily="34" charset="0"/>
                <a:cs typeface="Segoe UI" panose="020B0502040204020203" pitchFamily="34" charset="0"/>
              </a:rPr>
              <a:t>Precious metals, stone, pearls furs</a:t>
            </a:r>
          </a:p>
          <a:p>
            <a:pPr marL="1143000" lvl="2" indent="-228600">
              <a:buAutoNum type="arabicPeriod"/>
            </a:pPr>
            <a:r>
              <a:rPr lang="en-US" sz="1600" dirty="0">
                <a:latin typeface="Segoe UI" panose="020B0502040204020203" pitchFamily="34" charset="0"/>
                <a:cs typeface="Segoe UI" panose="020B0502040204020203" pitchFamily="34" charset="0"/>
              </a:rPr>
              <a:t>Manuscripts, drawings or records</a:t>
            </a:r>
          </a:p>
          <a:p>
            <a:pPr marL="1200150" lvl="2"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Inside the premises – robbery and safe burglary of other property </a:t>
            </a:r>
            <a:r>
              <a:rPr lang="en-US" sz="1600" dirty="0">
                <a:latin typeface="Segoe UI" panose="020B0502040204020203" pitchFamily="34" charset="0"/>
                <a:cs typeface="Segoe UI" panose="020B0502040204020203" pitchFamily="34" charset="0"/>
              </a:rPr>
              <a:t>- </a:t>
            </a:r>
            <a:r>
              <a:rPr lang="en-US" sz="1600" b="1" dirty="0">
                <a:latin typeface="Segoe UI" panose="020B0502040204020203" pitchFamily="34" charset="0"/>
                <a:cs typeface="Segoe UI" panose="020B0502040204020203" pitchFamily="34" charset="0"/>
              </a:rPr>
              <a:t>$ 5,000 per occurrence </a:t>
            </a:r>
            <a:r>
              <a:rPr lang="en-US" sz="1600" dirty="0">
                <a:latin typeface="Segoe UI" panose="020B0502040204020203" pitchFamily="34" charset="0"/>
                <a:cs typeface="Segoe UI" panose="020B0502040204020203" pitchFamily="34" charset="0"/>
              </a:rPr>
              <a:t>for 1 and 2</a:t>
            </a:r>
          </a:p>
          <a:p>
            <a:pPr marL="1200150" lvl="2"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Outside the premises </a:t>
            </a:r>
            <a:r>
              <a:rPr lang="en-US" sz="1600" dirty="0">
                <a:latin typeface="Segoe UI" panose="020B0502040204020203" pitchFamily="34" charset="0"/>
                <a:cs typeface="Segoe UI" panose="020B0502040204020203" pitchFamily="34" charset="0"/>
              </a:rPr>
              <a:t>- </a:t>
            </a:r>
            <a:r>
              <a:rPr lang="en-US" sz="1600" b="1" dirty="0">
                <a:latin typeface="Segoe UI" panose="020B0502040204020203" pitchFamily="34" charset="0"/>
                <a:cs typeface="Segoe UI" panose="020B0502040204020203" pitchFamily="34" charset="0"/>
              </a:rPr>
              <a:t>$ 5,000 per occurrence </a:t>
            </a:r>
            <a:r>
              <a:rPr lang="en-US" sz="1600" dirty="0">
                <a:latin typeface="Segoe UI" panose="020B0502040204020203" pitchFamily="34" charset="0"/>
                <a:cs typeface="Segoe UI" panose="020B0502040204020203" pitchFamily="34" charset="0"/>
              </a:rPr>
              <a:t>for 1 and 2</a:t>
            </a:r>
          </a:p>
          <a:p>
            <a:pPr marL="1200150" lvl="2"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Computer and funds transfer fraud coverage </a:t>
            </a:r>
            <a:r>
              <a:rPr lang="en-US" sz="1600" dirty="0">
                <a:latin typeface="Segoe UI" panose="020B0502040204020203" pitchFamily="34" charset="0"/>
                <a:cs typeface="Segoe UI" panose="020B0502040204020203" pitchFamily="34" charset="0"/>
              </a:rPr>
              <a:t>- </a:t>
            </a:r>
            <a:r>
              <a:rPr lang="en-US" sz="1600" b="1" dirty="0">
                <a:latin typeface="Segoe UI" panose="020B0502040204020203" pitchFamily="34" charset="0"/>
                <a:cs typeface="Segoe UI" panose="020B0502040204020203" pitchFamily="34" charset="0"/>
              </a:rPr>
              <a:t>$ 5,000 per occurrence </a:t>
            </a:r>
            <a:r>
              <a:rPr lang="en-US" sz="1600" dirty="0">
                <a:latin typeface="Segoe UI" panose="020B0502040204020203" pitchFamily="34" charset="0"/>
                <a:cs typeface="Segoe UI" panose="020B0502040204020203" pitchFamily="34" charset="0"/>
              </a:rPr>
              <a:t>for 2</a:t>
            </a:r>
          </a:p>
          <a:p>
            <a:pPr marL="1200150" lvl="2"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r>
              <a:rPr lang="en-US" sz="2467" b="1" dirty="0" smtClean="0">
                <a:solidFill>
                  <a:srgbClr val="00B0F0"/>
                </a:solidFill>
                <a:latin typeface="Segoe UI Light" panose="020B0502040204020203" pitchFamily="34" charset="0"/>
                <a:cs typeface="Arial" pitchFamily="34" charset="0"/>
              </a:rPr>
              <a:t>     Deductible</a:t>
            </a:r>
            <a:endParaRPr lang="en-US" sz="2467" b="1" dirty="0">
              <a:solidFill>
                <a:srgbClr val="00B0F0"/>
              </a:solidFill>
              <a:latin typeface="Segoe UI Light" panose="020B0502040204020203" pitchFamily="34" charset="0"/>
              <a:cs typeface="Arial" pitchFamily="34" charset="0"/>
            </a:endParaRPr>
          </a:p>
          <a:p>
            <a:pPr marL="742950" lvl="1"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Loss will be paid only for the amount in excess of deductible</a:t>
            </a:r>
          </a:p>
        </p:txBody>
      </p:sp>
      <p:graphicFrame>
        <p:nvGraphicFramePr>
          <p:cNvPr id="8" name="Diagram 7"/>
          <p:cNvGraphicFramePr/>
          <p:nvPr>
            <p:extLst>
              <p:ext uri="{D42A27DB-BD31-4B8C-83A1-F6EECF244321}">
                <p14:modId xmlns:p14="http://schemas.microsoft.com/office/powerpoint/2010/main" val="1296545750"/>
              </p:ext>
            </p:extLst>
          </p:nvPr>
        </p:nvGraphicFramePr>
        <p:xfrm>
          <a:off x="8247435" y="1618416"/>
          <a:ext cx="3763493" cy="240266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9" name="Diagram 8"/>
          <p:cNvGraphicFramePr/>
          <p:nvPr>
            <p:extLst>
              <p:ext uri="{D42A27DB-BD31-4B8C-83A1-F6EECF244321}">
                <p14:modId xmlns:p14="http://schemas.microsoft.com/office/powerpoint/2010/main" val="238515427"/>
              </p:ext>
            </p:extLst>
          </p:nvPr>
        </p:nvGraphicFramePr>
        <p:xfrm>
          <a:off x="8247435" y="3789628"/>
          <a:ext cx="3763493" cy="231883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pic>
        <p:nvPicPr>
          <p:cNvPr id="10" name="Picture 9"/>
          <p:cNvPicPr>
            <a:picLocks noChangeAspect="1"/>
          </p:cNvPicPr>
          <p:nvPr/>
        </p:nvPicPr>
        <p:blipFill>
          <a:blip r:embed="rId19"/>
          <a:stretch>
            <a:fillRect/>
          </a:stretch>
        </p:blipFill>
        <p:spPr>
          <a:xfrm>
            <a:off x="5274310" y="3063322"/>
            <a:ext cx="2973125" cy="1583142"/>
          </a:xfrm>
          <a:prstGeom prst="rect">
            <a:avLst/>
          </a:prstGeom>
        </p:spPr>
      </p:pic>
      <p:graphicFrame>
        <p:nvGraphicFramePr>
          <p:cNvPr id="13" name="Diagram 12"/>
          <p:cNvGraphicFramePr/>
          <p:nvPr>
            <p:extLst>
              <p:ext uri="{D42A27DB-BD31-4B8C-83A1-F6EECF244321}">
                <p14:modId xmlns:p14="http://schemas.microsoft.com/office/powerpoint/2010/main" val="2263294409"/>
              </p:ext>
            </p:extLst>
          </p:nvPr>
        </p:nvGraphicFramePr>
        <p:xfrm>
          <a:off x="8247436" y="5866799"/>
          <a:ext cx="3763492" cy="845779"/>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Tree>
    <p:extLst>
      <p:ext uri="{BB962C8B-B14F-4D97-AF65-F5344CB8AC3E}">
        <p14:creationId xmlns:p14="http://schemas.microsoft.com/office/powerpoint/2010/main" val="1082975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81009942"/>
              </p:ext>
            </p:extLst>
          </p:nvPr>
        </p:nvGraphicFramePr>
        <p:xfrm>
          <a:off x="8379645" y="1476020"/>
          <a:ext cx="3763493" cy="2402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1566916655"/>
              </p:ext>
            </p:extLst>
          </p:nvPr>
        </p:nvGraphicFramePr>
        <p:xfrm>
          <a:off x="8379645" y="3647232"/>
          <a:ext cx="3763493" cy="23188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63058" y="864243"/>
            <a:ext cx="9804188" cy="264653"/>
          </a:xfrm>
          <a:prstGeom prst="rect">
            <a:avLst/>
          </a:prstGeom>
        </p:spPr>
      </p:pic>
      <p:sp>
        <p:nvSpPr>
          <p:cNvPr id="5" name="Rectangle 4"/>
          <p:cNvSpPr/>
          <p:nvPr/>
        </p:nvSpPr>
        <p:spPr>
          <a:xfrm>
            <a:off x="463058" y="31302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6" name="Rectangle 5"/>
          <p:cNvSpPr/>
          <p:nvPr/>
        </p:nvSpPr>
        <p:spPr>
          <a:xfrm>
            <a:off x="859809" y="1478991"/>
            <a:ext cx="6946710" cy="2195537"/>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Forms</a:t>
            </a:r>
            <a:r>
              <a:rPr lang="en-US" sz="1600" dirty="0" smtClean="0">
                <a:latin typeface="Segoe UI" panose="020B0502040204020203" pitchFamily="34" charset="0"/>
                <a:cs typeface="Segoe UI" panose="020B0502040204020203" pitchFamily="34" charset="0"/>
              </a:rPr>
              <a:t>: </a:t>
            </a:r>
          </a:p>
          <a:p>
            <a:endParaRPr lang="en-US" sz="1600" dirty="0" smtClean="0">
              <a:latin typeface="Segoe UI" panose="020B0502040204020203" pitchFamily="34" charset="0"/>
              <a:cs typeface="Segoe UI" panose="020B0502040204020203" pitchFamily="34" charset="0"/>
            </a:endParaRPr>
          </a:p>
          <a:p>
            <a:r>
              <a:rPr lang="en-US" sz="1600" dirty="0" smtClean="0">
                <a:latin typeface="Segoe UI" panose="020B0502040204020203" pitchFamily="34" charset="0"/>
                <a:cs typeface="Segoe UI" panose="020B0502040204020203" pitchFamily="34" charset="0"/>
              </a:rPr>
              <a:t>It </a:t>
            </a:r>
            <a:r>
              <a:rPr lang="en-US" sz="1600" dirty="0">
                <a:latin typeface="Segoe UI" panose="020B0502040204020203" pitchFamily="34" charset="0"/>
                <a:cs typeface="Segoe UI" panose="020B0502040204020203" pitchFamily="34" charset="0"/>
              </a:rPr>
              <a:t>is issued in two forms:</a:t>
            </a: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Discovery Form: </a:t>
            </a:r>
            <a:r>
              <a:rPr lang="en-US" sz="1600" dirty="0">
                <a:latin typeface="Segoe UI" panose="020B0502040204020203" pitchFamily="34" charset="0"/>
                <a:cs typeface="Segoe UI" panose="020B0502040204020203" pitchFamily="34" charset="0"/>
              </a:rPr>
              <a:t>Covers losses discovered during policy period even </a:t>
            </a:r>
            <a:r>
              <a:rPr lang="en-US" sz="1600" b="1" dirty="0">
                <a:latin typeface="Segoe UI" panose="020B0502040204020203" pitchFamily="34" charset="0"/>
                <a:cs typeface="Segoe UI" panose="020B0502040204020203" pitchFamily="34" charset="0"/>
              </a:rPr>
              <a:t>though they may have occurred before the policy period</a:t>
            </a: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Loss Sustained Form: </a:t>
            </a:r>
            <a:r>
              <a:rPr lang="en-US" sz="1600" dirty="0">
                <a:latin typeface="Segoe UI" panose="020B0502040204020203" pitchFamily="34" charset="0"/>
                <a:cs typeface="Segoe UI" panose="020B0502040204020203" pitchFamily="34" charset="0"/>
              </a:rPr>
              <a:t>Covers losses actually sustained during the policy period and </a:t>
            </a:r>
            <a:r>
              <a:rPr lang="en-US" sz="1600" b="1" dirty="0">
                <a:latin typeface="Segoe UI" panose="020B0502040204020203" pitchFamily="34" charset="0"/>
                <a:cs typeface="Segoe UI" panose="020B0502040204020203" pitchFamily="34" charset="0"/>
              </a:rPr>
              <a:t>discovered no later than one year after policy </a:t>
            </a:r>
            <a:r>
              <a:rPr lang="en-US" sz="1600" b="1" dirty="0" smtClean="0">
                <a:latin typeface="Segoe UI" panose="020B0502040204020203" pitchFamily="34" charset="0"/>
                <a:cs typeface="Segoe UI" panose="020B0502040204020203" pitchFamily="34" charset="0"/>
              </a:rPr>
              <a:t>expiration</a:t>
            </a:r>
            <a:endParaRPr lang="en-US" sz="1600" b="1" dirty="0">
              <a:latin typeface="Segoe UI" panose="020B0502040204020203" pitchFamily="34" charset="0"/>
              <a:cs typeface="Segoe UI" panose="020B0502040204020203" pitchFamily="34" charset="0"/>
            </a:endParaRPr>
          </a:p>
        </p:txBody>
      </p:sp>
      <p:pic>
        <p:nvPicPr>
          <p:cNvPr id="13" name="Picture 12"/>
          <p:cNvPicPr/>
          <p:nvPr/>
        </p:nvPicPr>
        <p:blipFill>
          <a:blip r:embed="rId13"/>
          <a:stretch>
            <a:fillRect/>
          </a:stretch>
        </p:blipFill>
        <p:spPr>
          <a:xfrm>
            <a:off x="1368404" y="4403420"/>
            <a:ext cx="914400" cy="771525"/>
          </a:xfrm>
          <a:prstGeom prst="rect">
            <a:avLst/>
          </a:prstGeom>
        </p:spPr>
      </p:pic>
      <p:sp>
        <p:nvSpPr>
          <p:cNvPr id="14" name="TextBox 13"/>
          <p:cNvSpPr txBox="1"/>
          <p:nvPr/>
        </p:nvSpPr>
        <p:spPr>
          <a:xfrm>
            <a:off x="859809" y="3875649"/>
            <a:ext cx="6837528" cy="471989"/>
          </a:xfrm>
          <a:prstGeom prst="rect">
            <a:avLst/>
          </a:prstGeom>
          <a:noFill/>
        </p:spPr>
        <p:txBody>
          <a:bodyPr wrap="square" rtlCol="0">
            <a:spAutoFit/>
          </a:bodyPr>
          <a:lstStyle/>
          <a:p>
            <a:r>
              <a:rPr lang="en-US" sz="2467" b="1" dirty="0" smtClean="0">
                <a:solidFill>
                  <a:srgbClr val="00B0F0"/>
                </a:solidFill>
                <a:latin typeface="Segoe UI Light" panose="020B0502040204020203" pitchFamily="34" charset="0"/>
                <a:cs typeface="Arial" pitchFamily="34" charset="0"/>
              </a:rPr>
              <a:t>Sample </a:t>
            </a:r>
            <a:r>
              <a:rPr lang="en-US" sz="2467" b="1" dirty="0">
                <a:solidFill>
                  <a:srgbClr val="00B0F0"/>
                </a:solidFill>
                <a:latin typeface="Segoe UI Light" panose="020B0502040204020203" pitchFamily="34" charset="0"/>
                <a:cs typeface="Arial" pitchFamily="34" charset="0"/>
              </a:rPr>
              <a:t>Forms:</a:t>
            </a:r>
          </a:p>
        </p:txBody>
      </p:sp>
      <p:sp>
        <p:nvSpPr>
          <p:cNvPr id="15" name="Rectangle 14"/>
          <p:cNvSpPr/>
          <p:nvPr/>
        </p:nvSpPr>
        <p:spPr>
          <a:xfrm>
            <a:off x="344459" y="5005668"/>
            <a:ext cx="2489784" cy="338554"/>
          </a:xfrm>
          <a:prstGeom prst="rect">
            <a:avLst/>
          </a:prstGeom>
        </p:spPr>
        <p:txBody>
          <a:bodyPr wrap="none">
            <a:spAutoFit/>
          </a:bodyPr>
          <a:lstStyle/>
          <a:p>
            <a:pPr lvl="1"/>
            <a:r>
              <a:rPr lang="en-US" sz="1600" dirty="0" smtClean="0">
                <a:solidFill>
                  <a:prstClr val="black"/>
                </a:solidFill>
              </a:rPr>
              <a:t>	Discovery Form  </a:t>
            </a:r>
            <a:endParaRPr lang="en-US" sz="1600" dirty="0">
              <a:solidFill>
                <a:prstClr val="black"/>
              </a:solidFill>
            </a:endParaRPr>
          </a:p>
        </p:txBody>
      </p:sp>
      <p:pic>
        <p:nvPicPr>
          <p:cNvPr id="16" name="Picture 15"/>
          <p:cNvPicPr/>
          <p:nvPr/>
        </p:nvPicPr>
        <p:blipFill>
          <a:blip r:embed="rId14"/>
          <a:stretch>
            <a:fillRect/>
          </a:stretch>
        </p:blipFill>
        <p:spPr>
          <a:xfrm>
            <a:off x="3858188" y="4403419"/>
            <a:ext cx="914400" cy="771525"/>
          </a:xfrm>
          <a:prstGeom prst="rect">
            <a:avLst/>
          </a:prstGeom>
        </p:spPr>
      </p:pic>
      <p:sp>
        <p:nvSpPr>
          <p:cNvPr id="17" name="Rectangle 16"/>
          <p:cNvSpPr/>
          <p:nvPr/>
        </p:nvSpPr>
        <p:spPr>
          <a:xfrm>
            <a:off x="3558698" y="4959500"/>
            <a:ext cx="2107756" cy="369332"/>
          </a:xfrm>
          <a:prstGeom prst="rect">
            <a:avLst/>
          </a:prstGeom>
        </p:spPr>
        <p:txBody>
          <a:bodyPr wrap="none">
            <a:spAutoFit/>
          </a:bodyPr>
          <a:lstStyle/>
          <a:p>
            <a:r>
              <a:rPr lang="en-US" dirty="0">
                <a:solidFill>
                  <a:prstClr val="black"/>
                </a:solidFill>
              </a:rPr>
              <a:t>Loss-Sustained Form</a:t>
            </a:r>
            <a:endParaRPr lang="en-US" dirty="0"/>
          </a:p>
        </p:txBody>
      </p:sp>
      <p:pic>
        <p:nvPicPr>
          <p:cNvPr id="18" name="Picture 17"/>
          <p:cNvPicPr/>
          <p:nvPr/>
        </p:nvPicPr>
        <p:blipFill>
          <a:blip r:embed="rId15"/>
          <a:stretch>
            <a:fillRect/>
          </a:stretch>
        </p:blipFill>
        <p:spPr>
          <a:xfrm>
            <a:off x="6183621" y="4407125"/>
            <a:ext cx="914400" cy="771525"/>
          </a:xfrm>
          <a:prstGeom prst="rect">
            <a:avLst/>
          </a:prstGeom>
        </p:spPr>
      </p:pic>
      <p:sp>
        <p:nvSpPr>
          <p:cNvPr id="19" name="Rectangle 18"/>
          <p:cNvSpPr/>
          <p:nvPr/>
        </p:nvSpPr>
        <p:spPr>
          <a:xfrm>
            <a:off x="5516637" y="4990278"/>
            <a:ext cx="2124812" cy="338554"/>
          </a:xfrm>
          <a:prstGeom prst="rect">
            <a:avLst/>
          </a:prstGeom>
        </p:spPr>
        <p:txBody>
          <a:bodyPr wrap="none">
            <a:spAutoFit/>
          </a:bodyPr>
          <a:lstStyle/>
          <a:p>
            <a:pPr lvl="1"/>
            <a:r>
              <a:rPr lang="en-US" sz="1600" dirty="0">
                <a:solidFill>
                  <a:prstClr val="black"/>
                </a:solidFill>
              </a:rPr>
              <a:t>Declarations Page</a:t>
            </a:r>
          </a:p>
        </p:txBody>
      </p:sp>
      <p:graphicFrame>
        <p:nvGraphicFramePr>
          <p:cNvPr id="20" name="Diagram 19"/>
          <p:cNvGraphicFramePr/>
          <p:nvPr>
            <p:extLst>
              <p:ext uri="{D42A27DB-BD31-4B8C-83A1-F6EECF244321}">
                <p14:modId xmlns:p14="http://schemas.microsoft.com/office/powerpoint/2010/main" val="223472411"/>
              </p:ext>
            </p:extLst>
          </p:nvPr>
        </p:nvGraphicFramePr>
        <p:xfrm>
          <a:off x="8379646" y="5724403"/>
          <a:ext cx="3763492" cy="845779"/>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Tree>
    <p:extLst>
      <p:ext uri="{BB962C8B-B14F-4D97-AF65-F5344CB8AC3E}">
        <p14:creationId xmlns:p14="http://schemas.microsoft.com/office/powerpoint/2010/main" val="58661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758697719"/>
              </p:ext>
            </p:extLst>
          </p:nvPr>
        </p:nvGraphicFramePr>
        <p:xfrm>
          <a:off x="8235374" y="1613712"/>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ext uri="{D42A27DB-BD31-4B8C-83A1-F6EECF244321}">
                <p14:modId xmlns:p14="http://schemas.microsoft.com/office/powerpoint/2010/main" val="3213976722"/>
              </p:ext>
            </p:extLst>
          </p:nvPr>
        </p:nvGraphicFramePr>
        <p:xfrm>
          <a:off x="8235374" y="3784924"/>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4" name="Picture 3"/>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5" name="Rectangle 4"/>
          <p:cNvSpPr/>
          <p:nvPr/>
        </p:nvSpPr>
        <p:spPr>
          <a:xfrm>
            <a:off x="463058" y="31302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6" name="Rectangle 5"/>
          <p:cNvSpPr/>
          <p:nvPr/>
        </p:nvSpPr>
        <p:spPr>
          <a:xfrm>
            <a:off x="716924" y="996569"/>
            <a:ext cx="6688428" cy="5642635"/>
          </a:xfrm>
          <a:prstGeom prst="rect">
            <a:avLst/>
          </a:prstGeom>
        </p:spPr>
        <p:txBody>
          <a:bodyPr wrap="square">
            <a:spAutoFit/>
          </a:bodyPr>
          <a:lstStyle/>
          <a:p>
            <a:r>
              <a:rPr lang="en-US" sz="2467" b="1" dirty="0" smtClean="0">
                <a:solidFill>
                  <a:srgbClr val="00B0F0"/>
                </a:solidFill>
                <a:latin typeface="Segoe UI Light" panose="020B0502040204020203" pitchFamily="34" charset="0"/>
                <a:cs typeface="Arial" pitchFamily="34" charset="0"/>
              </a:rPr>
              <a:t>Exclusions:</a:t>
            </a:r>
            <a:endParaRPr lang="en-US" sz="2467" b="1" dirty="0">
              <a:solidFill>
                <a:srgbClr val="00B0F0"/>
              </a:solidFill>
              <a:latin typeface="Segoe UI Light" panose="020B0502040204020203" pitchFamily="34" charset="0"/>
              <a:cs typeface="Arial" pitchFamily="34" charset="0"/>
            </a:endParaRPr>
          </a:p>
          <a:p>
            <a:endParaRPr lang="en-US" sz="1600" b="1"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General Exclusions</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Acts committed by you, your partners and members </a:t>
            </a:r>
            <a:r>
              <a:rPr lang="en-US" sz="1600" dirty="0">
                <a:solidFill>
                  <a:prstClr val="black"/>
                </a:solidFill>
                <a:latin typeface="Segoe UI" panose="020B0502040204020203" pitchFamily="34" charset="0"/>
                <a:cs typeface="Segoe UI" panose="020B0502040204020203" pitchFamily="34" charset="0"/>
              </a:rPr>
              <a:t>– Excludes theft or dishonest act committed by named insured, his partners or members whether acting in collusion or with other members</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Acts committed known to you prior to the policy period </a:t>
            </a:r>
            <a:r>
              <a:rPr lang="en-US" sz="1600" dirty="0">
                <a:solidFill>
                  <a:prstClr val="black"/>
                </a:solidFill>
                <a:latin typeface="Segoe UI" panose="020B0502040204020203" pitchFamily="34" charset="0"/>
                <a:cs typeface="Segoe UI" panose="020B0502040204020203" pitchFamily="34" charset="0"/>
              </a:rPr>
              <a:t>– Excludes if the act by the employee was known to named insured his partner/members prior to the policy effective date</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Indirect losses </a:t>
            </a:r>
            <a:r>
              <a:rPr lang="en-US" sz="1600" dirty="0">
                <a:solidFill>
                  <a:prstClr val="black"/>
                </a:solidFill>
                <a:latin typeface="Segoe UI" panose="020B0502040204020203" pitchFamily="34" charset="0"/>
                <a:cs typeface="Segoe UI" panose="020B0502040204020203" pitchFamily="34" charset="0"/>
              </a:rPr>
              <a:t>– Excludes losses of e.g. business income loss, liability payments, expense to establish the amount of loss </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Government action </a:t>
            </a:r>
            <a:r>
              <a:rPr lang="en-US" sz="1600" dirty="0">
                <a:solidFill>
                  <a:prstClr val="black"/>
                </a:solidFill>
                <a:latin typeface="Segoe UI" panose="020B0502040204020203" pitchFamily="34" charset="0"/>
                <a:cs typeface="Segoe UI" panose="020B0502040204020203" pitchFamily="34" charset="0"/>
              </a:rPr>
              <a:t>– Excludes loss from the seizure or destruction of property by order of government authority</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Nuclear hazard </a:t>
            </a:r>
            <a:r>
              <a:rPr lang="en-US" sz="1600" dirty="0">
                <a:solidFill>
                  <a:prstClr val="black"/>
                </a:solidFill>
                <a:latin typeface="Segoe UI" panose="020B0502040204020203" pitchFamily="34" charset="0"/>
                <a:cs typeface="Segoe UI" panose="020B0502040204020203" pitchFamily="34" charset="0"/>
              </a:rPr>
              <a:t>– Excludes losses by nuclear reaction, radiation or radioactive contamination</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Pollution</a:t>
            </a:r>
            <a:r>
              <a:rPr lang="en-US" sz="1600" dirty="0">
                <a:solidFill>
                  <a:prstClr val="black"/>
                </a:solidFill>
                <a:latin typeface="Segoe UI" panose="020B0502040204020203" pitchFamily="34" charset="0"/>
                <a:cs typeface="Segoe UI" panose="020B0502040204020203" pitchFamily="34" charset="0"/>
              </a:rPr>
              <a:t> – Excludes the discharge, dispersal, seepage, migration, release or escape solid, liquid or gaseous contaminant</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War and military action</a:t>
            </a:r>
          </a:p>
        </p:txBody>
      </p:sp>
      <p:graphicFrame>
        <p:nvGraphicFramePr>
          <p:cNvPr id="8" name="Diagram 7"/>
          <p:cNvGraphicFramePr/>
          <p:nvPr>
            <p:extLst>
              <p:ext uri="{D42A27DB-BD31-4B8C-83A1-F6EECF244321}">
                <p14:modId xmlns:p14="http://schemas.microsoft.com/office/powerpoint/2010/main" val="1526274683"/>
              </p:ext>
            </p:extLst>
          </p:nvPr>
        </p:nvGraphicFramePr>
        <p:xfrm>
          <a:off x="8235374" y="5885646"/>
          <a:ext cx="3763492" cy="84577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241457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837974690"/>
              </p:ext>
            </p:extLst>
          </p:nvPr>
        </p:nvGraphicFramePr>
        <p:xfrm>
          <a:off x="8299768" y="1484923"/>
          <a:ext cx="3763493" cy="2402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294011311"/>
              </p:ext>
            </p:extLst>
          </p:nvPr>
        </p:nvGraphicFramePr>
        <p:xfrm>
          <a:off x="8299768" y="3656135"/>
          <a:ext cx="3763493" cy="23188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p:cNvGraphicFramePr/>
          <p:nvPr>
            <p:extLst>
              <p:ext uri="{D42A27DB-BD31-4B8C-83A1-F6EECF244321}">
                <p14:modId xmlns:p14="http://schemas.microsoft.com/office/powerpoint/2010/main" val="52014746"/>
              </p:ext>
            </p:extLst>
          </p:nvPr>
        </p:nvGraphicFramePr>
        <p:xfrm>
          <a:off x="8299768" y="5756857"/>
          <a:ext cx="3763492" cy="84577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6" name="Rectangle 5"/>
          <p:cNvSpPr/>
          <p:nvPr/>
        </p:nvSpPr>
        <p:spPr>
          <a:xfrm>
            <a:off x="463058" y="313027"/>
            <a:ext cx="3421129"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Rectangle 6"/>
          <p:cNvSpPr/>
          <p:nvPr/>
        </p:nvSpPr>
        <p:spPr>
          <a:xfrm>
            <a:off x="291921" y="1147756"/>
            <a:ext cx="7474039" cy="5509200"/>
          </a:xfrm>
          <a:prstGeom prst="rect">
            <a:avLst/>
          </a:prstGeom>
        </p:spPr>
        <p:txBody>
          <a:bodyPr wrap="square">
            <a:spAutoFit/>
          </a:bodyPr>
          <a:lstStyle/>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Employee Theft</a:t>
            </a:r>
            <a:endParaRPr lang="en-US" sz="1600" dirty="0">
              <a:solidFill>
                <a:prstClr val="black"/>
              </a:solidFill>
              <a:latin typeface="Segoe UI" panose="020B0502040204020203" pitchFamily="34" charset="0"/>
              <a:cs typeface="Segoe UI" panose="020B0502040204020203" pitchFamily="34" charset="0"/>
            </a:endParaRP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Inventory shortages </a:t>
            </a:r>
            <a:r>
              <a:rPr lang="en-US" sz="1600" dirty="0">
                <a:solidFill>
                  <a:prstClr val="black"/>
                </a:solidFill>
                <a:latin typeface="Segoe UI" panose="020B0502040204020203" pitchFamily="34" charset="0"/>
                <a:cs typeface="Segoe UI" panose="020B0502040204020203" pitchFamily="34" charset="0"/>
              </a:rPr>
              <a:t>– Excludes loss that depends on inventory or profit-and-loss calculations to prove either the existence or the amount of loss</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Trading</a:t>
            </a:r>
            <a:r>
              <a:rPr lang="en-US" sz="1600" dirty="0">
                <a:solidFill>
                  <a:prstClr val="black"/>
                </a:solidFill>
                <a:latin typeface="Segoe UI" panose="020B0502040204020203" pitchFamily="34" charset="0"/>
                <a:cs typeface="Segoe UI" panose="020B0502040204020203" pitchFamily="34" charset="0"/>
              </a:rPr>
              <a:t> – Excludes an employee’s unauthorized trading in stocks, bonds etc. from the named insured’s account</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Warehouse receipts </a:t>
            </a:r>
            <a:r>
              <a:rPr lang="en-US" sz="1600" dirty="0">
                <a:solidFill>
                  <a:prstClr val="black"/>
                </a:solidFill>
                <a:latin typeface="Segoe UI" panose="020B0502040204020203" pitchFamily="34" charset="0"/>
                <a:cs typeface="Segoe UI" panose="020B0502040204020203" pitchFamily="34" charset="0"/>
              </a:rPr>
              <a:t>– Excludes loss resulting from an employee’s fraudulent or dishonest signing or issuing a warehouse receipt</a:t>
            </a:r>
          </a:p>
          <a:p>
            <a:pPr lvl="2"/>
            <a:endParaRPr lang="en-US" sz="1600" dirty="0">
              <a:solidFill>
                <a:prstClr val="black"/>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Inside and Outside the Premises </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Arithmetic errors and omissions </a:t>
            </a:r>
            <a:r>
              <a:rPr lang="en-US" sz="1600" dirty="0">
                <a:solidFill>
                  <a:prstClr val="black"/>
                </a:solidFill>
                <a:latin typeface="Segoe UI" panose="020B0502040204020203" pitchFamily="34" charset="0"/>
                <a:cs typeface="Segoe UI" panose="020B0502040204020203" pitchFamily="34" charset="0"/>
              </a:rPr>
              <a:t>– Excludes loss resulting from arithmetic errors and omissions</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Fire</a:t>
            </a:r>
            <a:r>
              <a:rPr lang="en-US" sz="1600" dirty="0">
                <a:solidFill>
                  <a:prstClr val="black"/>
                </a:solidFill>
                <a:latin typeface="Segoe UI" panose="020B0502040204020203" pitchFamily="34" charset="0"/>
                <a:cs typeface="Segoe UI" panose="020B0502040204020203" pitchFamily="34" charset="0"/>
              </a:rPr>
              <a:t> – Excludes loss caused by fire despite its cause. Although loss by fire to safe or vault is covered</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Motor vehicles or equipment </a:t>
            </a:r>
            <a:r>
              <a:rPr lang="en-US" sz="1600" dirty="0">
                <a:solidFill>
                  <a:prstClr val="black"/>
                </a:solidFill>
                <a:latin typeface="Segoe UI" panose="020B0502040204020203" pitchFamily="34" charset="0"/>
                <a:cs typeface="Segoe UI" panose="020B0502040204020203" pitchFamily="34" charset="0"/>
              </a:rPr>
              <a:t>– Excludes loss caused to motor vehicles or equipment which is better covered under BACF</a:t>
            </a:r>
          </a:p>
          <a:p>
            <a:pPr marL="1200150" lvl="2"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Vandalism</a:t>
            </a:r>
            <a:r>
              <a:rPr lang="en-US" sz="1600" dirty="0">
                <a:solidFill>
                  <a:prstClr val="black"/>
                </a:solidFill>
                <a:latin typeface="Segoe UI" panose="020B0502040204020203" pitchFamily="34" charset="0"/>
                <a:cs typeface="Segoe UI" panose="020B0502040204020203" pitchFamily="34" charset="0"/>
              </a:rPr>
              <a:t> – Excludes loss caused by an act of vandalism or malicious mischief</a:t>
            </a:r>
          </a:p>
          <a:p>
            <a:pPr marL="742950" lvl="1" indent="-285750">
              <a:buFont typeface="Arial" panose="020B0604020202020204" pitchFamily="34" charset="0"/>
              <a:buChar char="•"/>
            </a:pPr>
            <a:endParaRPr lang="en-US" sz="1600" b="1" dirty="0">
              <a:solidFill>
                <a:prstClr val="black"/>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Computer and Funds Transfer Fraud</a:t>
            </a:r>
            <a:endParaRPr lang="en-US" sz="1600" dirty="0">
              <a:solidFill>
                <a:prstClr val="black"/>
              </a:solidFill>
              <a:latin typeface="Segoe UI" panose="020B0502040204020203" pitchFamily="34" charset="0"/>
              <a:cs typeface="Segoe UI" panose="020B0502040204020203" pitchFamily="34" charset="0"/>
            </a:endParaRP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Authorized access, fraudulent instructions and credit card transactions</a:t>
            </a:r>
          </a:p>
        </p:txBody>
      </p:sp>
    </p:spTree>
    <p:extLst>
      <p:ext uri="{BB962C8B-B14F-4D97-AF65-F5344CB8AC3E}">
        <p14:creationId xmlns:p14="http://schemas.microsoft.com/office/powerpoint/2010/main" val="33405815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3" name="Rectangle 2"/>
          <p:cNvSpPr/>
          <p:nvPr/>
        </p:nvSpPr>
        <p:spPr>
          <a:xfrm>
            <a:off x="463058" y="313027"/>
            <a:ext cx="6787948"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Equipment Breakdown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Rectangle 3"/>
          <p:cNvSpPr/>
          <p:nvPr/>
        </p:nvSpPr>
        <p:spPr>
          <a:xfrm>
            <a:off x="1079861" y="1680109"/>
            <a:ext cx="6931375" cy="3284169"/>
          </a:xfrm>
          <a:prstGeom prst="rect">
            <a:avLst/>
          </a:prstGeom>
        </p:spPr>
        <p:txBody>
          <a:bodyPr wrap="square">
            <a:spAutoFit/>
          </a:bodyPr>
          <a:lstStyle/>
          <a:p>
            <a:pPr marL="222449" lvl="1" indent="-222449">
              <a:lnSpc>
                <a:spcPct val="90000"/>
              </a:lnSpc>
              <a:spcBef>
                <a:spcPts val="592"/>
              </a:spcBef>
              <a:spcAft>
                <a:spcPts val="592"/>
              </a:spcAft>
              <a:buClr>
                <a:srgbClr val="C00000"/>
              </a:buClr>
              <a:defRPr/>
            </a:pPr>
            <a:r>
              <a:rPr lang="en-US" sz="2467" b="1" dirty="0">
                <a:solidFill>
                  <a:srgbClr val="00B0F0"/>
                </a:solidFill>
                <a:latin typeface="Segoe UI Light" panose="020B0502040204020203" pitchFamily="34" charset="0"/>
                <a:cs typeface="Arial" pitchFamily="34" charset="0"/>
              </a:rPr>
              <a:t>What is </a:t>
            </a:r>
            <a:r>
              <a:rPr lang="en-IN" sz="2467" b="1" dirty="0">
                <a:solidFill>
                  <a:srgbClr val="00B0F0"/>
                </a:solidFill>
                <a:latin typeface="Segoe UI Light" panose="020B0502040204020203" pitchFamily="34" charset="0"/>
                <a:cs typeface="Arial" pitchFamily="34" charset="0"/>
              </a:rPr>
              <a:t>Equipment Breakdown </a:t>
            </a:r>
            <a:r>
              <a:rPr lang="en-US" sz="2467" b="1" dirty="0">
                <a:solidFill>
                  <a:srgbClr val="00B0F0"/>
                </a:solidFill>
                <a:latin typeface="Segoe UI Light" panose="020B0502040204020203" pitchFamily="34" charset="0"/>
                <a:cs typeface="Arial" pitchFamily="34" charset="0"/>
              </a:rPr>
              <a:t>Insurance</a:t>
            </a:r>
            <a:r>
              <a:rPr lang="en-US" sz="2467" b="1" dirty="0" smtClean="0">
                <a:solidFill>
                  <a:srgbClr val="00B0F0"/>
                </a:solidFill>
                <a:latin typeface="Segoe UI Light" panose="020B0502040204020203" pitchFamily="34" charset="0"/>
                <a:cs typeface="Arial" pitchFamily="34" charset="0"/>
              </a:rPr>
              <a:t>?</a:t>
            </a:r>
          </a:p>
          <a:p>
            <a:pPr marL="222449" lvl="1" indent="-222449">
              <a:lnSpc>
                <a:spcPct val="90000"/>
              </a:lnSpc>
              <a:spcBef>
                <a:spcPts val="592"/>
              </a:spcBef>
              <a:spcAft>
                <a:spcPts val="592"/>
              </a:spcAft>
              <a:buClr>
                <a:srgbClr val="C00000"/>
              </a:buClr>
              <a:defRPr/>
            </a:pPr>
            <a:r>
              <a:rPr lang="en-US" sz="2467" b="1" dirty="0" smtClean="0">
                <a:solidFill>
                  <a:srgbClr val="00B0F0"/>
                </a:solidFill>
                <a:latin typeface="Segoe UI Light" panose="020B0502040204020203" pitchFamily="34" charset="0"/>
                <a:cs typeface="Arial" pitchFamily="34" charset="0"/>
              </a:rPr>
              <a:t>		</a:t>
            </a:r>
            <a:r>
              <a:rPr lang="en-US" sz="1600" dirty="0" smtClean="0">
                <a:solidFill>
                  <a:prstClr val="black"/>
                </a:solidFill>
                <a:latin typeface="Segoe UI" panose="020B0502040204020203" pitchFamily="34" charset="0"/>
                <a:cs typeface="Segoe UI" panose="020B0502040204020203" pitchFamily="34" charset="0"/>
              </a:rPr>
              <a:t>Equipment breakdown insurance covers loss caused by the accidental breakdown of al most any type of equipment that operates under pressure or that controls, transmits or uses mechanical or electrical power</a:t>
            </a:r>
          </a:p>
          <a:p>
            <a:pPr marL="222449" lvl="1" indent="-222449">
              <a:lnSpc>
                <a:spcPct val="90000"/>
              </a:lnSpc>
              <a:spcBef>
                <a:spcPts val="592"/>
              </a:spcBef>
              <a:spcAft>
                <a:spcPts val="592"/>
              </a:spcAft>
              <a:buClr>
                <a:srgbClr val="C00000"/>
              </a:buClr>
              <a:defRPr/>
            </a:pPr>
            <a:endParaRPr lang="en-US" sz="1600" dirty="0" smtClean="0">
              <a:solidFill>
                <a:prstClr val="black"/>
              </a:solidFill>
              <a:latin typeface="Segoe UI" panose="020B0502040204020203" pitchFamily="34" charset="0"/>
              <a:cs typeface="Segoe UI" panose="020B0502040204020203" pitchFamily="34" charset="0"/>
            </a:endParaRPr>
          </a:p>
          <a:p>
            <a:pPr marL="285750" lvl="1" indent="-285750">
              <a:lnSpc>
                <a:spcPct val="90000"/>
              </a:lnSpc>
              <a:spcBef>
                <a:spcPts val="592"/>
              </a:spcBef>
              <a:spcAft>
                <a:spcPts val="592"/>
              </a:spcAft>
              <a:buClr>
                <a:srgbClr val="C00000"/>
              </a:buClr>
              <a:buFont typeface="Wingdings" panose="05000000000000000000" pitchFamily="2" charset="2"/>
              <a:buChar char="v"/>
              <a:defRPr/>
            </a:pPr>
            <a:r>
              <a:rPr lang="en-US" sz="1600" dirty="0">
                <a:solidFill>
                  <a:prstClr val="black"/>
                </a:solidFill>
                <a:latin typeface="Segoe UI" panose="020B0502040204020203" pitchFamily="34" charset="0"/>
                <a:cs typeface="Segoe UI" panose="020B0502040204020203" pitchFamily="34" charset="0"/>
              </a:rPr>
              <a:t>C</a:t>
            </a:r>
            <a:r>
              <a:rPr lang="en-US" sz="1600" dirty="0" smtClean="0">
                <a:solidFill>
                  <a:prstClr val="black"/>
                </a:solidFill>
                <a:latin typeface="Segoe UI" panose="020B0502040204020203" pitchFamily="34" charset="0"/>
                <a:cs typeface="Segoe UI" panose="020B0502040204020203" pitchFamily="34" charset="0"/>
              </a:rPr>
              <a:t>ommercial </a:t>
            </a:r>
            <a:r>
              <a:rPr lang="en-US" sz="1600" dirty="0">
                <a:solidFill>
                  <a:prstClr val="black"/>
                </a:solidFill>
                <a:latin typeface="Segoe UI" panose="020B0502040204020203" pitchFamily="34" charset="0"/>
                <a:cs typeface="Segoe UI" panose="020B0502040204020203" pitchFamily="34" charset="0"/>
              </a:rPr>
              <a:t>property exclude loss caused by mechanical or electrical breakdown and steam boiler explosions therefore, Equipment Breakdown insurance is provided separately</a:t>
            </a:r>
          </a:p>
          <a:p>
            <a:pPr marL="222449" lvl="1" indent="-222449">
              <a:lnSpc>
                <a:spcPct val="90000"/>
              </a:lnSpc>
              <a:spcBef>
                <a:spcPts val="592"/>
              </a:spcBef>
              <a:spcAft>
                <a:spcPts val="592"/>
              </a:spcAft>
              <a:buClr>
                <a:srgbClr val="C00000"/>
              </a:buClr>
              <a:defRPr/>
            </a:pPr>
            <a:endParaRPr lang="en-US" sz="2467" b="1" dirty="0">
              <a:solidFill>
                <a:srgbClr val="00B0F0"/>
              </a:solidFill>
              <a:latin typeface="Segoe UI Light" panose="020B0502040204020203" pitchFamily="34" charset="0"/>
              <a:cs typeface="Arial" pitchFamily="34" charset="0"/>
            </a:endParaRPr>
          </a:p>
        </p:txBody>
      </p:sp>
      <p:graphicFrame>
        <p:nvGraphicFramePr>
          <p:cNvPr id="8" name="Diagram 7"/>
          <p:cNvGraphicFramePr/>
          <p:nvPr>
            <p:extLst>
              <p:ext uri="{D42A27DB-BD31-4B8C-83A1-F6EECF244321}">
                <p14:modId xmlns:p14="http://schemas.microsoft.com/office/powerpoint/2010/main" val="1690425187"/>
              </p:ext>
            </p:extLst>
          </p:nvPr>
        </p:nvGraphicFramePr>
        <p:xfrm>
          <a:off x="8011236" y="1484923"/>
          <a:ext cx="4052026"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3038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2513" y="1583140"/>
            <a:ext cx="6632812" cy="3837076"/>
          </a:xfrm>
          <a:prstGeom prst="rect">
            <a:avLst/>
          </a:prstGeom>
        </p:spPr>
        <p:txBody>
          <a:bodyPr wrap="square">
            <a:spAutoFit/>
          </a:bodyPr>
          <a:lstStyle/>
          <a:p>
            <a:pPr fontAlgn="base">
              <a:spcBef>
                <a:spcPct val="0"/>
              </a:spcBef>
              <a:spcAft>
                <a:spcPct val="0"/>
              </a:spcAft>
            </a:pPr>
            <a:r>
              <a:rPr lang="en-US" sz="2467" b="1" dirty="0">
                <a:solidFill>
                  <a:srgbClr val="00B0F0"/>
                </a:solidFill>
                <a:latin typeface="Segoe UI Light" panose="020B0502040204020203" pitchFamily="34" charset="0"/>
                <a:cs typeface="Arial" pitchFamily="34" charset="0"/>
              </a:rPr>
              <a:t>Insuring Agreements:</a:t>
            </a:r>
          </a:p>
          <a:p>
            <a:pPr marL="285750" indent="-285750" fontAlgn="base">
              <a:spcBef>
                <a:spcPct val="0"/>
              </a:spcBef>
              <a:spcAft>
                <a:spcPct val="0"/>
              </a:spcAft>
              <a:buFont typeface="Wingdings" panose="05000000000000000000" pitchFamily="2" charset="2"/>
              <a:buChar char="Ø"/>
            </a:pPr>
            <a:endParaRPr lang="en-US" sz="2467" b="1" dirty="0">
              <a:solidFill>
                <a:srgbClr val="00B0F0"/>
              </a:solidFill>
              <a:latin typeface="Segoe UI Light" panose="020B0502040204020203" pitchFamily="34" charset="0"/>
              <a:cs typeface="Arial" pitchFamily="34" charset="0"/>
            </a:endParaRPr>
          </a:p>
          <a:p>
            <a:pPr marL="285750" indent="-285750" fontAlgn="base">
              <a:spcBef>
                <a:spcPct val="0"/>
              </a:spcBef>
              <a:spcAft>
                <a:spcPct val="0"/>
              </a:spcAft>
              <a:buFont typeface="Wingdings" panose="05000000000000000000" pitchFamily="2" charset="2"/>
              <a:buChar char="v"/>
            </a:pPr>
            <a:r>
              <a:rPr lang="en-US" sz="1600" dirty="0" smtClean="0">
                <a:solidFill>
                  <a:prstClr val="black"/>
                </a:solidFill>
                <a:latin typeface="Segoe UI" panose="020B0502040204020203" pitchFamily="34" charset="0"/>
                <a:cs typeface="Segoe UI" panose="020B0502040204020203" pitchFamily="34" charset="0"/>
              </a:rPr>
              <a:t>Coverage </a:t>
            </a:r>
            <a:r>
              <a:rPr lang="en-US" sz="1600" dirty="0">
                <a:solidFill>
                  <a:prstClr val="black"/>
                </a:solidFill>
                <a:latin typeface="Segoe UI" panose="020B0502040204020203" pitchFamily="34" charset="0"/>
                <a:cs typeface="Segoe UI" panose="020B0502040204020203" pitchFamily="34" charset="0"/>
              </a:rPr>
              <a:t>can be included for </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Property damage</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Expediting expenses</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Business income and extra expense</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Spoilage damage</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Utility interruption</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Newly acquired premises</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Ordinance or law </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Errors and omissions</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Brands and labels</a:t>
            </a:r>
          </a:p>
          <a:p>
            <a:pPr marL="742950" lvl="1" indent="-285750" fontAlgn="base">
              <a:spcBef>
                <a:spcPct val="0"/>
              </a:spcBef>
              <a:spcAft>
                <a:spcPct val="0"/>
              </a:spcAf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Contingent business income and extra expenses</a:t>
            </a:r>
          </a:p>
          <a:p>
            <a:pPr marL="742950" lvl="1" indent="-285750" fontAlgn="base">
              <a:spcBef>
                <a:spcPct val="0"/>
              </a:spcBef>
              <a:spcAft>
                <a:spcPct val="0"/>
              </a:spcAft>
              <a:buFont typeface="Arial" panose="020B0604020202020204" pitchFamily="34" charset="0"/>
              <a:buChar char="•"/>
            </a:pPr>
            <a:endParaRPr lang="en-US" dirty="0">
              <a:solidFill>
                <a:prstClr val="black"/>
              </a:solidFill>
              <a:latin typeface="Arial" charset="0"/>
              <a:cs typeface="Arial" charset="0"/>
            </a:endParaRP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4" name="Rectangle 3"/>
          <p:cNvSpPr/>
          <p:nvPr/>
        </p:nvSpPr>
        <p:spPr>
          <a:xfrm>
            <a:off x="463058" y="313027"/>
            <a:ext cx="6787948"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Equipment Breakdown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graphicFrame>
        <p:nvGraphicFramePr>
          <p:cNvPr id="5" name="Diagram 4"/>
          <p:cNvGraphicFramePr/>
          <p:nvPr>
            <p:extLst>
              <p:ext uri="{D42A27DB-BD31-4B8C-83A1-F6EECF244321}">
                <p14:modId xmlns:p14="http://schemas.microsoft.com/office/powerpoint/2010/main" val="3717014883"/>
              </p:ext>
            </p:extLst>
          </p:nvPr>
        </p:nvGraphicFramePr>
        <p:xfrm>
          <a:off x="8011236" y="1484923"/>
          <a:ext cx="4052026" cy="24026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517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3" name="Rectangle 2"/>
          <p:cNvSpPr/>
          <p:nvPr/>
        </p:nvSpPr>
        <p:spPr>
          <a:xfrm>
            <a:off x="463058" y="313027"/>
            <a:ext cx="6787948"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Equipment Breakdown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graphicFrame>
        <p:nvGraphicFramePr>
          <p:cNvPr id="6" name="Diagram 5"/>
          <p:cNvGraphicFramePr/>
          <p:nvPr>
            <p:extLst>
              <p:ext uri="{D42A27DB-BD31-4B8C-83A1-F6EECF244321}">
                <p14:modId xmlns:p14="http://schemas.microsoft.com/office/powerpoint/2010/main" val="3709041468"/>
              </p:ext>
            </p:extLst>
          </p:nvPr>
        </p:nvGraphicFramePr>
        <p:xfrm>
          <a:off x="8011236" y="1484923"/>
          <a:ext cx="4052026"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a:off x="463058" y="1484923"/>
            <a:ext cx="7343461" cy="5601533"/>
          </a:xfrm>
          <a:prstGeom prst="rect">
            <a:avLst/>
          </a:prstGeom>
        </p:spPr>
        <p:txBody>
          <a:bodyPr wrap="square">
            <a:spAutoFit/>
          </a:bodyPr>
          <a:lstStyle/>
          <a:p>
            <a:pPr lvl="0"/>
            <a:r>
              <a:rPr lang="en-US" dirty="0">
                <a:latin typeface="Segoe UI Light" panose="020B0502040204020203" pitchFamily="34" charset="0"/>
                <a:cs typeface="Arial" pitchFamily="34" charset="0"/>
              </a:rPr>
              <a:t>How Equipment Breakdown Insurance is different from </a:t>
            </a:r>
            <a:r>
              <a:rPr lang="en-US" dirty="0" smtClean="0">
                <a:latin typeface="Segoe UI Light" panose="020B0502040204020203" pitchFamily="34" charset="0"/>
                <a:cs typeface="Arial" pitchFamily="34" charset="0"/>
              </a:rPr>
              <a:t>others</a:t>
            </a:r>
          </a:p>
          <a:p>
            <a:pPr lvl="0"/>
            <a:endParaRPr lang="en-US" dirty="0">
              <a:latin typeface="Segoe UI Light" panose="020B0502040204020203" pitchFamily="34" charset="0"/>
              <a:cs typeface="Arial" pitchFamily="34" charset="0"/>
            </a:endParaRPr>
          </a:p>
          <a:p>
            <a:pPr marL="285750" lvl="0" indent="-285750" fontAlgn="base">
              <a:spcBef>
                <a:spcPct val="0"/>
              </a:spcBef>
              <a:spcAft>
                <a:spcPct val="0"/>
              </a:spcAft>
              <a:buFont typeface="Wingdings" panose="05000000000000000000" pitchFamily="2" charset="2"/>
              <a:buChar char="v"/>
            </a:pPr>
            <a:r>
              <a:rPr lang="en-US" sz="1600" dirty="0">
                <a:solidFill>
                  <a:prstClr val="black"/>
                </a:solidFill>
                <a:latin typeface="Segoe UI" panose="020B0502040204020203" pitchFamily="34" charset="0"/>
                <a:cs typeface="Segoe UI" panose="020B0502040204020203" pitchFamily="34" charset="0"/>
              </a:rPr>
              <a:t>Several conditions that differentiate Equipment Breakdown Insurance from other insurance policies </a:t>
            </a:r>
            <a:r>
              <a:rPr lang="en-US" sz="1600" dirty="0" smtClean="0">
                <a:solidFill>
                  <a:prstClr val="black"/>
                </a:solidFill>
                <a:latin typeface="Segoe UI" panose="020B0502040204020203" pitchFamily="34" charset="0"/>
                <a:cs typeface="Segoe UI" panose="020B0502040204020203" pitchFamily="34" charset="0"/>
              </a:rPr>
              <a:t>are</a:t>
            </a:r>
          </a:p>
          <a:p>
            <a:pPr marL="742950" lvl="1" indent="-285750" fontAlgn="base">
              <a:spcBef>
                <a:spcPct val="0"/>
              </a:spcBef>
              <a:spcAft>
                <a:spcPct val="0"/>
              </a:spcAft>
              <a:buFont typeface="Arial" panose="020B0604020202020204" pitchFamily="34" charset="0"/>
              <a:buChar char="•"/>
            </a:pPr>
            <a:endParaRPr lang="en-US" sz="1600" dirty="0" smtClean="0">
              <a:solidFill>
                <a:prstClr val="black"/>
              </a:solidFill>
              <a:latin typeface="Segoe UI" panose="020B0502040204020203" pitchFamily="34" charset="0"/>
              <a:cs typeface="Segoe UI" panose="020B0502040204020203" pitchFamily="34" charset="0"/>
            </a:endParaRPr>
          </a:p>
          <a:p>
            <a:pPr marL="742950" lvl="1" indent="-285750" fontAlgn="base">
              <a:spcBef>
                <a:spcPct val="0"/>
              </a:spcBef>
              <a:spcAft>
                <a:spcPct val="0"/>
              </a:spcAft>
              <a:buFont typeface="Arial" panose="020B0604020202020204" pitchFamily="34" charset="0"/>
              <a:buChar char="•"/>
            </a:pPr>
            <a:r>
              <a:rPr lang="en-US" sz="1600" b="1" dirty="0" smtClean="0">
                <a:solidFill>
                  <a:prstClr val="black"/>
                </a:solidFill>
                <a:latin typeface="Segoe UI" panose="020B0502040204020203" pitchFamily="34" charset="0"/>
                <a:cs typeface="Segoe UI" panose="020B0502040204020203" pitchFamily="34" charset="0"/>
              </a:rPr>
              <a:t>Suspension </a:t>
            </a:r>
          </a:p>
          <a:p>
            <a:pPr lvl="1" fontAlgn="base">
              <a:spcBef>
                <a:spcPct val="0"/>
              </a:spcBef>
              <a:spcAft>
                <a:spcPct val="0"/>
              </a:spcAft>
            </a:pPr>
            <a:r>
              <a:rPr lang="en-US" sz="1600" dirty="0">
                <a:solidFill>
                  <a:prstClr val="black"/>
                </a:solidFill>
                <a:latin typeface="Segoe UI" panose="020B0502040204020203" pitchFamily="34" charset="0"/>
                <a:cs typeface="Segoe UI" panose="020B0502040204020203" pitchFamily="34" charset="0"/>
              </a:rPr>
              <a:t>	</a:t>
            </a:r>
            <a:r>
              <a:rPr lang="en-US" sz="1600" dirty="0" smtClean="0">
                <a:solidFill>
                  <a:prstClr val="black"/>
                </a:solidFill>
                <a:latin typeface="Segoe UI" panose="020B0502040204020203" pitchFamily="34" charset="0"/>
                <a:cs typeface="Segoe UI" panose="020B0502040204020203" pitchFamily="34" charset="0"/>
              </a:rPr>
              <a:t>Allows the insurer to immediately suspend the Equipment Breakdown Insurance on an item of equipment determined to be in dangerous situation</a:t>
            </a:r>
          </a:p>
          <a:p>
            <a:pPr lvl="1" fontAlgn="base">
              <a:spcBef>
                <a:spcPct val="0"/>
              </a:spcBef>
              <a:spcAft>
                <a:spcPct val="0"/>
              </a:spcAft>
            </a:pPr>
            <a:endParaRPr lang="en-US" sz="1600" dirty="0" smtClean="0">
              <a:solidFill>
                <a:prstClr val="black"/>
              </a:solidFill>
              <a:latin typeface="Segoe UI" panose="020B0502040204020203" pitchFamily="34" charset="0"/>
              <a:cs typeface="Segoe UI" panose="020B0502040204020203" pitchFamily="34" charset="0"/>
            </a:endParaRPr>
          </a:p>
          <a:p>
            <a:pPr marL="742950" lvl="1" indent="-285750" fontAlgn="base">
              <a:spcBef>
                <a:spcPct val="0"/>
              </a:spcBef>
              <a:spcAft>
                <a:spcPct val="0"/>
              </a:spcAft>
              <a:buFont typeface="Arial" panose="020B0604020202020204" pitchFamily="34" charset="0"/>
              <a:buChar char="•"/>
            </a:pPr>
            <a:r>
              <a:rPr lang="en-US" sz="1600" b="1" dirty="0" smtClean="0">
                <a:solidFill>
                  <a:prstClr val="black"/>
                </a:solidFill>
                <a:latin typeface="Segoe UI" panose="020B0502040204020203" pitchFamily="34" charset="0"/>
                <a:cs typeface="Segoe UI" panose="020B0502040204020203" pitchFamily="34" charset="0"/>
              </a:rPr>
              <a:t>Joint or Disputed Loss Agreement</a:t>
            </a:r>
          </a:p>
          <a:p>
            <a:pPr lvl="1" fontAlgn="base">
              <a:spcBef>
                <a:spcPct val="0"/>
              </a:spcBef>
              <a:spcAft>
                <a:spcPct val="0"/>
              </a:spcAft>
            </a:pPr>
            <a:r>
              <a:rPr lang="en-US" sz="1600" dirty="0" smtClean="0">
                <a:solidFill>
                  <a:prstClr val="black"/>
                </a:solidFill>
                <a:latin typeface="Segoe UI" panose="020B0502040204020203" pitchFamily="34" charset="0"/>
                <a:cs typeface="Segoe UI" panose="020B0502040204020203" pitchFamily="34" charset="0"/>
              </a:rPr>
              <a:t>	Disputes may occur when fire occurs after breakdown of covered equipment. When both policies contain Joint or Disputed Loss Agreement each insurer will pay the amount of loss agreed and half of the amount in dispute</a:t>
            </a:r>
          </a:p>
          <a:p>
            <a:pPr lvl="1" fontAlgn="base">
              <a:spcBef>
                <a:spcPct val="0"/>
              </a:spcBef>
              <a:spcAft>
                <a:spcPct val="0"/>
              </a:spcAft>
            </a:pPr>
            <a:endParaRPr lang="en-US" sz="1600" dirty="0" smtClean="0">
              <a:solidFill>
                <a:prstClr val="black"/>
              </a:solidFill>
              <a:latin typeface="Segoe UI" panose="020B0502040204020203" pitchFamily="34" charset="0"/>
              <a:cs typeface="Segoe UI" panose="020B0502040204020203" pitchFamily="34" charset="0"/>
            </a:endParaRPr>
          </a:p>
          <a:p>
            <a:pPr marL="742950" lvl="1" indent="-285750" fontAlgn="base">
              <a:spcBef>
                <a:spcPct val="0"/>
              </a:spcBef>
              <a:spcAft>
                <a:spcPct val="0"/>
              </a:spcAft>
              <a:buFont typeface="Arial" panose="020B0604020202020204" pitchFamily="34" charset="0"/>
              <a:buChar char="•"/>
            </a:pPr>
            <a:r>
              <a:rPr lang="en-US" sz="1600" b="1" dirty="0" smtClean="0">
                <a:solidFill>
                  <a:prstClr val="black"/>
                </a:solidFill>
                <a:latin typeface="Segoe UI" panose="020B0502040204020203" pitchFamily="34" charset="0"/>
                <a:cs typeface="Segoe UI" panose="020B0502040204020203" pitchFamily="34" charset="0"/>
              </a:rPr>
              <a:t>Jurisdictional Inspection</a:t>
            </a:r>
          </a:p>
          <a:p>
            <a:pPr lvl="2" fontAlgn="base">
              <a:spcBef>
                <a:spcPct val="0"/>
              </a:spcBef>
              <a:spcAft>
                <a:spcPct val="0"/>
              </a:spcAft>
            </a:pPr>
            <a:r>
              <a:rPr lang="en-US" sz="1600" dirty="0" smtClean="0">
                <a:solidFill>
                  <a:prstClr val="black"/>
                </a:solidFill>
                <a:latin typeface="Segoe UI" panose="020B0502040204020203" pitchFamily="34" charset="0"/>
                <a:cs typeface="Segoe UI" panose="020B0502040204020203" pitchFamily="34" charset="0"/>
              </a:rPr>
              <a:t>Licensed inspectors performs inspection on the equipment which is referred as Jurisdictional inspections </a:t>
            </a:r>
            <a:endParaRPr lang="en-US" sz="1600" dirty="0">
              <a:solidFill>
                <a:prstClr val="black"/>
              </a:solidFill>
              <a:latin typeface="Segoe UI" panose="020B0502040204020203" pitchFamily="34" charset="0"/>
              <a:cs typeface="Segoe UI" panose="020B0502040204020203" pitchFamily="34" charset="0"/>
            </a:endParaRPr>
          </a:p>
          <a:p>
            <a:pPr lvl="0" fontAlgn="base">
              <a:spcBef>
                <a:spcPct val="0"/>
              </a:spcBef>
              <a:spcAft>
                <a:spcPct val="0"/>
              </a:spcAft>
            </a:pPr>
            <a:endParaRPr lang="en-US" sz="1600" dirty="0">
              <a:solidFill>
                <a:prstClr val="black"/>
              </a:solidFill>
              <a:latin typeface="Segoe UI" panose="020B0502040204020203" pitchFamily="34" charset="0"/>
              <a:cs typeface="Segoe UI" panose="020B0502040204020203" pitchFamily="34" charset="0"/>
            </a:endParaRPr>
          </a:p>
          <a:p>
            <a:pPr marL="285750" lvl="0" indent="-285750" fontAlgn="base">
              <a:spcBef>
                <a:spcPct val="0"/>
              </a:spcBef>
              <a:spcAft>
                <a:spcPct val="0"/>
              </a:spcAft>
              <a:buFont typeface="Arial" panose="020B0604020202020204" pitchFamily="34" charset="0"/>
              <a:buChar char="•"/>
            </a:pPr>
            <a:endParaRPr lang="en-US" sz="1600" dirty="0">
              <a:solidFill>
                <a:prstClr val="black"/>
              </a:solidFill>
              <a:latin typeface="Segoe UI" panose="020B0502040204020203" pitchFamily="34" charset="0"/>
              <a:cs typeface="Segoe UI" panose="020B0502040204020203" pitchFamily="34" charset="0"/>
            </a:endParaRPr>
          </a:p>
          <a:p>
            <a:pPr lvl="0"/>
            <a:endParaRPr lang="en-US" dirty="0">
              <a:latin typeface="Segoe UI Light" panose="020B0502040204020203" pitchFamily="34" charset="0"/>
              <a:cs typeface="Arial" pitchFamily="34" charset="0"/>
            </a:endParaRPr>
          </a:p>
        </p:txBody>
      </p:sp>
    </p:spTree>
    <p:extLst>
      <p:ext uri="{BB962C8B-B14F-4D97-AF65-F5344CB8AC3E}">
        <p14:creationId xmlns:p14="http://schemas.microsoft.com/office/powerpoint/2010/main" val="1842602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3058" y="864242"/>
            <a:ext cx="9804188" cy="264653"/>
          </a:xfrm>
          <a:prstGeom prst="rect">
            <a:avLst/>
          </a:prstGeom>
        </p:spPr>
      </p:pic>
      <p:sp>
        <p:nvSpPr>
          <p:cNvPr id="4" name="Rectangle 3"/>
          <p:cNvSpPr/>
          <p:nvPr/>
        </p:nvSpPr>
        <p:spPr>
          <a:xfrm>
            <a:off x="463058" y="313027"/>
            <a:ext cx="6787948"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Equipment Breakdown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Tree>
    <p:extLst>
      <p:ext uri="{BB962C8B-B14F-4D97-AF65-F5344CB8AC3E}">
        <p14:creationId xmlns:p14="http://schemas.microsoft.com/office/powerpoint/2010/main" val="326690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10302</TotalTime>
  <Words>1222</Words>
  <Application>Microsoft Office PowerPoint</Application>
  <PresentationFormat>Widescreen</PresentationFormat>
  <Paragraphs>194</Paragraphs>
  <Slides>14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BrowalliaUPC</vt:lpstr>
      <vt:lpstr>Calibri</vt:lpstr>
      <vt:lpstr>Calibri Light</vt:lpstr>
      <vt:lpstr>Segoe UI</vt:lpstr>
      <vt:lpstr>Segoe UI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Avinash Kumar Singh</cp:lastModifiedBy>
  <cp:revision>32</cp:revision>
  <dcterms:created xsi:type="dcterms:W3CDTF">2016-07-06T01:57:31Z</dcterms:created>
  <dcterms:modified xsi:type="dcterms:W3CDTF">2019-03-28T12:03:16Z</dcterms:modified>
</cp:coreProperties>
</file>