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3" r:id="rId2"/>
    <p:sldId id="265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Filed Rating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5A165BE-8C76-421E-B465-AFCAFE210846}" type="presOf" srcId="{6E4FFBC2-6C99-4467-A342-4F646E8105E8}" destId="{CA3CA37D-96A6-40F5-8283-7F5E5E75CC28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D4C985B9-5927-4B84-A8AF-612493F65D2A}" type="presOf" srcId="{6BB193CD-2BCB-422D-9372-D29AD8AB2E75}" destId="{3196A1B1-B062-4292-A00B-1AF4EFB306CF}" srcOrd="0" destOrd="0" presId="urn:microsoft.com/office/officeart/2005/8/layout/chevron2"/>
    <dgm:cxn modelId="{ED531DB2-096B-4021-9253-EDEFD4BCD640}" type="presOf" srcId="{7C839073-D423-4CF0-A279-F3597BB99994}" destId="{AD927985-2E20-4855-8300-EF608B954011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5DFB2745-B7B1-4120-9ED0-36B0C593EDBC}" type="presOf" srcId="{AEA98A0A-5971-4387-8F87-30E2E87D1BBC}" destId="{5DF62DFD-4FA4-479D-BACA-0B5672D793AE}" srcOrd="0" destOrd="0" presId="urn:microsoft.com/office/officeart/2005/8/layout/chevron2"/>
    <dgm:cxn modelId="{F6B458D8-50F1-4C8C-9D18-B9FC0321539D}" type="presOf" srcId="{FD44662F-72BB-4119-801E-24399F494A56}" destId="{2F79F4EE-99A1-4CEC-8FEE-C636AD274778}" srcOrd="0" destOrd="0" presId="urn:microsoft.com/office/officeart/2005/8/layout/chevron2"/>
    <dgm:cxn modelId="{8C4D5CB1-C279-4241-BE38-2A901914E838}" type="presOf" srcId="{68FAD2B8-B928-4799-8BC6-C42A1A6B3879}" destId="{BA57226D-E733-47AB-9C1E-7F48998AF898}" srcOrd="0" destOrd="0" presId="urn:microsoft.com/office/officeart/2005/8/layout/chevron2"/>
    <dgm:cxn modelId="{4F71F8CA-2AB0-4D71-8C68-ADEB18883850}" type="presOf" srcId="{273FB2FC-BB42-42E4-809F-8792EAAA4D36}" destId="{6597B828-368A-4EAC-99FD-85AB3B3FB0C4}" srcOrd="0" destOrd="0" presId="urn:microsoft.com/office/officeart/2005/8/layout/chevron2"/>
    <dgm:cxn modelId="{CD63B595-8428-495B-BA34-6B5E990DDE5E}" type="presParOf" srcId="{BA57226D-E733-47AB-9C1E-7F48998AF898}" destId="{CC146864-BFF0-4842-89BF-1105AD66F5D5}" srcOrd="0" destOrd="0" presId="urn:microsoft.com/office/officeart/2005/8/layout/chevron2"/>
    <dgm:cxn modelId="{8B72EA81-3FF0-4447-819F-D091E4A48E90}" type="presParOf" srcId="{CC146864-BFF0-4842-89BF-1105AD66F5D5}" destId="{6597B828-368A-4EAC-99FD-85AB3B3FB0C4}" srcOrd="0" destOrd="0" presId="urn:microsoft.com/office/officeart/2005/8/layout/chevron2"/>
    <dgm:cxn modelId="{04B3BCEF-411F-43F1-8346-FFC58EA98793}" type="presParOf" srcId="{CC146864-BFF0-4842-89BF-1105AD66F5D5}" destId="{5DF62DFD-4FA4-479D-BACA-0B5672D793AE}" srcOrd="1" destOrd="0" presId="urn:microsoft.com/office/officeart/2005/8/layout/chevron2"/>
    <dgm:cxn modelId="{C1FC15C7-BE08-4B8D-AA6D-4B95C440C20B}" type="presParOf" srcId="{BA57226D-E733-47AB-9C1E-7F48998AF898}" destId="{33D84CC3-27D8-4296-A650-E0BD45C89460}" srcOrd="1" destOrd="0" presId="urn:microsoft.com/office/officeart/2005/8/layout/chevron2"/>
    <dgm:cxn modelId="{244D23D1-35A0-4E81-B39D-E13DB28327D2}" type="presParOf" srcId="{BA57226D-E733-47AB-9C1E-7F48998AF898}" destId="{8884328B-B7DF-4FEB-88E1-5749EF4A08C1}" srcOrd="2" destOrd="0" presId="urn:microsoft.com/office/officeart/2005/8/layout/chevron2"/>
    <dgm:cxn modelId="{A34DBA7C-2E73-49CC-AE64-0692FEF94D3E}" type="presParOf" srcId="{8884328B-B7DF-4FEB-88E1-5749EF4A08C1}" destId="{CA3CA37D-96A6-40F5-8283-7F5E5E75CC28}" srcOrd="0" destOrd="0" presId="urn:microsoft.com/office/officeart/2005/8/layout/chevron2"/>
    <dgm:cxn modelId="{A276E326-DD17-40B1-BED3-6F6B77E71A09}" type="presParOf" srcId="{8884328B-B7DF-4FEB-88E1-5749EF4A08C1}" destId="{2F79F4EE-99A1-4CEC-8FEE-C636AD274778}" srcOrd="1" destOrd="0" presId="urn:microsoft.com/office/officeart/2005/8/layout/chevron2"/>
    <dgm:cxn modelId="{6FBC912B-8EC3-4F62-9B83-2D026F77C064}" type="presParOf" srcId="{BA57226D-E733-47AB-9C1E-7F48998AF898}" destId="{A446C02B-6598-45A5-94CC-35BC3846B78B}" srcOrd="3" destOrd="0" presId="urn:microsoft.com/office/officeart/2005/8/layout/chevron2"/>
    <dgm:cxn modelId="{71345905-A930-4FC5-87DF-A0CB9CF064D1}" type="presParOf" srcId="{BA57226D-E733-47AB-9C1E-7F48998AF898}" destId="{697118F7-20AA-4D55-BECB-464BCC2F1F89}" srcOrd="4" destOrd="0" presId="urn:microsoft.com/office/officeart/2005/8/layout/chevron2"/>
    <dgm:cxn modelId="{86710DD8-458A-4095-BC0F-DD4FA4A1769C}" type="presParOf" srcId="{697118F7-20AA-4D55-BECB-464BCC2F1F89}" destId="{3196A1B1-B062-4292-A00B-1AF4EFB306CF}" srcOrd="0" destOrd="0" presId="urn:microsoft.com/office/officeart/2005/8/layout/chevron2"/>
    <dgm:cxn modelId="{A74D05A7-97C1-41E3-8DB1-20F294530F1D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Non-Filed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1" custLinFactNeighborY="299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1" custLinFactNeighborX="5531" custLinFactNeighborY="-882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56B39C37-3842-45AE-8CCB-0F27E5EF9DDD}" type="presOf" srcId="{273FB2FC-BB42-42E4-809F-8792EAAA4D36}" destId="{6597B828-368A-4EAC-99FD-85AB3B3FB0C4}" srcOrd="0" destOrd="0" presId="urn:microsoft.com/office/officeart/2005/8/layout/chevron2"/>
    <dgm:cxn modelId="{8D844614-026B-47BF-B463-99EFE0CBBAD1}" type="presOf" srcId="{68FAD2B8-B928-4799-8BC6-C42A1A6B3879}" destId="{BA57226D-E733-47AB-9C1E-7F48998AF898}" srcOrd="0" destOrd="0" presId="urn:microsoft.com/office/officeart/2005/8/layout/chevron2"/>
    <dgm:cxn modelId="{2EF93A14-4529-49B1-A5C1-761FF2BC4E65}" type="presOf" srcId="{AEA98A0A-5971-4387-8F87-30E2E87D1BBC}" destId="{5DF62DFD-4FA4-479D-BACA-0B5672D793AE}" srcOrd="0" destOrd="0" presId="urn:microsoft.com/office/officeart/2005/8/layout/chevron2"/>
    <dgm:cxn modelId="{AE227671-5B5F-40E3-B479-BC827B988287}" type="presParOf" srcId="{BA57226D-E733-47AB-9C1E-7F48998AF898}" destId="{CC146864-BFF0-4842-89BF-1105AD66F5D5}" srcOrd="0" destOrd="0" presId="urn:microsoft.com/office/officeart/2005/8/layout/chevron2"/>
    <dgm:cxn modelId="{D5566CB0-4DC0-4A9F-BC18-3943F58541B7}" type="presParOf" srcId="{CC146864-BFF0-4842-89BF-1105AD66F5D5}" destId="{6597B828-368A-4EAC-99FD-85AB3B3FB0C4}" srcOrd="0" destOrd="0" presId="urn:microsoft.com/office/officeart/2005/8/layout/chevron2"/>
    <dgm:cxn modelId="{5F39826E-C22C-41F5-BF75-0C889D33DFE2}" type="presParOf" srcId="{CC146864-BFF0-4842-89BF-1105AD66F5D5}" destId="{5DF62DFD-4FA4-479D-BACA-0B5672D793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Filed Rating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  <dgm:t>
        <a:bodyPr/>
        <a:lstStyle/>
        <a:p>
          <a:endParaRPr lang="en-US"/>
        </a:p>
      </dgm:t>
    </dgm:pt>
    <dgm:pt modelId="{8884328B-B7DF-4FEB-88E1-5749EF4A08C1}" type="pres">
      <dgm:prSet presAssocID="{6E4FFBC2-6C99-4467-A342-4F646E8105E8}" presName="composite" presStyleCnt="0"/>
      <dgm:spPr/>
      <dgm:t>
        <a:bodyPr/>
        <a:lstStyle/>
        <a:p>
          <a:endParaRPr lang="en-US"/>
        </a:p>
      </dgm:t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  <dgm:t>
        <a:bodyPr/>
        <a:lstStyle/>
        <a:p>
          <a:endParaRPr lang="en-US"/>
        </a:p>
      </dgm:t>
    </dgm:pt>
    <dgm:pt modelId="{697118F7-20AA-4D55-BECB-464BCC2F1F89}" type="pres">
      <dgm:prSet presAssocID="{6BB193CD-2BCB-422D-9372-D29AD8AB2E75}" presName="composite" presStyleCnt="0"/>
      <dgm:spPr/>
      <dgm:t>
        <a:bodyPr/>
        <a:lstStyle/>
        <a:p>
          <a:endParaRPr lang="en-US"/>
        </a:p>
      </dgm:t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861D4B9-C653-464A-A60A-B3BD61867AB8}" type="presOf" srcId="{6BB193CD-2BCB-422D-9372-D29AD8AB2E75}" destId="{3196A1B1-B062-4292-A00B-1AF4EFB306CF}" srcOrd="0" destOrd="0" presId="urn:microsoft.com/office/officeart/2005/8/layout/chevron2"/>
    <dgm:cxn modelId="{34A2E86B-D4A7-4F79-8719-148EE8214DE7}" type="presOf" srcId="{6E4FFBC2-6C99-4467-A342-4F646E8105E8}" destId="{CA3CA37D-96A6-40F5-8283-7F5E5E75CC28}" srcOrd="0" destOrd="0" presId="urn:microsoft.com/office/officeart/2005/8/layout/chevron2"/>
    <dgm:cxn modelId="{57F35BA8-317D-467F-B40C-1BC9B201D8A2}" type="presOf" srcId="{7C839073-D423-4CF0-A279-F3597BB99994}" destId="{AD927985-2E20-4855-8300-EF608B954011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4D7CFE8D-33C3-48C1-8F28-7A00FE267208}" type="presOf" srcId="{AEA98A0A-5971-4387-8F87-30E2E87D1BBC}" destId="{5DF62DFD-4FA4-479D-BACA-0B5672D793AE}" srcOrd="0" destOrd="0" presId="urn:microsoft.com/office/officeart/2005/8/layout/chevron2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E9590684-BB82-4DA0-A839-8C7D815F7EF2}" type="presOf" srcId="{68FAD2B8-B928-4799-8BC6-C42A1A6B3879}" destId="{BA57226D-E733-47AB-9C1E-7F48998AF898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EAA09690-0DD1-4614-AE9F-35BEE099F991}" type="presOf" srcId="{FD44662F-72BB-4119-801E-24399F494A56}" destId="{2F79F4EE-99A1-4CEC-8FEE-C636AD274778}" srcOrd="0" destOrd="0" presId="urn:microsoft.com/office/officeart/2005/8/layout/chevron2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E5783D04-07C8-4068-956C-12C80C24D85D}" type="presOf" srcId="{273FB2FC-BB42-42E4-809F-8792EAAA4D36}" destId="{6597B828-368A-4EAC-99FD-85AB3B3FB0C4}" srcOrd="0" destOrd="0" presId="urn:microsoft.com/office/officeart/2005/8/layout/chevron2"/>
    <dgm:cxn modelId="{6C04874A-6BDA-4C03-AC94-0FC2DD29E8F8}" type="presParOf" srcId="{BA57226D-E733-47AB-9C1E-7F48998AF898}" destId="{CC146864-BFF0-4842-89BF-1105AD66F5D5}" srcOrd="0" destOrd="0" presId="urn:microsoft.com/office/officeart/2005/8/layout/chevron2"/>
    <dgm:cxn modelId="{924CB3B1-1AE5-48F9-A4FC-A2CA2F3B1D4B}" type="presParOf" srcId="{CC146864-BFF0-4842-89BF-1105AD66F5D5}" destId="{6597B828-368A-4EAC-99FD-85AB3B3FB0C4}" srcOrd="0" destOrd="0" presId="urn:microsoft.com/office/officeart/2005/8/layout/chevron2"/>
    <dgm:cxn modelId="{16292880-1971-4244-967C-242D29FBD9B1}" type="presParOf" srcId="{CC146864-BFF0-4842-89BF-1105AD66F5D5}" destId="{5DF62DFD-4FA4-479D-BACA-0B5672D793AE}" srcOrd="1" destOrd="0" presId="urn:microsoft.com/office/officeart/2005/8/layout/chevron2"/>
    <dgm:cxn modelId="{298FB1F1-E455-44D1-9DA5-100A055A4D02}" type="presParOf" srcId="{BA57226D-E733-47AB-9C1E-7F48998AF898}" destId="{33D84CC3-27D8-4296-A650-E0BD45C89460}" srcOrd="1" destOrd="0" presId="urn:microsoft.com/office/officeart/2005/8/layout/chevron2"/>
    <dgm:cxn modelId="{11301440-D2CF-4C78-932D-25877B539CB9}" type="presParOf" srcId="{BA57226D-E733-47AB-9C1E-7F48998AF898}" destId="{8884328B-B7DF-4FEB-88E1-5749EF4A08C1}" srcOrd="2" destOrd="0" presId="urn:microsoft.com/office/officeart/2005/8/layout/chevron2"/>
    <dgm:cxn modelId="{3122E1B3-EA84-4D65-A6E2-AC881CA08F6F}" type="presParOf" srcId="{8884328B-B7DF-4FEB-88E1-5749EF4A08C1}" destId="{CA3CA37D-96A6-40F5-8283-7F5E5E75CC28}" srcOrd="0" destOrd="0" presId="urn:microsoft.com/office/officeart/2005/8/layout/chevron2"/>
    <dgm:cxn modelId="{BFB2F451-C3DC-4425-A3FD-B11BB1AC8249}" type="presParOf" srcId="{8884328B-B7DF-4FEB-88E1-5749EF4A08C1}" destId="{2F79F4EE-99A1-4CEC-8FEE-C636AD274778}" srcOrd="1" destOrd="0" presId="urn:microsoft.com/office/officeart/2005/8/layout/chevron2"/>
    <dgm:cxn modelId="{E76D73D3-B4B1-4305-9ABD-5CAEA2FC6E83}" type="presParOf" srcId="{BA57226D-E733-47AB-9C1E-7F48998AF898}" destId="{A446C02B-6598-45A5-94CC-35BC3846B78B}" srcOrd="3" destOrd="0" presId="urn:microsoft.com/office/officeart/2005/8/layout/chevron2"/>
    <dgm:cxn modelId="{E59DFAC0-5012-445E-829B-23339D84685C}" type="presParOf" srcId="{BA57226D-E733-47AB-9C1E-7F48998AF898}" destId="{697118F7-20AA-4D55-BECB-464BCC2F1F89}" srcOrd="4" destOrd="0" presId="urn:microsoft.com/office/officeart/2005/8/layout/chevron2"/>
    <dgm:cxn modelId="{7DFB0A73-A7A8-473A-BA11-765F02086013}" type="presParOf" srcId="{697118F7-20AA-4D55-BECB-464BCC2F1F89}" destId="{3196A1B1-B062-4292-A00B-1AF4EFB306CF}" srcOrd="0" destOrd="0" presId="urn:microsoft.com/office/officeart/2005/8/layout/chevron2"/>
    <dgm:cxn modelId="{9038DE2C-677B-4DC0-864A-457F556C30F3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Non-Filed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1" custLinFactNeighborY="299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1" custLinFactNeighborX="5531" custLinFactNeighborY="-882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602CD395-420E-4F67-B3DC-F3C0C4EA7525}" type="presOf" srcId="{AEA98A0A-5971-4387-8F87-30E2E87D1BBC}" destId="{5DF62DFD-4FA4-479D-BACA-0B5672D793AE}" srcOrd="0" destOrd="0" presId="urn:microsoft.com/office/officeart/2005/8/layout/chevron2"/>
    <dgm:cxn modelId="{DC14EB92-66BE-4476-9874-A699242C8296}" type="presOf" srcId="{68FAD2B8-B928-4799-8BC6-C42A1A6B3879}" destId="{BA57226D-E733-47AB-9C1E-7F48998AF898}" srcOrd="0" destOrd="0" presId="urn:microsoft.com/office/officeart/2005/8/layout/chevron2"/>
    <dgm:cxn modelId="{ADD2E943-576B-4B74-8514-3A3A73FC03C7}" type="presOf" srcId="{273FB2FC-BB42-42E4-809F-8792EAAA4D36}" destId="{6597B828-368A-4EAC-99FD-85AB3B3FB0C4}" srcOrd="0" destOrd="0" presId="urn:microsoft.com/office/officeart/2005/8/layout/chevron2"/>
    <dgm:cxn modelId="{2F8231F0-960A-439A-AFDC-2CD663FC706A}" type="presParOf" srcId="{BA57226D-E733-47AB-9C1E-7F48998AF898}" destId="{CC146864-BFF0-4842-89BF-1105AD66F5D5}" srcOrd="0" destOrd="0" presId="urn:microsoft.com/office/officeart/2005/8/layout/chevron2"/>
    <dgm:cxn modelId="{684E87A3-6C7D-4525-B567-B92B7B230988}" type="presParOf" srcId="{CC146864-BFF0-4842-89BF-1105AD66F5D5}" destId="{6597B828-368A-4EAC-99FD-85AB3B3FB0C4}" srcOrd="0" destOrd="0" presId="urn:microsoft.com/office/officeart/2005/8/layout/chevron2"/>
    <dgm:cxn modelId="{E3BF4CF1-50C6-49E3-ABD1-C77B2A2C4096}" type="presParOf" srcId="{CC146864-BFF0-4842-89BF-1105AD66F5D5}" destId="{5DF62DFD-4FA4-479D-BACA-0B5672D793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Filed Rating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  <dgm:t>
        <a:bodyPr/>
        <a:lstStyle/>
        <a:p>
          <a:endParaRPr lang="en-US"/>
        </a:p>
      </dgm:t>
    </dgm:pt>
    <dgm:pt modelId="{8884328B-B7DF-4FEB-88E1-5749EF4A08C1}" type="pres">
      <dgm:prSet presAssocID="{6E4FFBC2-6C99-4467-A342-4F646E8105E8}" presName="composite" presStyleCnt="0"/>
      <dgm:spPr/>
      <dgm:t>
        <a:bodyPr/>
        <a:lstStyle/>
        <a:p>
          <a:endParaRPr lang="en-US"/>
        </a:p>
      </dgm:t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  <dgm:t>
        <a:bodyPr/>
        <a:lstStyle/>
        <a:p>
          <a:endParaRPr lang="en-US"/>
        </a:p>
      </dgm:t>
    </dgm:pt>
    <dgm:pt modelId="{697118F7-20AA-4D55-BECB-464BCC2F1F89}" type="pres">
      <dgm:prSet presAssocID="{6BB193CD-2BCB-422D-9372-D29AD8AB2E75}" presName="composite" presStyleCnt="0"/>
      <dgm:spPr/>
      <dgm:t>
        <a:bodyPr/>
        <a:lstStyle/>
        <a:p>
          <a:endParaRPr lang="en-US"/>
        </a:p>
      </dgm:t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D201505-55ED-4ED3-85AF-A4A049EAABBB}" type="presOf" srcId="{68FAD2B8-B928-4799-8BC6-C42A1A6B3879}" destId="{BA57226D-E733-47AB-9C1E-7F48998AF898}" srcOrd="0" destOrd="0" presId="urn:microsoft.com/office/officeart/2005/8/layout/chevron2"/>
    <dgm:cxn modelId="{29370742-D51B-4641-A678-9C1D56E21695}" type="presOf" srcId="{6E4FFBC2-6C99-4467-A342-4F646E8105E8}" destId="{CA3CA37D-96A6-40F5-8283-7F5E5E75CC28}" srcOrd="0" destOrd="0" presId="urn:microsoft.com/office/officeart/2005/8/layout/chevron2"/>
    <dgm:cxn modelId="{41844E92-86F8-4865-BD65-E13E570E248D}" type="presOf" srcId="{6BB193CD-2BCB-422D-9372-D29AD8AB2E75}" destId="{3196A1B1-B062-4292-A00B-1AF4EFB306CF}" srcOrd="0" destOrd="0" presId="urn:microsoft.com/office/officeart/2005/8/layout/chevron2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DC5963DF-A6DA-474B-BB11-A890356D0829}" type="presOf" srcId="{273FB2FC-BB42-42E4-809F-8792EAAA4D36}" destId="{6597B828-368A-4EAC-99FD-85AB3B3FB0C4}" srcOrd="0" destOrd="0" presId="urn:microsoft.com/office/officeart/2005/8/layout/chevron2"/>
    <dgm:cxn modelId="{91EC6D58-2EC8-495E-ABE2-839DE41DEF97}" type="presOf" srcId="{AEA98A0A-5971-4387-8F87-30E2E87D1BBC}" destId="{5DF62DFD-4FA4-479D-BACA-0B5672D793AE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5B8DD32E-2805-4F18-B0E6-74F20EBED40A}" type="presOf" srcId="{FD44662F-72BB-4119-801E-24399F494A56}" destId="{2F79F4EE-99A1-4CEC-8FEE-C636AD274778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D6783EF2-B0E2-4CB3-BC71-80C28F71C8A3}" type="presOf" srcId="{7C839073-D423-4CF0-A279-F3597BB99994}" destId="{AD927985-2E20-4855-8300-EF608B954011}" srcOrd="0" destOrd="0" presId="urn:microsoft.com/office/officeart/2005/8/layout/chevron2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551E4EDD-611B-4B95-B9BA-C3E8B927287C}" type="presParOf" srcId="{BA57226D-E733-47AB-9C1E-7F48998AF898}" destId="{CC146864-BFF0-4842-89BF-1105AD66F5D5}" srcOrd="0" destOrd="0" presId="urn:microsoft.com/office/officeart/2005/8/layout/chevron2"/>
    <dgm:cxn modelId="{C85D2BA3-D9F4-43C4-BA71-7E7AE8DCFDF7}" type="presParOf" srcId="{CC146864-BFF0-4842-89BF-1105AD66F5D5}" destId="{6597B828-368A-4EAC-99FD-85AB3B3FB0C4}" srcOrd="0" destOrd="0" presId="urn:microsoft.com/office/officeart/2005/8/layout/chevron2"/>
    <dgm:cxn modelId="{D4E68267-9DE5-4DAB-9A74-0A5818AB549F}" type="presParOf" srcId="{CC146864-BFF0-4842-89BF-1105AD66F5D5}" destId="{5DF62DFD-4FA4-479D-BACA-0B5672D793AE}" srcOrd="1" destOrd="0" presId="urn:microsoft.com/office/officeart/2005/8/layout/chevron2"/>
    <dgm:cxn modelId="{BA34D936-334E-4B80-97A6-0A5B22B529FA}" type="presParOf" srcId="{BA57226D-E733-47AB-9C1E-7F48998AF898}" destId="{33D84CC3-27D8-4296-A650-E0BD45C89460}" srcOrd="1" destOrd="0" presId="urn:microsoft.com/office/officeart/2005/8/layout/chevron2"/>
    <dgm:cxn modelId="{D89F754C-A1DC-4DE8-8B2D-300DD52956C0}" type="presParOf" srcId="{BA57226D-E733-47AB-9C1E-7F48998AF898}" destId="{8884328B-B7DF-4FEB-88E1-5749EF4A08C1}" srcOrd="2" destOrd="0" presId="urn:microsoft.com/office/officeart/2005/8/layout/chevron2"/>
    <dgm:cxn modelId="{9B3E053F-64E7-41AE-AA35-29EA44213C03}" type="presParOf" srcId="{8884328B-B7DF-4FEB-88E1-5749EF4A08C1}" destId="{CA3CA37D-96A6-40F5-8283-7F5E5E75CC28}" srcOrd="0" destOrd="0" presId="urn:microsoft.com/office/officeart/2005/8/layout/chevron2"/>
    <dgm:cxn modelId="{B8628971-55F2-40EA-9BE3-B89696C1EFF9}" type="presParOf" srcId="{8884328B-B7DF-4FEB-88E1-5749EF4A08C1}" destId="{2F79F4EE-99A1-4CEC-8FEE-C636AD274778}" srcOrd="1" destOrd="0" presId="urn:microsoft.com/office/officeart/2005/8/layout/chevron2"/>
    <dgm:cxn modelId="{B3A2D220-E878-4632-AEB7-48E0A96EB5BC}" type="presParOf" srcId="{BA57226D-E733-47AB-9C1E-7F48998AF898}" destId="{A446C02B-6598-45A5-94CC-35BC3846B78B}" srcOrd="3" destOrd="0" presId="urn:microsoft.com/office/officeart/2005/8/layout/chevron2"/>
    <dgm:cxn modelId="{1B7754D6-0DCB-4979-A850-CC0C7E7DAE2D}" type="presParOf" srcId="{BA57226D-E733-47AB-9C1E-7F48998AF898}" destId="{697118F7-20AA-4D55-BECB-464BCC2F1F89}" srcOrd="4" destOrd="0" presId="urn:microsoft.com/office/officeart/2005/8/layout/chevron2"/>
    <dgm:cxn modelId="{F5D3338D-FDC5-4B98-8BE8-2D000A90EF97}" type="presParOf" srcId="{697118F7-20AA-4D55-BECB-464BCC2F1F89}" destId="{3196A1B1-B062-4292-A00B-1AF4EFB306CF}" srcOrd="0" destOrd="0" presId="urn:microsoft.com/office/officeart/2005/8/layout/chevron2"/>
    <dgm:cxn modelId="{E5A01ED7-CD78-443D-A03C-720EA68663F6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Non-Filed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1" custLinFactNeighborY="299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1" custLinFactNeighborX="5531" custLinFactNeighborY="-882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4F048A7E-AA25-4E9D-B0CE-142EE92E33BA}" type="presOf" srcId="{AEA98A0A-5971-4387-8F87-30E2E87D1BBC}" destId="{5DF62DFD-4FA4-479D-BACA-0B5672D793AE}" srcOrd="0" destOrd="0" presId="urn:microsoft.com/office/officeart/2005/8/layout/chevron2"/>
    <dgm:cxn modelId="{C5F1CE54-BCE8-47ED-8E90-70BBAFD5D7E1}" type="presOf" srcId="{273FB2FC-BB42-42E4-809F-8792EAAA4D36}" destId="{6597B828-368A-4EAC-99FD-85AB3B3FB0C4}" srcOrd="0" destOrd="0" presId="urn:microsoft.com/office/officeart/2005/8/layout/chevron2"/>
    <dgm:cxn modelId="{052BC453-3848-4898-B6B8-58DAB1D897AF}" type="presOf" srcId="{68FAD2B8-B928-4799-8BC6-C42A1A6B3879}" destId="{BA57226D-E733-47AB-9C1E-7F48998AF898}" srcOrd="0" destOrd="0" presId="urn:microsoft.com/office/officeart/2005/8/layout/chevron2"/>
    <dgm:cxn modelId="{DEC4FD33-ECD2-4F19-91F8-09A03BADF80D}" type="presParOf" srcId="{BA57226D-E733-47AB-9C1E-7F48998AF898}" destId="{CC146864-BFF0-4842-89BF-1105AD66F5D5}" srcOrd="0" destOrd="0" presId="urn:microsoft.com/office/officeart/2005/8/layout/chevron2"/>
    <dgm:cxn modelId="{7171D5CC-89BE-4A96-9971-B341011174EA}" type="presParOf" srcId="{CC146864-BFF0-4842-89BF-1105AD66F5D5}" destId="{6597B828-368A-4EAC-99FD-85AB3B3FB0C4}" srcOrd="0" destOrd="0" presId="urn:microsoft.com/office/officeart/2005/8/layout/chevron2"/>
    <dgm:cxn modelId="{116FE023-6E56-4219-B683-EBBE7BF4D57D}" type="presParOf" srcId="{CC146864-BFF0-4842-89BF-1105AD66F5D5}" destId="{5DF62DFD-4FA4-479D-BACA-0B5672D793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Filed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  <dgm:t>
        <a:bodyPr/>
        <a:lstStyle/>
        <a:p>
          <a:endParaRPr lang="en-US"/>
        </a:p>
      </dgm:t>
    </dgm:pt>
    <dgm:pt modelId="{8884328B-B7DF-4FEB-88E1-5749EF4A08C1}" type="pres">
      <dgm:prSet presAssocID="{6E4FFBC2-6C99-4467-A342-4F646E8105E8}" presName="composite" presStyleCnt="0"/>
      <dgm:spPr/>
      <dgm:t>
        <a:bodyPr/>
        <a:lstStyle/>
        <a:p>
          <a:endParaRPr lang="en-US"/>
        </a:p>
      </dgm:t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  <dgm:t>
        <a:bodyPr/>
        <a:lstStyle/>
        <a:p>
          <a:endParaRPr lang="en-US"/>
        </a:p>
      </dgm:t>
    </dgm:pt>
    <dgm:pt modelId="{697118F7-20AA-4D55-BECB-464BCC2F1F89}" type="pres">
      <dgm:prSet presAssocID="{6BB193CD-2BCB-422D-9372-D29AD8AB2E75}" presName="composite" presStyleCnt="0"/>
      <dgm:spPr/>
      <dgm:t>
        <a:bodyPr/>
        <a:lstStyle/>
        <a:p>
          <a:endParaRPr lang="en-US"/>
        </a:p>
      </dgm:t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578D5C9-B625-4E1D-BA99-F20D23BB4A34}" type="presOf" srcId="{273FB2FC-BB42-42E4-809F-8792EAAA4D36}" destId="{6597B828-368A-4EAC-99FD-85AB3B3FB0C4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CCA9FC34-F8BA-4D3C-B97F-9F93F5C8428F}" type="presOf" srcId="{FD44662F-72BB-4119-801E-24399F494A56}" destId="{2F79F4EE-99A1-4CEC-8FEE-C636AD274778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3F91C5C9-8672-4356-A846-22DD501F6F12}" type="presOf" srcId="{68FAD2B8-B928-4799-8BC6-C42A1A6B3879}" destId="{BA57226D-E733-47AB-9C1E-7F48998AF898}" srcOrd="0" destOrd="0" presId="urn:microsoft.com/office/officeart/2005/8/layout/chevron2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8BBCC6D4-B86E-490A-B7DF-6F0D9EB3A832}" type="presOf" srcId="{6E4FFBC2-6C99-4467-A342-4F646E8105E8}" destId="{CA3CA37D-96A6-40F5-8283-7F5E5E75CC28}" srcOrd="0" destOrd="0" presId="urn:microsoft.com/office/officeart/2005/8/layout/chevron2"/>
    <dgm:cxn modelId="{26C4FD85-26EC-468E-AB55-4528FE793016}" type="presOf" srcId="{AEA98A0A-5971-4387-8F87-30E2E87D1BBC}" destId="{5DF62DFD-4FA4-479D-BACA-0B5672D793AE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6A79E5D3-B153-4D98-B987-95CF1DE0E3F4}" type="presOf" srcId="{6BB193CD-2BCB-422D-9372-D29AD8AB2E75}" destId="{3196A1B1-B062-4292-A00B-1AF4EFB306CF}" srcOrd="0" destOrd="0" presId="urn:microsoft.com/office/officeart/2005/8/layout/chevron2"/>
    <dgm:cxn modelId="{D673ACAC-157E-4A94-97E8-07DD0EB52BE2}" type="presOf" srcId="{7C839073-D423-4CF0-A279-F3597BB99994}" destId="{AD927985-2E20-4855-8300-EF608B954011}" srcOrd="0" destOrd="0" presId="urn:microsoft.com/office/officeart/2005/8/layout/chevron2"/>
    <dgm:cxn modelId="{DE69C051-38FE-46C2-A121-41D2AEC83B22}" type="presParOf" srcId="{BA57226D-E733-47AB-9C1E-7F48998AF898}" destId="{CC146864-BFF0-4842-89BF-1105AD66F5D5}" srcOrd="0" destOrd="0" presId="urn:microsoft.com/office/officeart/2005/8/layout/chevron2"/>
    <dgm:cxn modelId="{390BE436-8CF2-4E56-976B-9BE34BDEBE56}" type="presParOf" srcId="{CC146864-BFF0-4842-89BF-1105AD66F5D5}" destId="{6597B828-368A-4EAC-99FD-85AB3B3FB0C4}" srcOrd="0" destOrd="0" presId="urn:microsoft.com/office/officeart/2005/8/layout/chevron2"/>
    <dgm:cxn modelId="{5B77CF18-21D1-450F-A974-639979C72352}" type="presParOf" srcId="{CC146864-BFF0-4842-89BF-1105AD66F5D5}" destId="{5DF62DFD-4FA4-479D-BACA-0B5672D793AE}" srcOrd="1" destOrd="0" presId="urn:microsoft.com/office/officeart/2005/8/layout/chevron2"/>
    <dgm:cxn modelId="{383890E8-DB6D-405F-8B46-DD265ABC3699}" type="presParOf" srcId="{BA57226D-E733-47AB-9C1E-7F48998AF898}" destId="{33D84CC3-27D8-4296-A650-E0BD45C89460}" srcOrd="1" destOrd="0" presId="urn:microsoft.com/office/officeart/2005/8/layout/chevron2"/>
    <dgm:cxn modelId="{794982E1-309F-416D-9FC0-5F31F6CACB88}" type="presParOf" srcId="{BA57226D-E733-47AB-9C1E-7F48998AF898}" destId="{8884328B-B7DF-4FEB-88E1-5749EF4A08C1}" srcOrd="2" destOrd="0" presId="urn:microsoft.com/office/officeart/2005/8/layout/chevron2"/>
    <dgm:cxn modelId="{FB969549-F30A-4F7B-B347-70AC427781A7}" type="presParOf" srcId="{8884328B-B7DF-4FEB-88E1-5749EF4A08C1}" destId="{CA3CA37D-96A6-40F5-8283-7F5E5E75CC28}" srcOrd="0" destOrd="0" presId="urn:microsoft.com/office/officeart/2005/8/layout/chevron2"/>
    <dgm:cxn modelId="{DC03700F-202E-4153-AA61-073D1C3DF93E}" type="presParOf" srcId="{8884328B-B7DF-4FEB-88E1-5749EF4A08C1}" destId="{2F79F4EE-99A1-4CEC-8FEE-C636AD274778}" srcOrd="1" destOrd="0" presId="urn:microsoft.com/office/officeart/2005/8/layout/chevron2"/>
    <dgm:cxn modelId="{79768F15-BE13-42F0-A560-54C5BC7A0C66}" type="presParOf" srcId="{BA57226D-E733-47AB-9C1E-7F48998AF898}" destId="{A446C02B-6598-45A5-94CC-35BC3846B78B}" srcOrd="3" destOrd="0" presId="urn:microsoft.com/office/officeart/2005/8/layout/chevron2"/>
    <dgm:cxn modelId="{009F9760-00E9-4B84-9CB7-CF2DAC20F04F}" type="presParOf" srcId="{BA57226D-E733-47AB-9C1E-7F48998AF898}" destId="{697118F7-20AA-4D55-BECB-464BCC2F1F89}" srcOrd="4" destOrd="0" presId="urn:microsoft.com/office/officeart/2005/8/layout/chevron2"/>
    <dgm:cxn modelId="{1C90E76C-D2F9-4DAF-94C3-66317E1D979F}" type="presParOf" srcId="{697118F7-20AA-4D55-BECB-464BCC2F1F89}" destId="{3196A1B1-B062-4292-A00B-1AF4EFB306CF}" srcOrd="0" destOrd="0" presId="urn:microsoft.com/office/officeart/2005/8/layout/chevron2"/>
    <dgm:cxn modelId="{8050D452-E2CC-49A0-BC9D-937D5629768B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Non-Filed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1" custLinFactNeighborX="0" custLinFactNeighborY="-1011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1" custLinFactNeighborX="5531" custLinFactNeighborY="-882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254C9D81-DC22-46F4-9F5A-B1F020A977D4}" type="presOf" srcId="{68FAD2B8-B928-4799-8BC6-C42A1A6B3879}" destId="{BA57226D-E733-47AB-9C1E-7F48998AF898}" srcOrd="0" destOrd="0" presId="urn:microsoft.com/office/officeart/2005/8/layout/chevron2"/>
    <dgm:cxn modelId="{0D1AB1EC-04E2-4BC7-BF00-1B8AA78D4946}" type="presOf" srcId="{273FB2FC-BB42-42E4-809F-8792EAAA4D36}" destId="{6597B828-368A-4EAC-99FD-85AB3B3FB0C4}" srcOrd="0" destOrd="0" presId="urn:microsoft.com/office/officeart/2005/8/layout/chevron2"/>
    <dgm:cxn modelId="{18BB999D-A60A-4E08-B28A-D470E9F6F7E9}" type="presOf" srcId="{AEA98A0A-5971-4387-8F87-30E2E87D1BBC}" destId="{5DF62DFD-4FA4-479D-BACA-0B5672D793AE}" srcOrd="0" destOrd="0" presId="urn:microsoft.com/office/officeart/2005/8/layout/chevron2"/>
    <dgm:cxn modelId="{E5C00B48-EAB2-488C-B72E-A4683F92F155}" type="presParOf" srcId="{BA57226D-E733-47AB-9C1E-7F48998AF898}" destId="{CC146864-BFF0-4842-89BF-1105AD66F5D5}" srcOrd="0" destOrd="0" presId="urn:microsoft.com/office/officeart/2005/8/layout/chevron2"/>
    <dgm:cxn modelId="{1E48515C-1937-470F-8484-0A142538FAA7}" type="presParOf" srcId="{CC146864-BFF0-4842-89BF-1105AD66F5D5}" destId="{6597B828-368A-4EAC-99FD-85AB3B3FB0C4}" srcOrd="0" destOrd="0" presId="urn:microsoft.com/office/officeart/2005/8/layout/chevron2"/>
    <dgm:cxn modelId="{8265FFA6-2D23-4EB9-AECD-8526FC8798E9}" type="presParOf" srcId="{CC146864-BFF0-4842-89BF-1105AD66F5D5}" destId="{5DF62DFD-4FA4-479D-BACA-0B5672D793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Filed Rating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  <dgm:t>
        <a:bodyPr/>
        <a:lstStyle/>
        <a:p>
          <a:endParaRPr lang="en-US"/>
        </a:p>
      </dgm:t>
    </dgm:pt>
    <dgm:pt modelId="{8884328B-B7DF-4FEB-88E1-5749EF4A08C1}" type="pres">
      <dgm:prSet presAssocID="{6E4FFBC2-6C99-4467-A342-4F646E8105E8}" presName="composite" presStyleCnt="0"/>
      <dgm:spPr/>
      <dgm:t>
        <a:bodyPr/>
        <a:lstStyle/>
        <a:p>
          <a:endParaRPr lang="en-US"/>
        </a:p>
      </dgm:t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  <dgm:t>
        <a:bodyPr/>
        <a:lstStyle/>
        <a:p>
          <a:endParaRPr lang="en-US"/>
        </a:p>
      </dgm:t>
    </dgm:pt>
    <dgm:pt modelId="{697118F7-20AA-4D55-BECB-464BCC2F1F89}" type="pres">
      <dgm:prSet presAssocID="{6BB193CD-2BCB-422D-9372-D29AD8AB2E75}" presName="composite" presStyleCnt="0"/>
      <dgm:spPr/>
      <dgm:t>
        <a:bodyPr/>
        <a:lstStyle/>
        <a:p>
          <a:endParaRPr lang="en-US"/>
        </a:p>
      </dgm:t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0238FE8-B2D1-4E76-9F29-5CA01A707262}" type="presOf" srcId="{6BB193CD-2BCB-422D-9372-D29AD8AB2E75}" destId="{3196A1B1-B062-4292-A00B-1AF4EFB306CF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7CF94E20-FA1C-4759-830E-B62A33BDBF54}" type="presOf" srcId="{FD44662F-72BB-4119-801E-24399F494A56}" destId="{2F79F4EE-99A1-4CEC-8FEE-C636AD274778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13D875B7-4A9A-46CD-901D-794BAF610BE1}" type="presOf" srcId="{273FB2FC-BB42-42E4-809F-8792EAAA4D36}" destId="{6597B828-368A-4EAC-99FD-85AB3B3FB0C4}" srcOrd="0" destOrd="0" presId="urn:microsoft.com/office/officeart/2005/8/layout/chevron2"/>
    <dgm:cxn modelId="{2F017846-15E1-437F-AE33-C156976D032F}" type="presOf" srcId="{6E4FFBC2-6C99-4467-A342-4F646E8105E8}" destId="{CA3CA37D-96A6-40F5-8283-7F5E5E75CC28}" srcOrd="0" destOrd="0" presId="urn:microsoft.com/office/officeart/2005/8/layout/chevron2"/>
    <dgm:cxn modelId="{A1D41EDA-27DB-48B7-AD0D-B3C76F8B7699}" type="presOf" srcId="{AEA98A0A-5971-4387-8F87-30E2E87D1BBC}" destId="{5DF62DFD-4FA4-479D-BACA-0B5672D793AE}" srcOrd="0" destOrd="0" presId="urn:microsoft.com/office/officeart/2005/8/layout/chevron2"/>
    <dgm:cxn modelId="{0006D0F4-BC89-435E-9A16-0AF0753EB203}" type="presOf" srcId="{7C839073-D423-4CF0-A279-F3597BB99994}" destId="{AD927985-2E20-4855-8300-EF608B954011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51A8BA01-A0F8-42E7-A6F4-557AC17614AE}" type="presOf" srcId="{68FAD2B8-B928-4799-8BC6-C42A1A6B3879}" destId="{BA57226D-E733-47AB-9C1E-7F48998AF898}" srcOrd="0" destOrd="0" presId="urn:microsoft.com/office/officeart/2005/8/layout/chevron2"/>
    <dgm:cxn modelId="{2A0BC028-0C34-4FDF-A3F2-4A200EB3AE06}" type="presParOf" srcId="{BA57226D-E733-47AB-9C1E-7F48998AF898}" destId="{CC146864-BFF0-4842-89BF-1105AD66F5D5}" srcOrd="0" destOrd="0" presId="urn:microsoft.com/office/officeart/2005/8/layout/chevron2"/>
    <dgm:cxn modelId="{7D4B4809-0B53-450B-89D0-4A73E6ABA191}" type="presParOf" srcId="{CC146864-BFF0-4842-89BF-1105AD66F5D5}" destId="{6597B828-368A-4EAC-99FD-85AB3B3FB0C4}" srcOrd="0" destOrd="0" presId="urn:microsoft.com/office/officeart/2005/8/layout/chevron2"/>
    <dgm:cxn modelId="{91872D91-A7B5-4DA5-BA1E-B7C0D9C38B37}" type="presParOf" srcId="{CC146864-BFF0-4842-89BF-1105AD66F5D5}" destId="{5DF62DFD-4FA4-479D-BACA-0B5672D793AE}" srcOrd="1" destOrd="0" presId="urn:microsoft.com/office/officeart/2005/8/layout/chevron2"/>
    <dgm:cxn modelId="{08B1D668-D040-4137-B119-78DACC6017C9}" type="presParOf" srcId="{BA57226D-E733-47AB-9C1E-7F48998AF898}" destId="{33D84CC3-27D8-4296-A650-E0BD45C89460}" srcOrd="1" destOrd="0" presId="urn:microsoft.com/office/officeart/2005/8/layout/chevron2"/>
    <dgm:cxn modelId="{2BA3029C-7B1F-4840-821C-2E17469737A9}" type="presParOf" srcId="{BA57226D-E733-47AB-9C1E-7F48998AF898}" destId="{8884328B-B7DF-4FEB-88E1-5749EF4A08C1}" srcOrd="2" destOrd="0" presId="urn:microsoft.com/office/officeart/2005/8/layout/chevron2"/>
    <dgm:cxn modelId="{01A378B2-575F-4F59-962E-F5F93084EED2}" type="presParOf" srcId="{8884328B-B7DF-4FEB-88E1-5749EF4A08C1}" destId="{CA3CA37D-96A6-40F5-8283-7F5E5E75CC28}" srcOrd="0" destOrd="0" presId="urn:microsoft.com/office/officeart/2005/8/layout/chevron2"/>
    <dgm:cxn modelId="{ED964010-7B54-4F5B-BF4D-C782BC3478F8}" type="presParOf" srcId="{8884328B-B7DF-4FEB-88E1-5749EF4A08C1}" destId="{2F79F4EE-99A1-4CEC-8FEE-C636AD274778}" srcOrd="1" destOrd="0" presId="urn:microsoft.com/office/officeart/2005/8/layout/chevron2"/>
    <dgm:cxn modelId="{24A8FA53-7E99-4EB5-AE52-7AEA54EC2F1C}" type="presParOf" srcId="{BA57226D-E733-47AB-9C1E-7F48998AF898}" destId="{A446C02B-6598-45A5-94CC-35BC3846B78B}" srcOrd="3" destOrd="0" presId="urn:microsoft.com/office/officeart/2005/8/layout/chevron2"/>
    <dgm:cxn modelId="{22B86F43-C0AA-404A-A510-AABD6A69CDC0}" type="presParOf" srcId="{BA57226D-E733-47AB-9C1E-7F48998AF898}" destId="{697118F7-20AA-4D55-BECB-464BCC2F1F89}" srcOrd="4" destOrd="0" presId="urn:microsoft.com/office/officeart/2005/8/layout/chevron2"/>
    <dgm:cxn modelId="{EA63B3AF-A0C2-4F62-AEBE-83F0D22F73DB}" type="presParOf" srcId="{697118F7-20AA-4D55-BECB-464BCC2F1F89}" destId="{3196A1B1-B062-4292-A00B-1AF4EFB306CF}" srcOrd="0" destOrd="0" presId="urn:microsoft.com/office/officeart/2005/8/layout/chevron2"/>
    <dgm:cxn modelId="{F92B721B-5A70-4894-AED4-09F2157A7BAD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Non-Filed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1" custLinFactNeighborY="299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1" custLinFactNeighborX="5531" custLinFactNeighborY="-882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965E9D56-F7B9-4B6E-A595-7A66783B6B64}" type="presOf" srcId="{68FAD2B8-B928-4799-8BC6-C42A1A6B3879}" destId="{BA57226D-E733-47AB-9C1E-7F48998AF898}" srcOrd="0" destOrd="0" presId="urn:microsoft.com/office/officeart/2005/8/layout/chevron2"/>
    <dgm:cxn modelId="{F401C090-4C68-4943-B03C-A4DE30551733}" type="presOf" srcId="{273FB2FC-BB42-42E4-809F-8792EAAA4D36}" destId="{6597B828-368A-4EAC-99FD-85AB3B3FB0C4}" srcOrd="0" destOrd="0" presId="urn:microsoft.com/office/officeart/2005/8/layout/chevron2"/>
    <dgm:cxn modelId="{067212FC-EA53-4C85-BB6C-542942F21082}" type="presOf" srcId="{AEA98A0A-5971-4387-8F87-30E2E87D1BBC}" destId="{5DF62DFD-4FA4-479D-BACA-0B5672D793AE}" srcOrd="0" destOrd="0" presId="urn:microsoft.com/office/officeart/2005/8/layout/chevron2"/>
    <dgm:cxn modelId="{328A2231-8DBC-4D40-8F45-DB7099582F7E}" type="presParOf" srcId="{BA57226D-E733-47AB-9C1E-7F48998AF898}" destId="{CC146864-BFF0-4842-89BF-1105AD66F5D5}" srcOrd="0" destOrd="0" presId="urn:microsoft.com/office/officeart/2005/8/layout/chevron2"/>
    <dgm:cxn modelId="{98DB73FE-ABEC-43FA-B499-DEC8F538C765}" type="presParOf" srcId="{CC146864-BFF0-4842-89BF-1105AD66F5D5}" destId="{6597B828-368A-4EAC-99FD-85AB3B3FB0C4}" srcOrd="0" destOrd="0" presId="urn:microsoft.com/office/officeart/2005/8/layout/chevron2"/>
    <dgm:cxn modelId="{261DFB8D-2290-4F87-A9E0-B0309241503F}" type="presParOf" srcId="{CC146864-BFF0-4842-89BF-1105AD66F5D5}" destId="{5DF62DFD-4FA4-479D-BACA-0B5672D793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Filed Rating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  <dgm:t>
        <a:bodyPr/>
        <a:lstStyle/>
        <a:p>
          <a:endParaRPr lang="en-US"/>
        </a:p>
      </dgm:t>
    </dgm:pt>
    <dgm:pt modelId="{8884328B-B7DF-4FEB-88E1-5749EF4A08C1}" type="pres">
      <dgm:prSet presAssocID="{6E4FFBC2-6C99-4467-A342-4F646E8105E8}" presName="composite" presStyleCnt="0"/>
      <dgm:spPr/>
      <dgm:t>
        <a:bodyPr/>
        <a:lstStyle/>
        <a:p>
          <a:endParaRPr lang="en-US"/>
        </a:p>
      </dgm:t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  <dgm:t>
        <a:bodyPr/>
        <a:lstStyle/>
        <a:p>
          <a:endParaRPr lang="en-US"/>
        </a:p>
      </dgm:t>
    </dgm:pt>
    <dgm:pt modelId="{697118F7-20AA-4D55-BECB-464BCC2F1F89}" type="pres">
      <dgm:prSet presAssocID="{6BB193CD-2BCB-422D-9372-D29AD8AB2E75}" presName="composite" presStyleCnt="0"/>
      <dgm:spPr/>
      <dgm:t>
        <a:bodyPr/>
        <a:lstStyle/>
        <a:p>
          <a:endParaRPr lang="en-US"/>
        </a:p>
      </dgm:t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48D24B-721E-48E8-94CB-81203488C8EB}" type="presOf" srcId="{7C839073-D423-4CF0-A279-F3597BB99994}" destId="{AD927985-2E20-4855-8300-EF608B954011}" srcOrd="0" destOrd="0" presId="urn:microsoft.com/office/officeart/2005/8/layout/chevron2"/>
    <dgm:cxn modelId="{74D48053-3713-41C3-BDB4-B2FAE11C599C}" type="presOf" srcId="{FD44662F-72BB-4119-801E-24399F494A56}" destId="{2F79F4EE-99A1-4CEC-8FEE-C636AD274778}" srcOrd="0" destOrd="0" presId="urn:microsoft.com/office/officeart/2005/8/layout/chevron2"/>
    <dgm:cxn modelId="{F2F2FBB9-2791-41DC-9526-6D93E809E2CC}" type="presOf" srcId="{6E4FFBC2-6C99-4467-A342-4F646E8105E8}" destId="{CA3CA37D-96A6-40F5-8283-7F5E5E75CC28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8B281696-DA9D-4A71-8A9F-DB0D69AA52D4}" type="presOf" srcId="{AEA98A0A-5971-4387-8F87-30E2E87D1BBC}" destId="{5DF62DFD-4FA4-479D-BACA-0B5672D793AE}" srcOrd="0" destOrd="0" presId="urn:microsoft.com/office/officeart/2005/8/layout/chevron2"/>
    <dgm:cxn modelId="{A8B60580-64DA-4E09-9A8F-03582DAE1F44}" type="presOf" srcId="{6BB193CD-2BCB-422D-9372-D29AD8AB2E75}" destId="{3196A1B1-B062-4292-A00B-1AF4EFB306CF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55203400-E377-4BE4-8345-FE81378E6181}" type="presOf" srcId="{68FAD2B8-B928-4799-8BC6-C42A1A6B3879}" destId="{BA57226D-E733-47AB-9C1E-7F48998AF898}" srcOrd="0" destOrd="0" presId="urn:microsoft.com/office/officeart/2005/8/layout/chevron2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89489BD6-4732-4A1B-955D-8B286FC9AA8D}" type="presOf" srcId="{273FB2FC-BB42-42E4-809F-8792EAAA4D36}" destId="{6597B828-368A-4EAC-99FD-85AB3B3FB0C4}" srcOrd="0" destOrd="0" presId="urn:microsoft.com/office/officeart/2005/8/layout/chevron2"/>
    <dgm:cxn modelId="{CBD88C40-7460-46F0-904C-AC4495C61B25}" type="presParOf" srcId="{BA57226D-E733-47AB-9C1E-7F48998AF898}" destId="{CC146864-BFF0-4842-89BF-1105AD66F5D5}" srcOrd="0" destOrd="0" presId="urn:microsoft.com/office/officeart/2005/8/layout/chevron2"/>
    <dgm:cxn modelId="{DE9A15F9-9B9F-4FEB-B4EE-17AE9F7A1364}" type="presParOf" srcId="{CC146864-BFF0-4842-89BF-1105AD66F5D5}" destId="{6597B828-368A-4EAC-99FD-85AB3B3FB0C4}" srcOrd="0" destOrd="0" presId="urn:microsoft.com/office/officeart/2005/8/layout/chevron2"/>
    <dgm:cxn modelId="{85E5FC58-9C1F-4D86-B2D3-D299123BA157}" type="presParOf" srcId="{CC146864-BFF0-4842-89BF-1105AD66F5D5}" destId="{5DF62DFD-4FA4-479D-BACA-0B5672D793AE}" srcOrd="1" destOrd="0" presId="urn:microsoft.com/office/officeart/2005/8/layout/chevron2"/>
    <dgm:cxn modelId="{A88B2E9C-5B70-43B7-A8D0-EE8A439CECF0}" type="presParOf" srcId="{BA57226D-E733-47AB-9C1E-7F48998AF898}" destId="{33D84CC3-27D8-4296-A650-E0BD45C89460}" srcOrd="1" destOrd="0" presId="urn:microsoft.com/office/officeart/2005/8/layout/chevron2"/>
    <dgm:cxn modelId="{05974413-B42F-443C-9D23-A7296FF131DC}" type="presParOf" srcId="{BA57226D-E733-47AB-9C1E-7F48998AF898}" destId="{8884328B-B7DF-4FEB-88E1-5749EF4A08C1}" srcOrd="2" destOrd="0" presId="urn:microsoft.com/office/officeart/2005/8/layout/chevron2"/>
    <dgm:cxn modelId="{0B94933D-9348-4777-BD6C-FBAF78E9C4F3}" type="presParOf" srcId="{8884328B-B7DF-4FEB-88E1-5749EF4A08C1}" destId="{CA3CA37D-96A6-40F5-8283-7F5E5E75CC28}" srcOrd="0" destOrd="0" presId="urn:microsoft.com/office/officeart/2005/8/layout/chevron2"/>
    <dgm:cxn modelId="{9584B09F-0E92-4D33-B8D6-E1306BF24F33}" type="presParOf" srcId="{8884328B-B7DF-4FEB-88E1-5749EF4A08C1}" destId="{2F79F4EE-99A1-4CEC-8FEE-C636AD274778}" srcOrd="1" destOrd="0" presId="urn:microsoft.com/office/officeart/2005/8/layout/chevron2"/>
    <dgm:cxn modelId="{2CE8D658-70E5-4A25-9AA6-D8BF1EBF1615}" type="presParOf" srcId="{BA57226D-E733-47AB-9C1E-7F48998AF898}" destId="{A446C02B-6598-45A5-94CC-35BC3846B78B}" srcOrd="3" destOrd="0" presId="urn:microsoft.com/office/officeart/2005/8/layout/chevron2"/>
    <dgm:cxn modelId="{AC19FA3F-7A73-4B58-A3DC-E210EBD0CC14}" type="presParOf" srcId="{BA57226D-E733-47AB-9C1E-7F48998AF898}" destId="{697118F7-20AA-4D55-BECB-464BCC2F1F89}" srcOrd="4" destOrd="0" presId="urn:microsoft.com/office/officeart/2005/8/layout/chevron2"/>
    <dgm:cxn modelId="{4B02B6ED-D21D-4D33-BBE3-78AF7A105E94}" type="presParOf" srcId="{697118F7-20AA-4D55-BECB-464BCC2F1F89}" destId="{3196A1B1-B062-4292-A00B-1AF4EFB306CF}" srcOrd="0" destOrd="0" presId="urn:microsoft.com/office/officeart/2005/8/layout/chevron2"/>
    <dgm:cxn modelId="{D26DC11B-5407-42C0-AA91-9442B51FC83A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Non-Filed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1" custLinFactNeighborY="299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1" custLinFactNeighborX="5531" custLinFactNeighborY="-882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0A65D0A1-AD1C-4F1E-A392-4DE3BBC59558}" type="presOf" srcId="{273FB2FC-BB42-42E4-809F-8792EAAA4D36}" destId="{6597B828-368A-4EAC-99FD-85AB3B3FB0C4}" srcOrd="0" destOrd="0" presId="urn:microsoft.com/office/officeart/2005/8/layout/chevron2"/>
    <dgm:cxn modelId="{CCE239C4-46F3-4A2A-86DB-3893D98FA652}" type="presOf" srcId="{68FAD2B8-B928-4799-8BC6-C42A1A6B3879}" destId="{BA57226D-E733-47AB-9C1E-7F48998AF898}" srcOrd="0" destOrd="0" presId="urn:microsoft.com/office/officeart/2005/8/layout/chevron2"/>
    <dgm:cxn modelId="{B5CCB621-B982-4486-B594-806C3F0EB5D6}" type="presOf" srcId="{AEA98A0A-5971-4387-8F87-30E2E87D1BBC}" destId="{5DF62DFD-4FA4-479D-BACA-0B5672D793AE}" srcOrd="0" destOrd="0" presId="urn:microsoft.com/office/officeart/2005/8/layout/chevron2"/>
    <dgm:cxn modelId="{F9CE4B4B-94EB-4CA8-BACF-0CF9978EF039}" type="presParOf" srcId="{BA57226D-E733-47AB-9C1E-7F48998AF898}" destId="{CC146864-BFF0-4842-89BF-1105AD66F5D5}" srcOrd="0" destOrd="0" presId="urn:microsoft.com/office/officeart/2005/8/layout/chevron2"/>
    <dgm:cxn modelId="{8CF2E6E7-3DCF-47E3-BBE1-04616998B5B7}" type="presParOf" srcId="{CC146864-BFF0-4842-89BF-1105AD66F5D5}" destId="{6597B828-368A-4EAC-99FD-85AB3B3FB0C4}" srcOrd="0" destOrd="0" presId="urn:microsoft.com/office/officeart/2005/8/layout/chevron2"/>
    <dgm:cxn modelId="{4E851F81-B6C7-49EB-8578-B366FAF9613F}" type="presParOf" srcId="{CC146864-BFF0-4842-89BF-1105AD66F5D5}" destId="{5DF62DFD-4FA4-479D-BACA-0B5672D793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Filed Rating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  <dgm:t>
        <a:bodyPr/>
        <a:lstStyle/>
        <a:p>
          <a:endParaRPr lang="en-US"/>
        </a:p>
      </dgm:t>
    </dgm:pt>
    <dgm:pt modelId="{8884328B-B7DF-4FEB-88E1-5749EF4A08C1}" type="pres">
      <dgm:prSet presAssocID="{6E4FFBC2-6C99-4467-A342-4F646E8105E8}" presName="composite" presStyleCnt="0"/>
      <dgm:spPr/>
      <dgm:t>
        <a:bodyPr/>
        <a:lstStyle/>
        <a:p>
          <a:endParaRPr lang="en-US"/>
        </a:p>
      </dgm:t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  <dgm:t>
        <a:bodyPr/>
        <a:lstStyle/>
        <a:p>
          <a:endParaRPr lang="en-US"/>
        </a:p>
      </dgm:t>
    </dgm:pt>
    <dgm:pt modelId="{697118F7-20AA-4D55-BECB-464BCC2F1F89}" type="pres">
      <dgm:prSet presAssocID="{6BB193CD-2BCB-422D-9372-D29AD8AB2E75}" presName="composite" presStyleCnt="0"/>
      <dgm:spPr/>
      <dgm:t>
        <a:bodyPr/>
        <a:lstStyle/>
        <a:p>
          <a:endParaRPr lang="en-US"/>
        </a:p>
      </dgm:t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1576667D-52A3-4FF7-A7AA-254D76E6462C}" type="presOf" srcId="{6BB193CD-2BCB-422D-9372-D29AD8AB2E75}" destId="{3196A1B1-B062-4292-A00B-1AF4EFB306CF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221B866B-1B52-47B9-A729-B6186FAE65B3}" type="presOf" srcId="{7C839073-D423-4CF0-A279-F3597BB99994}" destId="{AD927985-2E20-4855-8300-EF608B954011}" srcOrd="0" destOrd="0" presId="urn:microsoft.com/office/officeart/2005/8/layout/chevron2"/>
    <dgm:cxn modelId="{9B3B3134-38E5-4D31-80ED-ADC7994D18CA}" type="presOf" srcId="{6E4FFBC2-6C99-4467-A342-4F646E8105E8}" destId="{CA3CA37D-96A6-40F5-8283-7F5E5E75CC28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B561D4-9849-4F80-A9DB-7C2E1EAB67A5}" type="presOf" srcId="{FD44662F-72BB-4119-801E-24399F494A56}" destId="{2F79F4EE-99A1-4CEC-8FEE-C636AD274778}" srcOrd="0" destOrd="0" presId="urn:microsoft.com/office/officeart/2005/8/layout/chevron2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A49A1987-D578-474F-8C39-304DCC310468}" type="presOf" srcId="{AEA98A0A-5971-4387-8F87-30E2E87D1BBC}" destId="{5DF62DFD-4FA4-479D-BACA-0B5672D793AE}" srcOrd="0" destOrd="0" presId="urn:microsoft.com/office/officeart/2005/8/layout/chevron2"/>
    <dgm:cxn modelId="{4021768C-2126-4D0D-BE94-DAF0899593B7}" type="presOf" srcId="{273FB2FC-BB42-42E4-809F-8792EAAA4D36}" destId="{6597B828-368A-4EAC-99FD-85AB3B3FB0C4}" srcOrd="0" destOrd="0" presId="urn:microsoft.com/office/officeart/2005/8/layout/chevron2"/>
    <dgm:cxn modelId="{36293BD5-A3FB-4E95-BE83-79CD62DAEFB5}" type="presOf" srcId="{68FAD2B8-B928-4799-8BC6-C42A1A6B3879}" destId="{BA57226D-E733-47AB-9C1E-7F48998AF898}" srcOrd="0" destOrd="0" presId="urn:microsoft.com/office/officeart/2005/8/layout/chevron2"/>
    <dgm:cxn modelId="{5F9406F6-919E-420B-B991-D52413E30EF2}" type="presParOf" srcId="{BA57226D-E733-47AB-9C1E-7F48998AF898}" destId="{CC146864-BFF0-4842-89BF-1105AD66F5D5}" srcOrd="0" destOrd="0" presId="urn:microsoft.com/office/officeart/2005/8/layout/chevron2"/>
    <dgm:cxn modelId="{5E6FBD53-A253-446D-B533-B995889CEF3C}" type="presParOf" srcId="{CC146864-BFF0-4842-89BF-1105AD66F5D5}" destId="{6597B828-368A-4EAC-99FD-85AB3B3FB0C4}" srcOrd="0" destOrd="0" presId="urn:microsoft.com/office/officeart/2005/8/layout/chevron2"/>
    <dgm:cxn modelId="{8E333970-43BE-4D97-9A50-2B67B018295D}" type="presParOf" srcId="{CC146864-BFF0-4842-89BF-1105AD66F5D5}" destId="{5DF62DFD-4FA4-479D-BACA-0B5672D793AE}" srcOrd="1" destOrd="0" presId="urn:microsoft.com/office/officeart/2005/8/layout/chevron2"/>
    <dgm:cxn modelId="{3CC3499A-1E90-4BDB-B7F3-78E2B28624E0}" type="presParOf" srcId="{BA57226D-E733-47AB-9C1E-7F48998AF898}" destId="{33D84CC3-27D8-4296-A650-E0BD45C89460}" srcOrd="1" destOrd="0" presId="urn:microsoft.com/office/officeart/2005/8/layout/chevron2"/>
    <dgm:cxn modelId="{F624BFF5-49B2-4F90-9D96-0D9EA5619453}" type="presParOf" srcId="{BA57226D-E733-47AB-9C1E-7F48998AF898}" destId="{8884328B-B7DF-4FEB-88E1-5749EF4A08C1}" srcOrd="2" destOrd="0" presId="urn:microsoft.com/office/officeart/2005/8/layout/chevron2"/>
    <dgm:cxn modelId="{1791500C-873E-44D4-90E9-9F7A600423F3}" type="presParOf" srcId="{8884328B-B7DF-4FEB-88E1-5749EF4A08C1}" destId="{CA3CA37D-96A6-40F5-8283-7F5E5E75CC28}" srcOrd="0" destOrd="0" presId="urn:microsoft.com/office/officeart/2005/8/layout/chevron2"/>
    <dgm:cxn modelId="{F6F03DD0-58F5-45AD-906D-81B6827C2E49}" type="presParOf" srcId="{8884328B-B7DF-4FEB-88E1-5749EF4A08C1}" destId="{2F79F4EE-99A1-4CEC-8FEE-C636AD274778}" srcOrd="1" destOrd="0" presId="urn:microsoft.com/office/officeart/2005/8/layout/chevron2"/>
    <dgm:cxn modelId="{0E926B0F-4842-40F7-A32F-948D17512913}" type="presParOf" srcId="{BA57226D-E733-47AB-9C1E-7F48998AF898}" destId="{A446C02B-6598-45A5-94CC-35BC3846B78B}" srcOrd="3" destOrd="0" presId="urn:microsoft.com/office/officeart/2005/8/layout/chevron2"/>
    <dgm:cxn modelId="{9FC40E87-BDA5-4888-9397-6DE637D9B8BF}" type="presParOf" srcId="{BA57226D-E733-47AB-9C1E-7F48998AF898}" destId="{697118F7-20AA-4D55-BECB-464BCC2F1F89}" srcOrd="4" destOrd="0" presId="urn:microsoft.com/office/officeart/2005/8/layout/chevron2"/>
    <dgm:cxn modelId="{BF08DCFE-C00F-4F9C-A190-035D97AADEDD}" type="presParOf" srcId="{697118F7-20AA-4D55-BECB-464BCC2F1F89}" destId="{3196A1B1-B062-4292-A00B-1AF4EFB306CF}" srcOrd="0" destOrd="0" presId="urn:microsoft.com/office/officeart/2005/8/layout/chevron2"/>
    <dgm:cxn modelId="{1B1903B7-B80E-4DDD-91B0-EF02A63BEBCB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Non-Filed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1" custLinFactNeighborY="299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1" custLinFactNeighborX="5531" custLinFactNeighborY="-882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1C59F84A-877A-4EAC-989C-7DF2E76F64E0}" type="presOf" srcId="{273FB2FC-BB42-42E4-809F-8792EAAA4D36}" destId="{6597B828-368A-4EAC-99FD-85AB3B3FB0C4}" srcOrd="0" destOrd="0" presId="urn:microsoft.com/office/officeart/2005/8/layout/chevron2"/>
    <dgm:cxn modelId="{EAAE799D-6788-4570-BB01-53CC4307CD95}" type="presOf" srcId="{AEA98A0A-5971-4387-8F87-30E2E87D1BBC}" destId="{5DF62DFD-4FA4-479D-BACA-0B5672D793AE}" srcOrd="0" destOrd="0" presId="urn:microsoft.com/office/officeart/2005/8/layout/chevron2"/>
    <dgm:cxn modelId="{6E947053-B160-4638-BEDA-BF3A467A1699}" type="presOf" srcId="{68FAD2B8-B928-4799-8BC6-C42A1A6B3879}" destId="{BA57226D-E733-47AB-9C1E-7F48998AF898}" srcOrd="0" destOrd="0" presId="urn:microsoft.com/office/officeart/2005/8/layout/chevron2"/>
    <dgm:cxn modelId="{CDD6A44B-39B2-4805-BFEA-5D8C2A9EB347}" type="presParOf" srcId="{BA57226D-E733-47AB-9C1E-7F48998AF898}" destId="{CC146864-BFF0-4842-89BF-1105AD66F5D5}" srcOrd="0" destOrd="0" presId="urn:microsoft.com/office/officeart/2005/8/layout/chevron2"/>
    <dgm:cxn modelId="{BEF584F0-AD3B-4592-BAE3-5231723AE098}" type="presParOf" srcId="{CC146864-BFF0-4842-89BF-1105AD66F5D5}" destId="{6597B828-368A-4EAC-99FD-85AB3B3FB0C4}" srcOrd="0" destOrd="0" presId="urn:microsoft.com/office/officeart/2005/8/layout/chevron2"/>
    <dgm:cxn modelId="{032E80A0-DB22-49A5-810F-ABDB43E8C4FE}" type="presParOf" srcId="{CC146864-BFF0-4842-89BF-1105AD66F5D5}" destId="{5DF62DFD-4FA4-479D-BACA-0B5672D793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Filed Rating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  <dgm:t>
        <a:bodyPr/>
        <a:lstStyle/>
        <a:p>
          <a:endParaRPr lang="en-US"/>
        </a:p>
      </dgm:t>
    </dgm:pt>
    <dgm:pt modelId="{8884328B-B7DF-4FEB-88E1-5749EF4A08C1}" type="pres">
      <dgm:prSet presAssocID="{6E4FFBC2-6C99-4467-A342-4F646E8105E8}" presName="composite" presStyleCnt="0"/>
      <dgm:spPr/>
      <dgm:t>
        <a:bodyPr/>
        <a:lstStyle/>
        <a:p>
          <a:endParaRPr lang="en-US"/>
        </a:p>
      </dgm:t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  <dgm:t>
        <a:bodyPr/>
        <a:lstStyle/>
        <a:p>
          <a:endParaRPr lang="en-US"/>
        </a:p>
      </dgm:t>
    </dgm:pt>
    <dgm:pt modelId="{697118F7-20AA-4D55-BECB-464BCC2F1F89}" type="pres">
      <dgm:prSet presAssocID="{6BB193CD-2BCB-422D-9372-D29AD8AB2E75}" presName="composite" presStyleCnt="0"/>
      <dgm:spPr/>
      <dgm:t>
        <a:bodyPr/>
        <a:lstStyle/>
        <a:p>
          <a:endParaRPr lang="en-US"/>
        </a:p>
      </dgm:t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0B6AFC-1552-4A87-ABF3-6E808540A5DE}" type="presOf" srcId="{6BB193CD-2BCB-422D-9372-D29AD8AB2E75}" destId="{3196A1B1-B062-4292-A00B-1AF4EFB306CF}" srcOrd="0" destOrd="0" presId="urn:microsoft.com/office/officeart/2005/8/layout/chevron2"/>
    <dgm:cxn modelId="{B43088BE-0635-4435-865F-2958D8A3BDBC}" type="presOf" srcId="{AEA98A0A-5971-4387-8F87-30E2E87D1BBC}" destId="{5DF62DFD-4FA4-479D-BACA-0B5672D793AE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C4F5E51E-D5A4-4796-8D0F-F7B3B70332DE}" type="presOf" srcId="{FD44662F-72BB-4119-801E-24399F494A56}" destId="{2F79F4EE-99A1-4CEC-8FEE-C636AD274778}" srcOrd="0" destOrd="0" presId="urn:microsoft.com/office/officeart/2005/8/layout/chevron2"/>
    <dgm:cxn modelId="{47F6381A-6033-4475-ADD2-02E747766759}" type="presOf" srcId="{7C839073-D423-4CF0-A279-F3597BB99994}" destId="{AD927985-2E20-4855-8300-EF608B954011}" srcOrd="0" destOrd="0" presId="urn:microsoft.com/office/officeart/2005/8/layout/chevron2"/>
    <dgm:cxn modelId="{94BE5038-0185-4033-AA4E-B3C42C664D3D}" type="presOf" srcId="{68FAD2B8-B928-4799-8BC6-C42A1A6B3879}" destId="{BA57226D-E733-47AB-9C1E-7F48998AF898}" srcOrd="0" destOrd="0" presId="urn:microsoft.com/office/officeart/2005/8/layout/chevron2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A0B24ABC-61F8-4012-BCD4-1CDC565DE24D}" type="presOf" srcId="{273FB2FC-BB42-42E4-809F-8792EAAA4D36}" destId="{6597B828-368A-4EAC-99FD-85AB3B3FB0C4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E6E29C79-12DA-41AF-97E9-14CAD2288F99}" type="presOf" srcId="{6E4FFBC2-6C99-4467-A342-4F646E8105E8}" destId="{CA3CA37D-96A6-40F5-8283-7F5E5E75CC28}" srcOrd="0" destOrd="0" presId="urn:microsoft.com/office/officeart/2005/8/layout/chevron2"/>
    <dgm:cxn modelId="{C27997A0-B97A-4F38-97C1-479921673112}" type="presParOf" srcId="{BA57226D-E733-47AB-9C1E-7F48998AF898}" destId="{CC146864-BFF0-4842-89BF-1105AD66F5D5}" srcOrd="0" destOrd="0" presId="urn:microsoft.com/office/officeart/2005/8/layout/chevron2"/>
    <dgm:cxn modelId="{63043C02-C1BD-43DA-940B-630BBAD5E935}" type="presParOf" srcId="{CC146864-BFF0-4842-89BF-1105AD66F5D5}" destId="{6597B828-368A-4EAC-99FD-85AB3B3FB0C4}" srcOrd="0" destOrd="0" presId="urn:microsoft.com/office/officeart/2005/8/layout/chevron2"/>
    <dgm:cxn modelId="{A4C21166-7F04-45CE-BA6D-6E9E6C03B9C3}" type="presParOf" srcId="{CC146864-BFF0-4842-89BF-1105AD66F5D5}" destId="{5DF62DFD-4FA4-479D-BACA-0B5672D793AE}" srcOrd="1" destOrd="0" presId="urn:microsoft.com/office/officeart/2005/8/layout/chevron2"/>
    <dgm:cxn modelId="{9BB6C674-51F6-4C28-9C8C-F116FF76EE43}" type="presParOf" srcId="{BA57226D-E733-47AB-9C1E-7F48998AF898}" destId="{33D84CC3-27D8-4296-A650-E0BD45C89460}" srcOrd="1" destOrd="0" presId="urn:microsoft.com/office/officeart/2005/8/layout/chevron2"/>
    <dgm:cxn modelId="{0BE54DE4-B050-4248-8E06-E173324702FC}" type="presParOf" srcId="{BA57226D-E733-47AB-9C1E-7F48998AF898}" destId="{8884328B-B7DF-4FEB-88E1-5749EF4A08C1}" srcOrd="2" destOrd="0" presId="urn:microsoft.com/office/officeart/2005/8/layout/chevron2"/>
    <dgm:cxn modelId="{7E4C360A-4D13-4F5A-B386-BFBD2C73EFC1}" type="presParOf" srcId="{8884328B-B7DF-4FEB-88E1-5749EF4A08C1}" destId="{CA3CA37D-96A6-40F5-8283-7F5E5E75CC28}" srcOrd="0" destOrd="0" presId="urn:microsoft.com/office/officeart/2005/8/layout/chevron2"/>
    <dgm:cxn modelId="{B30B66FD-DEFA-4759-B757-2C4A8652FD9B}" type="presParOf" srcId="{8884328B-B7DF-4FEB-88E1-5749EF4A08C1}" destId="{2F79F4EE-99A1-4CEC-8FEE-C636AD274778}" srcOrd="1" destOrd="0" presId="urn:microsoft.com/office/officeart/2005/8/layout/chevron2"/>
    <dgm:cxn modelId="{7749694E-0DD8-4F52-80BF-32060B9AE28B}" type="presParOf" srcId="{BA57226D-E733-47AB-9C1E-7F48998AF898}" destId="{A446C02B-6598-45A5-94CC-35BC3846B78B}" srcOrd="3" destOrd="0" presId="urn:microsoft.com/office/officeart/2005/8/layout/chevron2"/>
    <dgm:cxn modelId="{1A5ACC5A-33B9-4D7A-B12F-84EB09DB642E}" type="presParOf" srcId="{BA57226D-E733-47AB-9C1E-7F48998AF898}" destId="{697118F7-20AA-4D55-BECB-464BCC2F1F89}" srcOrd="4" destOrd="0" presId="urn:microsoft.com/office/officeart/2005/8/layout/chevron2"/>
    <dgm:cxn modelId="{F80F97ED-00EE-496D-B9D5-34227013738E}" type="presParOf" srcId="{697118F7-20AA-4D55-BECB-464BCC2F1F89}" destId="{3196A1B1-B062-4292-A00B-1AF4EFB306CF}" srcOrd="0" destOrd="0" presId="urn:microsoft.com/office/officeart/2005/8/layout/chevron2"/>
    <dgm:cxn modelId="{A6331B1A-CCDF-4047-92E4-7CBFBDD33BBD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Non-Filed Classes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1" custLinFactNeighborY="299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1" custLinFactNeighborX="5531" custLinFactNeighborY="-882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36B57C99-148C-43E3-A437-6880D6E60C39}" type="presOf" srcId="{AEA98A0A-5971-4387-8F87-30E2E87D1BBC}" destId="{5DF62DFD-4FA4-479D-BACA-0B5672D793AE}" srcOrd="0" destOrd="0" presId="urn:microsoft.com/office/officeart/2005/8/layout/chevron2"/>
    <dgm:cxn modelId="{68107395-0AAC-4EA1-BB12-6E5B781ACD6C}" type="presOf" srcId="{273FB2FC-BB42-42E4-809F-8792EAAA4D36}" destId="{6597B828-368A-4EAC-99FD-85AB3B3FB0C4}" srcOrd="0" destOrd="0" presId="urn:microsoft.com/office/officeart/2005/8/layout/chevron2"/>
    <dgm:cxn modelId="{CB15874A-50C9-48AA-AD24-9A442EB2F553}" type="presOf" srcId="{68FAD2B8-B928-4799-8BC6-C42A1A6B3879}" destId="{BA57226D-E733-47AB-9C1E-7F48998AF898}" srcOrd="0" destOrd="0" presId="urn:microsoft.com/office/officeart/2005/8/layout/chevron2"/>
    <dgm:cxn modelId="{6F335880-FBDC-4867-86E6-FD09466F3909}" type="presParOf" srcId="{BA57226D-E733-47AB-9C1E-7F48998AF898}" destId="{CC146864-BFF0-4842-89BF-1105AD66F5D5}" srcOrd="0" destOrd="0" presId="urn:microsoft.com/office/officeart/2005/8/layout/chevron2"/>
    <dgm:cxn modelId="{FE579F18-C77A-4D56-93D5-8DD5C5C72AA3}" type="presParOf" srcId="{CC146864-BFF0-4842-89BF-1105AD66F5D5}" destId="{6597B828-368A-4EAC-99FD-85AB3B3FB0C4}" srcOrd="0" destOrd="0" presId="urn:microsoft.com/office/officeart/2005/8/layout/chevron2"/>
    <dgm:cxn modelId="{756BF48F-0DFB-4991-AD0D-6B7B14C092A8}" type="presParOf" srcId="{CC146864-BFF0-4842-89BF-1105AD66F5D5}" destId="{5DF62DFD-4FA4-479D-BACA-0B5672D793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Types of Ocean marine policies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1" custLinFactNeighborX="20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656B18BB-5671-4805-B87F-ADC32A590327}" type="presOf" srcId="{68FAD2B8-B928-4799-8BC6-C42A1A6B3879}" destId="{BA57226D-E733-47AB-9C1E-7F48998AF898}" srcOrd="0" destOrd="0" presId="urn:microsoft.com/office/officeart/2005/8/layout/chevron2"/>
    <dgm:cxn modelId="{40730F61-8ABC-496F-9D48-53854565F305}" type="presOf" srcId="{273FB2FC-BB42-42E4-809F-8792EAAA4D36}" destId="{6597B828-368A-4EAC-99FD-85AB3B3FB0C4}" srcOrd="0" destOrd="0" presId="urn:microsoft.com/office/officeart/2005/8/layout/chevron2"/>
    <dgm:cxn modelId="{919E9899-FD95-451D-AD75-DE55D978AEEB}" type="presOf" srcId="{AEA98A0A-5971-4387-8F87-30E2E87D1BBC}" destId="{5DF62DFD-4FA4-479D-BACA-0B5672D793AE}" srcOrd="0" destOrd="0" presId="urn:microsoft.com/office/officeart/2005/8/layout/chevron2"/>
    <dgm:cxn modelId="{5EFB2FA4-052B-4A44-981E-2047EE77F645}" type="presParOf" srcId="{BA57226D-E733-47AB-9C1E-7F48998AF898}" destId="{CC146864-BFF0-4842-89BF-1105AD66F5D5}" srcOrd="0" destOrd="0" presId="urn:microsoft.com/office/officeart/2005/8/layout/chevron2"/>
    <dgm:cxn modelId="{F01EFD23-DA24-4CEE-9B7B-470FF5ED40A8}" type="presParOf" srcId="{CC146864-BFF0-4842-89BF-1105AD66F5D5}" destId="{6597B828-368A-4EAC-99FD-85AB3B3FB0C4}" srcOrd="0" destOrd="0" presId="urn:microsoft.com/office/officeart/2005/8/layout/chevron2"/>
    <dgm:cxn modelId="{F8BEF634-A1A3-45A8-AE16-07EDFF03FFEB}" type="presParOf" srcId="{CC146864-BFF0-4842-89BF-1105AD66F5D5}" destId="{5DF62DFD-4FA4-479D-BACA-0B5672D793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Types of Ocean marine policies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1" custLinFactNeighborX="20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75D0EDC1-4BBF-4B63-8663-8C89BDCC0402}" type="presOf" srcId="{AEA98A0A-5971-4387-8F87-30E2E87D1BBC}" destId="{5DF62DFD-4FA4-479D-BACA-0B5672D793AE}" srcOrd="0" destOrd="0" presId="urn:microsoft.com/office/officeart/2005/8/layout/chevron2"/>
    <dgm:cxn modelId="{81557420-EAD6-420E-A95F-486052DBC7C4}" type="presOf" srcId="{68FAD2B8-B928-4799-8BC6-C42A1A6B3879}" destId="{BA57226D-E733-47AB-9C1E-7F48998AF898}" srcOrd="0" destOrd="0" presId="urn:microsoft.com/office/officeart/2005/8/layout/chevron2"/>
    <dgm:cxn modelId="{FCCF37BF-A6A3-4739-AA3E-F114B17B5FA6}" type="presOf" srcId="{273FB2FC-BB42-42E4-809F-8792EAAA4D36}" destId="{6597B828-368A-4EAC-99FD-85AB3B3FB0C4}" srcOrd="0" destOrd="0" presId="urn:microsoft.com/office/officeart/2005/8/layout/chevron2"/>
    <dgm:cxn modelId="{7230ABAF-E7BE-4559-AA2B-E0A4A390BE64}" type="presParOf" srcId="{BA57226D-E733-47AB-9C1E-7F48998AF898}" destId="{CC146864-BFF0-4842-89BF-1105AD66F5D5}" srcOrd="0" destOrd="0" presId="urn:microsoft.com/office/officeart/2005/8/layout/chevron2"/>
    <dgm:cxn modelId="{F3E5F9D3-6A37-4F7A-A050-7F11EC15C3C8}" type="presParOf" srcId="{CC146864-BFF0-4842-89BF-1105AD66F5D5}" destId="{6597B828-368A-4EAC-99FD-85AB3B3FB0C4}" srcOrd="0" destOrd="0" presId="urn:microsoft.com/office/officeart/2005/8/layout/chevron2"/>
    <dgm:cxn modelId="{087027DF-F920-464D-85E9-1EB84C7D609C}" type="presParOf" srcId="{CC146864-BFF0-4842-89BF-1105AD66F5D5}" destId="{5DF62DFD-4FA4-479D-BACA-0B5672D793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Types of Ocean marine policies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1" custLinFactNeighborX="20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9C1DE42B-B71B-4195-990D-847C7D4E8B66}" type="presOf" srcId="{68FAD2B8-B928-4799-8BC6-C42A1A6B3879}" destId="{BA57226D-E733-47AB-9C1E-7F48998AF898}" srcOrd="0" destOrd="0" presId="urn:microsoft.com/office/officeart/2005/8/layout/chevron2"/>
    <dgm:cxn modelId="{0EACDFC1-DD1C-4851-AE19-964F7316CB7D}" type="presOf" srcId="{AEA98A0A-5971-4387-8F87-30E2E87D1BBC}" destId="{5DF62DFD-4FA4-479D-BACA-0B5672D793AE}" srcOrd="0" destOrd="0" presId="urn:microsoft.com/office/officeart/2005/8/layout/chevron2"/>
    <dgm:cxn modelId="{3C4EF343-A9CD-4140-8E86-AA22CA178869}" type="presOf" srcId="{273FB2FC-BB42-42E4-809F-8792EAAA4D36}" destId="{6597B828-368A-4EAC-99FD-85AB3B3FB0C4}" srcOrd="0" destOrd="0" presId="urn:microsoft.com/office/officeart/2005/8/layout/chevron2"/>
    <dgm:cxn modelId="{BFF9A938-E9BB-49C1-A908-E2CC6146C554}" type="presParOf" srcId="{BA57226D-E733-47AB-9C1E-7F48998AF898}" destId="{CC146864-BFF0-4842-89BF-1105AD66F5D5}" srcOrd="0" destOrd="0" presId="urn:microsoft.com/office/officeart/2005/8/layout/chevron2"/>
    <dgm:cxn modelId="{5E452B23-CD5D-4444-8013-20ACAF895C03}" type="presParOf" srcId="{CC146864-BFF0-4842-89BF-1105AD66F5D5}" destId="{6597B828-368A-4EAC-99FD-85AB3B3FB0C4}" srcOrd="0" destOrd="0" presId="urn:microsoft.com/office/officeart/2005/8/layout/chevron2"/>
    <dgm:cxn modelId="{F9FBF1EA-9A69-407F-94E7-4C83ED7393FE}" type="presParOf" srcId="{CC146864-BFF0-4842-89BF-1105AD66F5D5}" destId="{5DF62DFD-4FA4-479D-BACA-0B5672D793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957" y="142229"/>
          <a:ext cx="939714" cy="657799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0172"/>
        <a:ext cx="657799" cy="281915"/>
      </dsp:txXfrm>
    </dsp:sp>
    <dsp:sp modelId="{5DF62DFD-4FA4-479D-BACA-0B5672D793AE}">
      <dsp:nvSpPr>
        <dsp:cNvPr id="0" name=""/>
        <dsp:cNvSpPr/>
      </dsp:nvSpPr>
      <dsp:spPr>
        <a:xfrm rot="5400000">
          <a:off x="1407242" y="-748170"/>
          <a:ext cx="610814" cy="2109700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31089"/>
        <a:ext cx="2079883" cy="551180"/>
      </dsp:txXfrm>
    </dsp:sp>
    <dsp:sp modelId="{CA3CA37D-96A6-40F5-8283-7F5E5E75CC28}">
      <dsp:nvSpPr>
        <dsp:cNvPr id="0" name=""/>
        <dsp:cNvSpPr/>
      </dsp:nvSpPr>
      <dsp:spPr>
        <a:xfrm rot="5400000">
          <a:off x="-140957" y="872432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375"/>
        <a:ext cx="657799" cy="281915"/>
      </dsp:txXfrm>
    </dsp:sp>
    <dsp:sp modelId="{2F79F4EE-99A1-4CEC-8FEE-C636AD274778}">
      <dsp:nvSpPr>
        <dsp:cNvPr id="0" name=""/>
        <dsp:cNvSpPr/>
      </dsp:nvSpPr>
      <dsp:spPr>
        <a:xfrm rot="5400000">
          <a:off x="1407242" y="-17967"/>
          <a:ext cx="610814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761292"/>
        <a:ext cx="2079883" cy="551180"/>
      </dsp:txXfrm>
    </dsp:sp>
    <dsp:sp modelId="{3196A1B1-B062-4292-A00B-1AF4EFB306CF}">
      <dsp:nvSpPr>
        <dsp:cNvPr id="0" name=""/>
        <dsp:cNvSpPr/>
      </dsp:nvSpPr>
      <dsp:spPr>
        <a:xfrm rot="5400000">
          <a:off x="-140957" y="1602635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578"/>
        <a:ext cx="657799" cy="281915"/>
      </dsp:txXfrm>
    </dsp:sp>
    <dsp:sp modelId="{AD927985-2E20-4855-8300-EF608B954011}">
      <dsp:nvSpPr>
        <dsp:cNvPr id="0" name=""/>
        <dsp:cNvSpPr/>
      </dsp:nvSpPr>
      <dsp:spPr>
        <a:xfrm rot="5400000">
          <a:off x="1450351" y="712235"/>
          <a:ext cx="524597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Filed Rating Classes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1530396"/>
        <a:ext cx="2084091" cy="4733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29180" y="130864"/>
          <a:ext cx="861200" cy="60284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0" y="303104"/>
        <a:ext cx="602840" cy="258360"/>
      </dsp:txXfrm>
    </dsp:sp>
    <dsp:sp modelId="{5DF62DFD-4FA4-479D-BACA-0B5672D793AE}">
      <dsp:nvSpPr>
        <dsp:cNvPr id="0" name=""/>
        <dsp:cNvSpPr/>
      </dsp:nvSpPr>
      <dsp:spPr>
        <a:xfrm rot="5400000">
          <a:off x="1390399" y="-787559"/>
          <a:ext cx="559780" cy="21348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Non-Filed Classes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02840" y="27326"/>
        <a:ext cx="2107572" cy="5051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957" y="142229"/>
          <a:ext cx="939714" cy="657799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0172"/>
        <a:ext cx="657799" cy="281915"/>
      </dsp:txXfrm>
    </dsp:sp>
    <dsp:sp modelId="{5DF62DFD-4FA4-479D-BACA-0B5672D793AE}">
      <dsp:nvSpPr>
        <dsp:cNvPr id="0" name=""/>
        <dsp:cNvSpPr/>
      </dsp:nvSpPr>
      <dsp:spPr>
        <a:xfrm rot="5400000">
          <a:off x="1407242" y="-748170"/>
          <a:ext cx="610814" cy="2109700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31089"/>
        <a:ext cx="2079883" cy="551180"/>
      </dsp:txXfrm>
    </dsp:sp>
    <dsp:sp modelId="{CA3CA37D-96A6-40F5-8283-7F5E5E75CC28}">
      <dsp:nvSpPr>
        <dsp:cNvPr id="0" name=""/>
        <dsp:cNvSpPr/>
      </dsp:nvSpPr>
      <dsp:spPr>
        <a:xfrm rot="5400000">
          <a:off x="-140957" y="872432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375"/>
        <a:ext cx="657799" cy="281915"/>
      </dsp:txXfrm>
    </dsp:sp>
    <dsp:sp modelId="{2F79F4EE-99A1-4CEC-8FEE-C636AD274778}">
      <dsp:nvSpPr>
        <dsp:cNvPr id="0" name=""/>
        <dsp:cNvSpPr/>
      </dsp:nvSpPr>
      <dsp:spPr>
        <a:xfrm rot="5400000">
          <a:off x="1407242" y="-17967"/>
          <a:ext cx="610814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761292"/>
        <a:ext cx="2079883" cy="551180"/>
      </dsp:txXfrm>
    </dsp:sp>
    <dsp:sp modelId="{3196A1B1-B062-4292-A00B-1AF4EFB306CF}">
      <dsp:nvSpPr>
        <dsp:cNvPr id="0" name=""/>
        <dsp:cNvSpPr/>
      </dsp:nvSpPr>
      <dsp:spPr>
        <a:xfrm rot="5400000">
          <a:off x="-140957" y="1602635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578"/>
        <a:ext cx="657799" cy="281915"/>
      </dsp:txXfrm>
    </dsp:sp>
    <dsp:sp modelId="{AD927985-2E20-4855-8300-EF608B954011}">
      <dsp:nvSpPr>
        <dsp:cNvPr id="0" name=""/>
        <dsp:cNvSpPr/>
      </dsp:nvSpPr>
      <dsp:spPr>
        <a:xfrm rot="5400000">
          <a:off x="1450351" y="712235"/>
          <a:ext cx="524597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Filed Rating Classes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1530396"/>
        <a:ext cx="2084091" cy="4733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29180" y="130864"/>
          <a:ext cx="861200" cy="60284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0" y="303104"/>
        <a:ext cx="602840" cy="258360"/>
      </dsp:txXfrm>
    </dsp:sp>
    <dsp:sp modelId="{5DF62DFD-4FA4-479D-BACA-0B5672D793AE}">
      <dsp:nvSpPr>
        <dsp:cNvPr id="0" name=""/>
        <dsp:cNvSpPr/>
      </dsp:nvSpPr>
      <dsp:spPr>
        <a:xfrm rot="5400000">
          <a:off x="1390399" y="-787559"/>
          <a:ext cx="559780" cy="21348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Non-Filed Classes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02840" y="27326"/>
        <a:ext cx="2107572" cy="5051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957" y="142229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0172"/>
        <a:ext cx="657799" cy="281915"/>
      </dsp:txXfrm>
    </dsp:sp>
    <dsp:sp modelId="{5DF62DFD-4FA4-479D-BACA-0B5672D793AE}">
      <dsp:nvSpPr>
        <dsp:cNvPr id="0" name=""/>
        <dsp:cNvSpPr/>
      </dsp:nvSpPr>
      <dsp:spPr>
        <a:xfrm rot="5400000">
          <a:off x="1407242" y="-748170"/>
          <a:ext cx="610814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31089"/>
        <a:ext cx="2079883" cy="551180"/>
      </dsp:txXfrm>
    </dsp:sp>
    <dsp:sp modelId="{CA3CA37D-96A6-40F5-8283-7F5E5E75CC28}">
      <dsp:nvSpPr>
        <dsp:cNvPr id="0" name=""/>
        <dsp:cNvSpPr/>
      </dsp:nvSpPr>
      <dsp:spPr>
        <a:xfrm rot="5400000">
          <a:off x="-140957" y="872432"/>
          <a:ext cx="939714" cy="657799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375"/>
        <a:ext cx="657799" cy="281915"/>
      </dsp:txXfrm>
    </dsp:sp>
    <dsp:sp modelId="{2F79F4EE-99A1-4CEC-8FEE-C636AD274778}">
      <dsp:nvSpPr>
        <dsp:cNvPr id="0" name=""/>
        <dsp:cNvSpPr/>
      </dsp:nvSpPr>
      <dsp:spPr>
        <a:xfrm rot="5400000">
          <a:off x="1407242" y="-17967"/>
          <a:ext cx="610814" cy="2109700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761292"/>
        <a:ext cx="2079883" cy="551180"/>
      </dsp:txXfrm>
    </dsp:sp>
    <dsp:sp modelId="{3196A1B1-B062-4292-A00B-1AF4EFB306CF}">
      <dsp:nvSpPr>
        <dsp:cNvPr id="0" name=""/>
        <dsp:cNvSpPr/>
      </dsp:nvSpPr>
      <dsp:spPr>
        <a:xfrm rot="5400000">
          <a:off x="-140957" y="1602635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578"/>
        <a:ext cx="657799" cy="281915"/>
      </dsp:txXfrm>
    </dsp:sp>
    <dsp:sp modelId="{AD927985-2E20-4855-8300-EF608B954011}">
      <dsp:nvSpPr>
        <dsp:cNvPr id="0" name=""/>
        <dsp:cNvSpPr/>
      </dsp:nvSpPr>
      <dsp:spPr>
        <a:xfrm rot="5400000">
          <a:off x="1450351" y="712235"/>
          <a:ext cx="524597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Filed Rating Classes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1530396"/>
        <a:ext cx="2084091" cy="4733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29180" y="130864"/>
          <a:ext cx="861200" cy="60284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0" y="303104"/>
        <a:ext cx="602840" cy="258360"/>
      </dsp:txXfrm>
    </dsp:sp>
    <dsp:sp modelId="{5DF62DFD-4FA4-479D-BACA-0B5672D793AE}">
      <dsp:nvSpPr>
        <dsp:cNvPr id="0" name=""/>
        <dsp:cNvSpPr/>
      </dsp:nvSpPr>
      <dsp:spPr>
        <a:xfrm rot="5400000">
          <a:off x="1390399" y="-787559"/>
          <a:ext cx="559780" cy="21348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Non-Filed Classes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02840" y="27326"/>
        <a:ext cx="2107572" cy="5051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6F6F8-1AC0-4D01-BEA1-308F81A1BEC2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57691-B56D-4694-A91B-D15F3ED3C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5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https://www.youtube.com/watch?v=neYUaEIr884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57691-B56D-4694-A91B-D15F3ED3C0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92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9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84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6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9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8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6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7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0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47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05821"/>
      </p:ext>
    </p:extLst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371554" y="6363129"/>
            <a:ext cx="608274" cy="36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z="1776" smtClean="0">
                <a:solidFill>
                  <a:schemeClr val="tx1"/>
                </a:solidFill>
              </a:rPr>
              <a:t>‹#›</a:t>
            </a:fld>
            <a:endParaRPr lang="en-US" sz="1776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468" y="195809"/>
            <a:ext cx="1227358" cy="108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2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7FDC6-F59E-4632-8367-1ACF8DB7596C}" type="datetimeFigureOut">
              <a:rPr lang="en-US" smtClean="0"/>
              <a:t>3/29/2019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microsoft.com/office/2007/relationships/diagramDrawing" Target="../diagrams/drawing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9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9.xml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9.xml"/><Relationship Id="rId9" Type="http://schemas.openxmlformats.org/officeDocument/2006/relationships/diagramLayout" Target="../diagrams/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microsoft.com/office/2007/relationships/diagramDrawing" Target="../diagrams/drawing1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1.xml"/><Relationship Id="rId11" Type="http://schemas.openxmlformats.org/officeDocument/2006/relationships/diagramColors" Target="../diagrams/colors12.xml"/><Relationship Id="rId5" Type="http://schemas.openxmlformats.org/officeDocument/2006/relationships/diagramQuickStyle" Target="../diagrams/quickStyle11.xml"/><Relationship Id="rId10" Type="http://schemas.openxmlformats.org/officeDocument/2006/relationships/diagramQuickStyle" Target="../diagrams/quickStyle12.xml"/><Relationship Id="rId4" Type="http://schemas.openxmlformats.org/officeDocument/2006/relationships/diagramLayout" Target="../diagrams/layout11.xml"/><Relationship Id="rId9" Type="http://schemas.openxmlformats.org/officeDocument/2006/relationships/diagramLayout" Target="../diagrams/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4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microsoft.com/office/2007/relationships/diagramDrawing" Target="../diagrams/drawing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3.xml"/><Relationship Id="rId11" Type="http://schemas.openxmlformats.org/officeDocument/2006/relationships/diagramColors" Target="../diagrams/colors14.xml"/><Relationship Id="rId5" Type="http://schemas.openxmlformats.org/officeDocument/2006/relationships/diagramQuickStyle" Target="../diagrams/quickStyle13.xml"/><Relationship Id="rId10" Type="http://schemas.openxmlformats.org/officeDocument/2006/relationships/diagramQuickStyle" Target="../diagrams/quickStyle14.xml"/><Relationship Id="rId4" Type="http://schemas.openxmlformats.org/officeDocument/2006/relationships/diagramLayout" Target="../diagrams/layout13.xml"/><Relationship Id="rId9" Type="http://schemas.openxmlformats.org/officeDocument/2006/relationships/diagramLayout" Target="../diagrams/layout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5.xml"/><Relationship Id="rId13" Type="http://schemas.openxmlformats.org/officeDocument/2006/relationships/diagramColors" Target="../diagrams/colors16.xml"/><Relationship Id="rId3" Type="http://schemas.openxmlformats.org/officeDocument/2006/relationships/image" Target="../media/image4.wmf"/><Relationship Id="rId7" Type="http://schemas.openxmlformats.org/officeDocument/2006/relationships/diagramQuickStyle" Target="../diagrams/quickStyle15.xml"/><Relationship Id="rId12" Type="http://schemas.openxmlformats.org/officeDocument/2006/relationships/diagramQuickStyle" Target="../diagrams/quickStyle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Layout" Target="../diagrams/layout15.xml"/><Relationship Id="rId11" Type="http://schemas.openxmlformats.org/officeDocument/2006/relationships/diagramLayout" Target="../diagrams/layout16.xml"/><Relationship Id="rId5" Type="http://schemas.openxmlformats.org/officeDocument/2006/relationships/diagramData" Target="../diagrams/data15.xml"/><Relationship Id="rId10" Type="http://schemas.openxmlformats.org/officeDocument/2006/relationships/diagramData" Target="../diagrams/data16.xml"/><Relationship Id="rId4" Type="http://schemas.openxmlformats.org/officeDocument/2006/relationships/image" Target="../media/image5.wmf"/><Relationship Id="rId9" Type="http://schemas.microsoft.com/office/2007/relationships/diagramDrawing" Target="../diagrams/drawing15.xml"/><Relationship Id="rId14" Type="http://schemas.microsoft.com/office/2007/relationships/diagramDrawing" Target="../diagrams/drawin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016" y="729154"/>
            <a:ext cx="4342251" cy="38356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8648" y="5164428"/>
            <a:ext cx="92985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Inland Marine and Ocean Marine Insurance</a:t>
            </a:r>
            <a:endParaRPr lang="en-US" sz="35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9618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797332"/>
            <a:ext cx="9804188" cy="2646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69" y="-7940"/>
            <a:ext cx="12165823" cy="83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8788" tIns="108788" rIns="108788" bIns="10878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endParaRPr lang="en-US" altLang="en-US" sz="3454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391059" y="248820"/>
            <a:ext cx="12165823" cy="83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8788" tIns="108788" rIns="108788" bIns="10878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454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Objectives	</a:t>
            </a:r>
            <a:endParaRPr lang="en-US" altLang="en-US" sz="3454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36968" y="1782970"/>
            <a:ext cx="947400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Segoe UI Light" panose="020B0502040204020203" pitchFamily="34" charset="0"/>
                <a:cs typeface="Arial" pitchFamily="34" charset="0"/>
              </a:rPr>
              <a:t>To provide an overview on what is Inland and Ocean Marine Insurance and why it is required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Segoe UI Light" panose="020B0502040204020203" pitchFamily="34" charset="0"/>
                <a:cs typeface="Arial" pitchFamily="34" charset="0"/>
              </a:rPr>
              <a:t>To </a:t>
            </a: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provide an understanding on Filed and Non-Field classes of Inland Marine Insurance and its difference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Segoe UI Light" panose="020B0502040204020203" pitchFamily="34" charset="0"/>
                <a:cs typeface="Arial" pitchFamily="34" charset="0"/>
              </a:rPr>
              <a:t>To provide an understanding on the role of Judgement rating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Segoe UI Light" panose="020B0502040204020203" pitchFamily="34" charset="0"/>
                <a:cs typeface="Arial" pitchFamily="34" charset="0"/>
              </a:rPr>
              <a:t>To </a:t>
            </a: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provide an understanding what is covered under filed and non-filed classes in Inland Marine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To provide an understanding on three types of Ocean Marine Insurance (Cargo</a:t>
            </a:r>
            <a:r>
              <a:rPr lang="en-US" sz="2200" dirty="0" smtClean="0">
                <a:latin typeface="Segoe UI Light" panose="020B0502040204020203" pitchFamily="34" charset="0"/>
                <a:cs typeface="Arial" pitchFamily="34" charset="0"/>
              </a:rPr>
              <a:t>, Hull </a:t>
            </a: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and Protection and Indemnity Insurance)</a:t>
            </a:r>
          </a:p>
          <a:p>
            <a:pPr algn="just"/>
            <a:endParaRPr lang="en-US" sz="2200" dirty="0">
              <a:latin typeface="Segoe UI Light" panose="020B0502040204020203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11374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3058" y="362935"/>
            <a:ext cx="50289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5" name="Rectangle 4"/>
          <p:cNvSpPr/>
          <p:nvPr/>
        </p:nvSpPr>
        <p:spPr>
          <a:xfrm>
            <a:off x="631065" y="1478387"/>
            <a:ext cx="6838681" cy="434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2449" indent="-222449">
              <a:lnSpc>
                <a:spcPct val="90000"/>
              </a:lnSpc>
              <a:spcBef>
                <a:spcPts val="592"/>
              </a:spcBef>
              <a:spcAft>
                <a:spcPts val="592"/>
              </a:spcAft>
              <a:buClr>
                <a:srgbClr val="C00000"/>
              </a:buClr>
              <a:defRPr/>
            </a:pPr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W</a:t>
            </a:r>
            <a:r>
              <a:rPr lang="en-US" sz="2467" b="1" dirty="0" smtClean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hat </a:t>
            </a:r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is Inland and Ocean Marine </a:t>
            </a:r>
            <a:r>
              <a:rPr lang="en-US" sz="2467" b="1" dirty="0" smtClean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Insurance ?</a:t>
            </a:r>
            <a:endParaRPr lang="en-US" sz="2467" b="1" dirty="0">
              <a:solidFill>
                <a:srgbClr val="00B0F0"/>
              </a:solidFill>
              <a:latin typeface="Segoe UI Light" panose="020B0502040204020203" pitchFamily="34" charset="0"/>
              <a:cs typeface="Arial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07088867"/>
              </p:ext>
            </p:extLst>
          </p:nvPr>
        </p:nvGraphicFramePr>
        <p:xfrm>
          <a:off x="9105363" y="1281864"/>
          <a:ext cx="2767500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Rectangle 6"/>
          <p:cNvSpPr/>
          <p:nvPr/>
        </p:nvSpPr>
        <p:spPr>
          <a:xfrm>
            <a:off x="884349" y="1948487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prstClr val="black"/>
                </a:solidFill>
                <a:cs typeface="Arial" charset="0"/>
              </a:rPr>
              <a:t>Inland Marine </a:t>
            </a:r>
            <a:r>
              <a:rPr lang="en-US" sz="1600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insurance covers </a:t>
            </a: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different classes of property that typically </a:t>
            </a:r>
            <a:r>
              <a:rPr lang="en-US" sz="1600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involves an </a:t>
            </a: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element of </a:t>
            </a:r>
            <a:r>
              <a:rPr lang="en-US" sz="1600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transportation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Ocean Marine </a:t>
            </a:r>
            <a:r>
              <a:rPr lang="en-US" sz="1600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insurance covers ocean cargo loss exposures for businesses involved in importing and exporting goods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1667035395"/>
              </p:ext>
            </p:extLst>
          </p:nvPr>
        </p:nvGraphicFramePr>
        <p:xfrm>
          <a:off x="9135124" y="3496538"/>
          <a:ext cx="2737739" cy="862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9135124" y="4133748"/>
            <a:ext cx="625526" cy="861200"/>
            <a:chOff x="-5671" y="1685"/>
            <a:chExt cx="625526" cy="861200"/>
          </a:xfrm>
          <a:gradFill>
            <a:gsLst>
              <a:gs pos="0">
                <a:schemeClr val="accent1">
                  <a:hueOff val="0"/>
                  <a:satOff val="0"/>
                  <a:lumOff val="0"/>
                  <a:alphaOff val="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scene3d>
            <a:camera prst="orthographicFront"/>
            <a:lightRig rig="flat" dir="t"/>
          </a:scene3d>
        </p:grpSpPr>
        <p:sp>
          <p:nvSpPr>
            <p:cNvPr id="16" name="Chevron 15"/>
            <p:cNvSpPr/>
            <p:nvPr/>
          </p:nvSpPr>
          <p:spPr>
            <a:xfrm rot="5400000">
              <a:off x="-123508" y="119522"/>
              <a:ext cx="861200" cy="625525"/>
            </a:xfrm>
            <a:prstGeom prst="chevron">
              <a:avLst/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Chevron 4"/>
            <p:cNvSpPr/>
            <p:nvPr/>
          </p:nvSpPr>
          <p:spPr>
            <a:xfrm>
              <a:off x="-5670" y="314448"/>
              <a:ext cx="625525" cy="23567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 dirty="0">
                <a:noFill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749306" y="4132063"/>
            <a:ext cx="2134898" cy="559780"/>
            <a:chOff x="608511" y="0"/>
            <a:chExt cx="2134898" cy="559780"/>
          </a:xfrm>
          <a:scene3d>
            <a:camera prst="orthographicFront"/>
            <a:lightRig rig="flat" dir="t"/>
          </a:scene3d>
        </p:grpSpPr>
        <p:sp>
          <p:nvSpPr>
            <p:cNvPr id="14" name="Round Same Side Corner Rectangle 13"/>
            <p:cNvSpPr/>
            <p:nvPr/>
          </p:nvSpPr>
          <p:spPr>
            <a:xfrm rot="5400000">
              <a:off x="1396070" y="-787559"/>
              <a:ext cx="559780" cy="2134898"/>
            </a:xfrm>
            <a:prstGeom prst="round2SameRect">
              <a:avLst/>
            </a:prstGeom>
            <a:sp3d extrusionH="12700" prstMaterial="plastic">
              <a:bevelT w="50800" h="50800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Round Same Side Corner Rectangle 6"/>
            <p:cNvSpPr/>
            <p:nvPr/>
          </p:nvSpPr>
          <p:spPr>
            <a:xfrm>
              <a:off x="608511" y="27326"/>
              <a:ext cx="2107572" cy="50512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8890" rIns="8890" bIns="889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>
                  <a:latin typeface="Segoe UI" panose="020B0502040204020203" pitchFamily="34" charset="0"/>
                  <a:cs typeface="Segoe UI" panose="020B0502040204020203" pitchFamily="34" charset="0"/>
                </a:rPr>
                <a:t>Sample Forms</a:t>
              </a:r>
              <a:endParaRPr lang="en-US" sz="1400" kern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93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3058" y="362935"/>
            <a:ext cx="50289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5" name="Rectangle 4"/>
          <p:cNvSpPr/>
          <p:nvPr/>
        </p:nvSpPr>
        <p:spPr>
          <a:xfrm>
            <a:off x="463058" y="1119151"/>
            <a:ext cx="8101393" cy="4165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Filed and Non-Field classes of Inland Marine </a:t>
            </a:r>
            <a:r>
              <a:rPr lang="en-US" sz="2467" b="1" dirty="0" smtClean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Insurance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 dirty="0" smtClean="0">
              <a:solidFill>
                <a:srgbClr val="00B0F0"/>
              </a:solidFill>
              <a:latin typeface="Segoe UI Light" panose="020B0502040204020203" pitchFamily="34" charset="0"/>
              <a:cs typeface="Arial" pitchFamily="34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b="1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Filed </a:t>
            </a:r>
            <a:r>
              <a:rPr lang="en-US" sz="16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class of business: </a:t>
            </a: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Rates must be filed with the state insurance department 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Characterized by a large number of potential insured and reasonably homogenous loss exposures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e.g. musical instruments, photographic equipment etc.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Non-filed class of business: </a:t>
            </a: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Neither the policy forms </a:t>
            </a:r>
            <a:r>
              <a:rPr lang="en-US" sz="1600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nor </a:t>
            </a: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rates need to be filed with the state insurance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       department 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non-filed classes vary by state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Characterized by small number of potential insured, 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diverse loss exposures or both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e.g. contractor’s equipment, motor truck cargo liability 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electronic data processing equipment etc.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131350668"/>
              </p:ext>
            </p:extLst>
          </p:nvPr>
        </p:nvGraphicFramePr>
        <p:xfrm>
          <a:off x="9105363" y="1281864"/>
          <a:ext cx="2767500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310227537"/>
              </p:ext>
            </p:extLst>
          </p:nvPr>
        </p:nvGraphicFramePr>
        <p:xfrm>
          <a:off x="9135124" y="3496538"/>
          <a:ext cx="2737739" cy="862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9135124" y="4133748"/>
            <a:ext cx="625526" cy="861200"/>
            <a:chOff x="-5671" y="1685"/>
            <a:chExt cx="625526" cy="861200"/>
          </a:xfrm>
          <a:gradFill>
            <a:gsLst>
              <a:gs pos="0">
                <a:schemeClr val="accent1">
                  <a:hueOff val="0"/>
                  <a:satOff val="0"/>
                  <a:lumOff val="0"/>
                  <a:alphaOff val="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scene3d>
            <a:camera prst="orthographicFront"/>
            <a:lightRig rig="flat" dir="t"/>
          </a:scene3d>
        </p:grpSpPr>
        <p:sp>
          <p:nvSpPr>
            <p:cNvPr id="9" name="Chevron 8"/>
            <p:cNvSpPr/>
            <p:nvPr/>
          </p:nvSpPr>
          <p:spPr>
            <a:xfrm rot="5400000">
              <a:off x="-123508" y="119522"/>
              <a:ext cx="861200" cy="625525"/>
            </a:xfrm>
            <a:prstGeom prst="chevron">
              <a:avLst/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Chevron 4"/>
            <p:cNvSpPr/>
            <p:nvPr/>
          </p:nvSpPr>
          <p:spPr>
            <a:xfrm>
              <a:off x="-5670" y="314448"/>
              <a:ext cx="625525" cy="23567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 dirty="0">
                <a:noFill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749306" y="4132063"/>
            <a:ext cx="2134898" cy="559780"/>
            <a:chOff x="608511" y="0"/>
            <a:chExt cx="2134898" cy="559780"/>
          </a:xfrm>
          <a:scene3d>
            <a:camera prst="orthographicFront"/>
            <a:lightRig rig="flat" dir="t"/>
          </a:scene3d>
        </p:grpSpPr>
        <p:sp>
          <p:nvSpPr>
            <p:cNvPr id="12" name="Round Same Side Corner Rectangle 11"/>
            <p:cNvSpPr/>
            <p:nvPr/>
          </p:nvSpPr>
          <p:spPr>
            <a:xfrm rot="5400000">
              <a:off x="1396070" y="-787559"/>
              <a:ext cx="559780" cy="2134898"/>
            </a:xfrm>
            <a:prstGeom prst="round2SameRect">
              <a:avLst/>
            </a:prstGeom>
            <a:sp3d extrusionH="12700" prstMaterial="plastic">
              <a:bevelT w="50800" h="50800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ound Same Side Corner Rectangle 6"/>
            <p:cNvSpPr/>
            <p:nvPr/>
          </p:nvSpPr>
          <p:spPr>
            <a:xfrm>
              <a:off x="608511" y="27326"/>
              <a:ext cx="2107572" cy="50512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8890" rIns="8890" bIns="889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>
                  <a:latin typeface="Segoe UI" panose="020B0502040204020203" pitchFamily="34" charset="0"/>
                  <a:cs typeface="Segoe UI" panose="020B0502040204020203" pitchFamily="34" charset="0"/>
                </a:rPr>
                <a:t>Sample Forms</a:t>
              </a:r>
              <a:endParaRPr lang="en-US" sz="1400" kern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09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3058" y="362935"/>
            <a:ext cx="50289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8" name="Rectangle 7"/>
          <p:cNvSpPr/>
          <p:nvPr/>
        </p:nvSpPr>
        <p:spPr>
          <a:xfrm>
            <a:off x="1154805" y="1288742"/>
            <a:ext cx="6765702" cy="4986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 smtClean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Loss Exposures: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Causes </a:t>
            </a: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covered in named peril include – Flood, hurricane or tornado, fire and/or lightning, collision and/or overturning of a transporting conveyance, explosion and </a:t>
            </a:r>
            <a:r>
              <a:rPr lang="en-US" sz="1600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earthquake</a:t>
            </a:r>
          </a:p>
          <a:p>
            <a:pPr marL="285750" indent="-28575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Judgement </a:t>
            </a:r>
            <a:r>
              <a:rPr lang="en-US" sz="2467" b="1" dirty="0" smtClean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Rating</a:t>
            </a:r>
            <a:r>
              <a:rPr lang="en-US" sz="2467" b="1" dirty="0" smtClean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67" b="1" dirty="0">
              <a:solidFill>
                <a:srgbClr val="00B0F0"/>
              </a:solidFill>
              <a:latin typeface="Segoe UI Light" panose="020B0502040204020203" pitchFamily="34" charset="0"/>
              <a:cs typeface="Arial" pitchFamily="34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Technique used </a:t>
            </a: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determine the </a:t>
            </a:r>
            <a:r>
              <a:rPr lang="en-US" sz="1600" dirty="0" smtClean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rates of </a:t>
            </a:r>
            <a:r>
              <a:rPr lang="en-US" sz="1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one-of-a-kind risks for which rates are not available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67" b="1" dirty="0" smtClean="0">
              <a:solidFill>
                <a:srgbClr val="00B0F0"/>
              </a:solidFill>
              <a:latin typeface="Segoe UI Light" panose="020B0502040204020203" pitchFamily="34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67" b="1" dirty="0" smtClean="0">
              <a:solidFill>
                <a:srgbClr val="00B0F0"/>
              </a:solidFill>
              <a:latin typeface="Segoe UI Light" panose="020B0502040204020203" pitchFamily="34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67" b="1" dirty="0">
              <a:solidFill>
                <a:srgbClr val="00B0F0"/>
              </a:solidFill>
              <a:latin typeface="Segoe UI Light" panose="020B0502040204020203" pitchFamily="34" charset="0"/>
              <a:cs typeface="Arial" pitchFamily="34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748041941"/>
              </p:ext>
            </p:extLst>
          </p:nvPr>
        </p:nvGraphicFramePr>
        <p:xfrm>
          <a:off x="9105363" y="1281864"/>
          <a:ext cx="2767500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2944151043"/>
              </p:ext>
            </p:extLst>
          </p:nvPr>
        </p:nvGraphicFramePr>
        <p:xfrm>
          <a:off x="9135124" y="3496538"/>
          <a:ext cx="2737739" cy="862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9135124" y="4133748"/>
            <a:ext cx="625526" cy="861200"/>
            <a:chOff x="-5671" y="1685"/>
            <a:chExt cx="625526" cy="861200"/>
          </a:xfrm>
          <a:gradFill>
            <a:gsLst>
              <a:gs pos="0">
                <a:schemeClr val="accent1">
                  <a:hueOff val="0"/>
                  <a:satOff val="0"/>
                  <a:lumOff val="0"/>
                  <a:alphaOff val="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scene3d>
            <a:camera prst="orthographicFront"/>
            <a:lightRig rig="flat" dir="t"/>
          </a:scene3d>
        </p:grpSpPr>
        <p:sp>
          <p:nvSpPr>
            <p:cNvPr id="18" name="Chevron 17"/>
            <p:cNvSpPr/>
            <p:nvPr/>
          </p:nvSpPr>
          <p:spPr>
            <a:xfrm rot="5400000">
              <a:off x="-123508" y="119522"/>
              <a:ext cx="861200" cy="625525"/>
            </a:xfrm>
            <a:prstGeom prst="chevron">
              <a:avLst/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-5670" y="314448"/>
              <a:ext cx="625525" cy="23567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 dirty="0">
                <a:noFill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749306" y="4132063"/>
            <a:ext cx="2134898" cy="559780"/>
            <a:chOff x="608511" y="0"/>
            <a:chExt cx="2134898" cy="559780"/>
          </a:xfrm>
          <a:scene3d>
            <a:camera prst="orthographicFront"/>
            <a:lightRig rig="flat" dir="t"/>
          </a:scene3d>
        </p:grpSpPr>
        <p:sp>
          <p:nvSpPr>
            <p:cNvPr id="21" name="Round Same Side Corner Rectangle 20"/>
            <p:cNvSpPr/>
            <p:nvPr/>
          </p:nvSpPr>
          <p:spPr>
            <a:xfrm rot="5400000">
              <a:off x="1396070" y="-787559"/>
              <a:ext cx="559780" cy="2134898"/>
            </a:xfrm>
            <a:prstGeom prst="round2SameRect">
              <a:avLst/>
            </a:prstGeom>
            <a:sp3d extrusionH="12700" prstMaterial="plastic">
              <a:bevelT w="50800" h="50800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Round Same Side Corner Rectangle 6"/>
            <p:cNvSpPr/>
            <p:nvPr/>
          </p:nvSpPr>
          <p:spPr>
            <a:xfrm>
              <a:off x="608511" y="27326"/>
              <a:ext cx="2107572" cy="50512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8890" rIns="8890" bIns="889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>
                  <a:latin typeface="Segoe UI" panose="020B0502040204020203" pitchFamily="34" charset="0"/>
                  <a:cs typeface="Segoe UI" panose="020B0502040204020203" pitchFamily="34" charset="0"/>
                </a:rPr>
                <a:t>Sample Forms</a:t>
              </a:r>
              <a:endParaRPr lang="en-US" sz="1400" kern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59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3058" y="362935"/>
            <a:ext cx="50289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5" name="Rectangle 4"/>
          <p:cNvSpPr/>
          <p:nvPr/>
        </p:nvSpPr>
        <p:spPr>
          <a:xfrm>
            <a:off x="324148" y="1119151"/>
            <a:ext cx="8810975" cy="5248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Filed classes:</a:t>
            </a:r>
          </a:p>
          <a:p>
            <a:pPr marL="742950" lvl="1" indent="-285750" algn="just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Commercial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articles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Photographic equipment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musical instruments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used commercially by photographers, motion picture providers, professional musicians and others</a:t>
            </a:r>
          </a:p>
          <a:p>
            <a:pPr marL="1200150" lvl="2" indent="-285750" algn="just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It is not intended for dealers in these property</a:t>
            </a:r>
          </a:p>
          <a:p>
            <a:pPr marL="1200150" lvl="2" indent="-285750" algn="just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Coverage can be provided on scheduled or blanket basis</a:t>
            </a:r>
          </a:p>
          <a:p>
            <a:pPr marL="1200150" lvl="2" indent="-285750" algn="just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algn="just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Camera and musical instrument dealers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– Coverage is intended for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dealers in these property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or property of others in their care, control or custody</a:t>
            </a:r>
          </a:p>
          <a:p>
            <a:pPr marL="742950" lvl="1" indent="-285750" algn="just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algn="just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Equipment dealers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– Covers the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stock of dealers that sell agricultural or </a:t>
            </a: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construction equipment </a:t>
            </a:r>
          </a:p>
          <a:p>
            <a:pPr marL="742950" lvl="1" indent="-285750" algn="just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Physician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and surgeon’s equipment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– Covers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professional equipment, materials, supplies and books of physicians, surgeons and dentists</a:t>
            </a:r>
          </a:p>
          <a:p>
            <a:pPr lvl="1" algn="just"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More coverage can be added by endorsement:</a:t>
            </a:r>
          </a:p>
          <a:p>
            <a:pPr marL="1200150" lvl="2" indent="-285750" algn="just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Office equipment while of premises (maximum up to 30 days)</a:t>
            </a:r>
          </a:p>
          <a:p>
            <a:pPr marL="1200150" lvl="2" indent="-285750" algn="just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Extra expenses following a covered loss</a:t>
            </a:r>
          </a:p>
          <a:p>
            <a:pPr marL="1200150" lvl="2" indent="-285750" algn="just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Valuable records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885036170"/>
              </p:ext>
            </p:extLst>
          </p:nvPr>
        </p:nvGraphicFramePr>
        <p:xfrm>
          <a:off x="9105363" y="1281864"/>
          <a:ext cx="2767500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832866868"/>
              </p:ext>
            </p:extLst>
          </p:nvPr>
        </p:nvGraphicFramePr>
        <p:xfrm>
          <a:off x="9135124" y="3496538"/>
          <a:ext cx="2737739" cy="862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9135124" y="4133748"/>
            <a:ext cx="625526" cy="861200"/>
            <a:chOff x="-5671" y="1685"/>
            <a:chExt cx="625526" cy="861200"/>
          </a:xfrm>
          <a:gradFill>
            <a:gsLst>
              <a:gs pos="0">
                <a:schemeClr val="accent1">
                  <a:hueOff val="0"/>
                  <a:satOff val="0"/>
                  <a:lumOff val="0"/>
                  <a:alphaOff val="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scene3d>
            <a:camera prst="orthographicFront"/>
            <a:lightRig rig="flat" dir="t"/>
          </a:scene3d>
        </p:grpSpPr>
        <p:sp>
          <p:nvSpPr>
            <p:cNvPr id="9" name="Chevron 8"/>
            <p:cNvSpPr/>
            <p:nvPr/>
          </p:nvSpPr>
          <p:spPr>
            <a:xfrm rot="5400000">
              <a:off x="-123508" y="119522"/>
              <a:ext cx="861200" cy="625525"/>
            </a:xfrm>
            <a:prstGeom prst="chevron">
              <a:avLst/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Chevron 4"/>
            <p:cNvSpPr/>
            <p:nvPr/>
          </p:nvSpPr>
          <p:spPr>
            <a:xfrm>
              <a:off x="-5670" y="314448"/>
              <a:ext cx="625525" cy="23567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 dirty="0">
                <a:noFill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749306" y="4132063"/>
            <a:ext cx="2134898" cy="559780"/>
            <a:chOff x="608511" y="0"/>
            <a:chExt cx="2134898" cy="559780"/>
          </a:xfrm>
          <a:scene3d>
            <a:camera prst="orthographicFront"/>
            <a:lightRig rig="flat" dir="t"/>
          </a:scene3d>
        </p:grpSpPr>
        <p:sp>
          <p:nvSpPr>
            <p:cNvPr id="12" name="Round Same Side Corner Rectangle 11"/>
            <p:cNvSpPr/>
            <p:nvPr/>
          </p:nvSpPr>
          <p:spPr>
            <a:xfrm rot="5400000">
              <a:off x="1396070" y="-787559"/>
              <a:ext cx="559780" cy="2134898"/>
            </a:xfrm>
            <a:prstGeom prst="round2SameRect">
              <a:avLst/>
            </a:prstGeom>
            <a:sp3d extrusionH="12700" prstMaterial="plastic">
              <a:bevelT w="50800" h="50800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ound Same Side Corner Rectangle 6"/>
            <p:cNvSpPr/>
            <p:nvPr/>
          </p:nvSpPr>
          <p:spPr>
            <a:xfrm>
              <a:off x="608511" y="27326"/>
              <a:ext cx="2107572" cy="50512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8890" rIns="8890" bIns="889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>
                  <a:latin typeface="Segoe UI" panose="020B0502040204020203" pitchFamily="34" charset="0"/>
                  <a:cs typeface="Segoe UI" panose="020B0502040204020203" pitchFamily="34" charset="0"/>
                </a:rPr>
                <a:t>Sample Forms</a:t>
              </a:r>
              <a:endParaRPr lang="en-US" sz="1400" kern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920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 bwMode="auto">
          <a:xfrm>
            <a:off x="641611" y="854498"/>
            <a:ext cx="7759440" cy="635006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>
              <a:spcBef>
                <a:spcPct val="20000"/>
              </a:spcBef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sz="1600" b="1" dirty="0">
              <a:solidFill>
                <a:srgbClr val="C00000"/>
              </a:solidFill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Theatrical property 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– Covers </a:t>
            </a: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stage scenery, costumes and other personal property used in theatrical productions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Accounts </a:t>
            </a: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receivable 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– Pays the </a:t>
            </a: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amount of accounts receivable the insured is unable to collect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, cost to reconstruct the records, interest on loans made necessary by inability to collect account receivables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Coverage may be written on a reporting or non-reporting basis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Films 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– Covers </a:t>
            </a: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exposed motion picture film and magnetic tapes or videotapes, including related sound tracks or sound records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 Pays for cost of reshooting the film if it is lost or damaged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Valuable papers and </a:t>
            </a: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records 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– Covers </a:t>
            </a: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architects blueprints and plans as well as the cost of research to reconstruct 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the records. Irreplaceable records are scheduled with an agreed value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3058" y="362935"/>
            <a:ext cx="50289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00774251"/>
              </p:ext>
            </p:extLst>
          </p:nvPr>
        </p:nvGraphicFramePr>
        <p:xfrm>
          <a:off x="9105363" y="1281864"/>
          <a:ext cx="2767500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947828780"/>
              </p:ext>
            </p:extLst>
          </p:nvPr>
        </p:nvGraphicFramePr>
        <p:xfrm>
          <a:off x="9135124" y="3496538"/>
          <a:ext cx="2737739" cy="862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9135124" y="4133748"/>
            <a:ext cx="625526" cy="861200"/>
            <a:chOff x="-5671" y="1685"/>
            <a:chExt cx="625526" cy="861200"/>
          </a:xfrm>
          <a:gradFill>
            <a:gsLst>
              <a:gs pos="0">
                <a:schemeClr val="accent1">
                  <a:hueOff val="0"/>
                  <a:satOff val="0"/>
                  <a:lumOff val="0"/>
                  <a:alphaOff val="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scene3d>
            <a:camera prst="orthographicFront"/>
            <a:lightRig rig="flat" dir="t"/>
          </a:scene3d>
        </p:grpSpPr>
        <p:sp>
          <p:nvSpPr>
            <p:cNvPr id="12" name="Chevron 11"/>
            <p:cNvSpPr/>
            <p:nvPr/>
          </p:nvSpPr>
          <p:spPr>
            <a:xfrm rot="5400000">
              <a:off x="-123508" y="119522"/>
              <a:ext cx="861200" cy="625525"/>
            </a:xfrm>
            <a:prstGeom prst="chevron">
              <a:avLst/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Chevron 4"/>
            <p:cNvSpPr/>
            <p:nvPr/>
          </p:nvSpPr>
          <p:spPr>
            <a:xfrm>
              <a:off x="-5670" y="314448"/>
              <a:ext cx="625525" cy="23567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 dirty="0">
                <a:noFill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749306" y="4132063"/>
            <a:ext cx="2134898" cy="559780"/>
            <a:chOff x="608511" y="0"/>
            <a:chExt cx="2134898" cy="559780"/>
          </a:xfrm>
          <a:scene3d>
            <a:camera prst="orthographicFront"/>
            <a:lightRig rig="flat" dir="t"/>
          </a:scene3d>
        </p:grpSpPr>
        <p:sp>
          <p:nvSpPr>
            <p:cNvPr id="15" name="Round Same Side Corner Rectangle 14"/>
            <p:cNvSpPr/>
            <p:nvPr/>
          </p:nvSpPr>
          <p:spPr>
            <a:xfrm rot="5400000">
              <a:off x="1396070" y="-787559"/>
              <a:ext cx="559780" cy="2134898"/>
            </a:xfrm>
            <a:prstGeom prst="round2SameRect">
              <a:avLst/>
            </a:prstGeom>
            <a:sp3d extrusionH="12700" prstMaterial="plastic">
              <a:bevelT w="50800" h="50800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Round Same Side Corner Rectangle 6"/>
            <p:cNvSpPr/>
            <p:nvPr/>
          </p:nvSpPr>
          <p:spPr>
            <a:xfrm>
              <a:off x="608511" y="27326"/>
              <a:ext cx="2107572" cy="50512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8890" rIns="8890" bIns="889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>
                  <a:latin typeface="Segoe UI" panose="020B0502040204020203" pitchFamily="34" charset="0"/>
                  <a:cs typeface="Segoe UI" panose="020B0502040204020203" pitchFamily="34" charset="0"/>
                </a:rPr>
                <a:t>Sample Forms</a:t>
              </a:r>
              <a:endParaRPr lang="en-US" sz="1400" kern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728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3058" y="362935"/>
            <a:ext cx="50289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5" name="Rectangle 4"/>
          <p:cNvSpPr/>
          <p:nvPr/>
        </p:nvSpPr>
        <p:spPr>
          <a:xfrm>
            <a:off x="463058" y="1245613"/>
            <a:ext cx="8109442" cy="4854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Non filed classes: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Contractors equipment –   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Covers cranes, earthmovers, tractors, stone crushers, bulldozers, portable offices. </a:t>
            </a:r>
          </a:p>
          <a:p>
            <a:pPr marL="3028950" lvl="6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Coverage can be provided on individual or blanket basis</a:t>
            </a:r>
          </a:p>
          <a:p>
            <a:pPr marL="3028950" lvl="6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Coverage is provided on open and named peril (fire, lightening, explosion windstorm etc.) basis</a:t>
            </a:r>
          </a:p>
          <a:p>
            <a:pPr marL="3028950" lvl="6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Frequently included rental reimbursement coverage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Builder’s risk –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Covers structure under construction, temporary structure and building materials. Coverage is provided on open perils basis excluding floods, earthquake and theft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Transit –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Covers owners of the property against damage to their property while transit by land air or water. 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Trip transit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and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annual transit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versions available. 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High risk articles and contraband property are generally excluded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Annual transit policies are mostly issued on open peril basis and valued at amount of invoice</a:t>
            </a: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131299522"/>
              </p:ext>
            </p:extLst>
          </p:nvPr>
        </p:nvGraphicFramePr>
        <p:xfrm>
          <a:off x="9105363" y="1281864"/>
          <a:ext cx="2767500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877519120"/>
              </p:ext>
            </p:extLst>
          </p:nvPr>
        </p:nvGraphicFramePr>
        <p:xfrm>
          <a:off x="9135124" y="3496538"/>
          <a:ext cx="2737739" cy="862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9135124" y="4133748"/>
            <a:ext cx="625526" cy="861200"/>
            <a:chOff x="-5671" y="1685"/>
            <a:chExt cx="625526" cy="861200"/>
          </a:xfrm>
          <a:gradFill>
            <a:gsLst>
              <a:gs pos="0">
                <a:schemeClr val="accent1">
                  <a:hueOff val="0"/>
                  <a:satOff val="0"/>
                  <a:lumOff val="0"/>
                  <a:alphaOff val="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scene3d>
            <a:camera prst="orthographicFront"/>
            <a:lightRig rig="flat" dir="t"/>
          </a:scene3d>
        </p:grpSpPr>
        <p:sp>
          <p:nvSpPr>
            <p:cNvPr id="11" name="Chevron 10"/>
            <p:cNvSpPr/>
            <p:nvPr/>
          </p:nvSpPr>
          <p:spPr>
            <a:xfrm rot="5400000">
              <a:off x="-123508" y="119522"/>
              <a:ext cx="861200" cy="625525"/>
            </a:xfrm>
            <a:prstGeom prst="chevron">
              <a:avLst/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Chevron 4"/>
            <p:cNvSpPr/>
            <p:nvPr/>
          </p:nvSpPr>
          <p:spPr>
            <a:xfrm>
              <a:off x="-5670" y="314448"/>
              <a:ext cx="625525" cy="23567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 dirty="0">
                <a:noFill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749306" y="4132063"/>
            <a:ext cx="2134898" cy="559780"/>
            <a:chOff x="608511" y="0"/>
            <a:chExt cx="2134898" cy="559780"/>
          </a:xfrm>
          <a:scene3d>
            <a:camera prst="orthographicFront"/>
            <a:lightRig rig="flat" dir="t"/>
          </a:scene3d>
        </p:grpSpPr>
        <p:sp>
          <p:nvSpPr>
            <p:cNvPr id="14" name="Round Same Side Corner Rectangle 13"/>
            <p:cNvSpPr/>
            <p:nvPr/>
          </p:nvSpPr>
          <p:spPr>
            <a:xfrm rot="5400000">
              <a:off x="1396070" y="-787559"/>
              <a:ext cx="559780" cy="2134898"/>
            </a:xfrm>
            <a:prstGeom prst="round2SameRect">
              <a:avLst/>
            </a:prstGeom>
            <a:sp3d extrusionH="12700" prstMaterial="plastic">
              <a:bevelT w="50800" h="50800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Round Same Side Corner Rectangle 6"/>
            <p:cNvSpPr/>
            <p:nvPr/>
          </p:nvSpPr>
          <p:spPr>
            <a:xfrm>
              <a:off x="608511" y="27326"/>
              <a:ext cx="2107572" cy="50512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8890" rIns="8890" bIns="889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>
                  <a:latin typeface="Segoe UI" panose="020B0502040204020203" pitchFamily="34" charset="0"/>
                  <a:cs typeface="Segoe UI" panose="020B0502040204020203" pitchFamily="34" charset="0"/>
                </a:rPr>
                <a:t>Sample Forms</a:t>
              </a:r>
              <a:endParaRPr lang="en-US" sz="1400" kern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33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3058" y="362935"/>
            <a:ext cx="50289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5" name="Rectangle 4"/>
          <p:cNvSpPr/>
          <p:nvPr/>
        </p:nvSpPr>
        <p:spPr>
          <a:xfrm>
            <a:off x="173462" y="1413064"/>
            <a:ext cx="8327601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Motor truck cargo liability –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Provides liability coverage for motor carrier for the property being transported with a terminal coverage generally limited to 72 hours. Valuable property generally excluded 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Difference in conditions – 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Intended to fill gaps on an “all risks basis” in the commercial property coverage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Electronic data processing equipment –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Covers computers, equipment, software and electronic data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Equipment can be valued at ACV/replacement/upgraded value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Data and media valued at the actual cost of reproduction or for an agreed value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Bailee's –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Covers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bailees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for the property in their care or custody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regardless of their liability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Generally issued for dry cleaners, laundries, tailors, repair shops etc.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131299522"/>
              </p:ext>
            </p:extLst>
          </p:nvPr>
        </p:nvGraphicFramePr>
        <p:xfrm>
          <a:off x="9105363" y="1281864"/>
          <a:ext cx="2767500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552973136"/>
              </p:ext>
            </p:extLst>
          </p:nvPr>
        </p:nvGraphicFramePr>
        <p:xfrm>
          <a:off x="9135124" y="3496538"/>
          <a:ext cx="2737739" cy="862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9135124" y="4133748"/>
            <a:ext cx="625526" cy="861200"/>
            <a:chOff x="-5671" y="1685"/>
            <a:chExt cx="625526" cy="861200"/>
          </a:xfrm>
          <a:gradFill>
            <a:gsLst>
              <a:gs pos="0">
                <a:schemeClr val="accent1">
                  <a:hueOff val="0"/>
                  <a:satOff val="0"/>
                  <a:lumOff val="0"/>
                  <a:alphaOff val="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scene3d>
            <a:camera prst="orthographicFront"/>
            <a:lightRig rig="flat" dir="t"/>
          </a:scene3d>
        </p:grpSpPr>
        <p:sp>
          <p:nvSpPr>
            <p:cNvPr id="9" name="Chevron 8"/>
            <p:cNvSpPr/>
            <p:nvPr/>
          </p:nvSpPr>
          <p:spPr>
            <a:xfrm rot="5400000">
              <a:off x="-123508" y="119522"/>
              <a:ext cx="861200" cy="625525"/>
            </a:xfrm>
            <a:prstGeom prst="chevron">
              <a:avLst/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Chevron 4"/>
            <p:cNvSpPr/>
            <p:nvPr/>
          </p:nvSpPr>
          <p:spPr>
            <a:xfrm>
              <a:off x="-5670" y="314448"/>
              <a:ext cx="625525" cy="23567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 dirty="0">
                <a:noFill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749306" y="4132063"/>
            <a:ext cx="2134898" cy="559780"/>
            <a:chOff x="608511" y="0"/>
            <a:chExt cx="2134898" cy="559780"/>
          </a:xfrm>
          <a:scene3d>
            <a:camera prst="orthographicFront"/>
            <a:lightRig rig="flat" dir="t"/>
          </a:scene3d>
        </p:grpSpPr>
        <p:sp>
          <p:nvSpPr>
            <p:cNvPr id="12" name="Round Same Side Corner Rectangle 11"/>
            <p:cNvSpPr/>
            <p:nvPr/>
          </p:nvSpPr>
          <p:spPr>
            <a:xfrm rot="5400000">
              <a:off x="1396070" y="-787559"/>
              <a:ext cx="559780" cy="2134898"/>
            </a:xfrm>
            <a:prstGeom prst="round2SameRect">
              <a:avLst/>
            </a:prstGeom>
            <a:sp3d extrusionH="12700" prstMaterial="plastic">
              <a:bevelT w="50800" h="50800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ound Same Side Corner Rectangle 6"/>
            <p:cNvSpPr/>
            <p:nvPr/>
          </p:nvSpPr>
          <p:spPr>
            <a:xfrm>
              <a:off x="608511" y="27326"/>
              <a:ext cx="2107572" cy="50512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8890" rIns="8890" bIns="889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>
                  <a:latin typeface="Segoe UI" panose="020B0502040204020203" pitchFamily="34" charset="0"/>
                  <a:cs typeface="Segoe UI" panose="020B0502040204020203" pitchFamily="34" charset="0"/>
                </a:rPr>
                <a:t>Sample Forms</a:t>
              </a:r>
              <a:endParaRPr lang="en-US" sz="1400" kern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901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3058" y="362935"/>
            <a:ext cx="50289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5" name="Rectangle 4"/>
          <p:cNvSpPr/>
          <p:nvPr/>
        </p:nvSpPr>
        <p:spPr>
          <a:xfrm>
            <a:off x="463058" y="1213452"/>
            <a:ext cx="8018664" cy="5656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Coverage for all articles are provided on an open-peril basis – direct physical loss is covered by any cause which is not specifically excluded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Policy can be packaged in CPP (Package modification factors apply) or issued as a mono-line policy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Property is generally valued on ACV basis. Other valuation methods also application subject to the agreement of insured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ISO and AAIS file forms and rates for the classes of business with the state departments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Insurers can customize appropriate policy provisions if the rates are not files with the state departments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Judgment rating is used to determine the rate one-of-a-kind risks for which rates are not available in CLM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Governmental action, nuclear hazard, military actions are excluded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dirty="0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8229600" y="5784231"/>
            <a:ext cx="914400" cy="77152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9797401" y="5852639"/>
            <a:ext cx="914400" cy="771525"/>
          </a:xfrm>
          <a:prstGeom prst="rect">
            <a:avLst/>
          </a:prstGeom>
        </p:spPr>
      </p:pic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131299522"/>
              </p:ext>
            </p:extLst>
          </p:nvPr>
        </p:nvGraphicFramePr>
        <p:xfrm>
          <a:off x="9105363" y="1281864"/>
          <a:ext cx="2767500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944151043"/>
              </p:ext>
            </p:extLst>
          </p:nvPr>
        </p:nvGraphicFramePr>
        <p:xfrm>
          <a:off x="9135124" y="3496538"/>
          <a:ext cx="2737739" cy="862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9135124" y="4133748"/>
            <a:ext cx="625526" cy="861200"/>
            <a:chOff x="-5671" y="1685"/>
            <a:chExt cx="625526" cy="861200"/>
          </a:xfr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1" name="Chevron 10"/>
            <p:cNvSpPr/>
            <p:nvPr/>
          </p:nvSpPr>
          <p:spPr>
            <a:xfrm rot="5400000">
              <a:off x="-123508" y="119522"/>
              <a:ext cx="861200" cy="625525"/>
            </a:xfrm>
            <a:prstGeom prst="chevron">
              <a:avLst/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Chevron 4"/>
            <p:cNvSpPr/>
            <p:nvPr/>
          </p:nvSpPr>
          <p:spPr>
            <a:xfrm>
              <a:off x="-5670" y="314448"/>
              <a:ext cx="625525" cy="23567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 dirty="0">
                <a:noFill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749306" y="4132063"/>
            <a:ext cx="2134898" cy="559780"/>
            <a:chOff x="608511" y="0"/>
            <a:chExt cx="2134898" cy="559780"/>
          </a:xfrm>
          <a:scene3d>
            <a:camera prst="orthographicFront"/>
            <a:lightRig rig="flat" dir="t"/>
          </a:scene3d>
        </p:grpSpPr>
        <p:sp>
          <p:nvSpPr>
            <p:cNvPr id="14" name="Round Same Side Corner Rectangle 13"/>
            <p:cNvSpPr/>
            <p:nvPr/>
          </p:nvSpPr>
          <p:spPr>
            <a:xfrm rot="5400000">
              <a:off x="1396070" y="-787559"/>
              <a:ext cx="559780" cy="2134898"/>
            </a:xfrm>
            <a:prstGeom prst="round2SameRect">
              <a:avLst/>
            </a:prstGeom>
            <a:sp3d extrusionH="12700" prstMaterial="plastic">
              <a:bevelT w="50800" h="50800"/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Round Same Side Corner Rectangle 6"/>
            <p:cNvSpPr/>
            <p:nvPr/>
          </p:nvSpPr>
          <p:spPr>
            <a:xfrm>
              <a:off x="608511" y="27326"/>
              <a:ext cx="2107572" cy="50512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8890" rIns="8890" bIns="889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>
                  <a:latin typeface="Segoe UI" panose="020B0502040204020203" pitchFamily="34" charset="0"/>
                  <a:cs typeface="Segoe UI" panose="020B0502040204020203" pitchFamily="34" charset="0"/>
                </a:rPr>
                <a:t>Sample Forms</a:t>
              </a:r>
              <a:endParaRPr lang="en-US" sz="1400" kern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622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3058" y="362935"/>
            <a:ext cx="5041765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Ocean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746975" y="1468192"/>
            <a:ext cx="795411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Three most common types of Ocean Marine policies: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Cargo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Hull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Protection and Indemnity</a:t>
            </a:r>
          </a:p>
          <a:p>
            <a:pPr marL="342900" indent="-342900">
              <a:buAutoNum type="arabicPeriod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Cargo Insurance</a:t>
            </a: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There are two types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Voyage policy : Covers single trip specified in the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Open policy: Covers all goods shipped or received by the insured during the policy term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endParaRPr 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Most of the ocean cargo policies use the “all-risk” approach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Valuation of the property can be on agreed value or can be calculated with the below formula</a:t>
            </a:r>
          </a:p>
          <a:p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	Amount of Insurance + Freight + 10% (stated % for additional coverages)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 smtClean="0"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1519310792"/>
              </p:ext>
            </p:extLst>
          </p:nvPr>
        </p:nvGraphicFramePr>
        <p:xfrm>
          <a:off x="9066726" y="1610714"/>
          <a:ext cx="2781837" cy="851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948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3058" y="362935"/>
            <a:ext cx="50289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614363" y="1478387"/>
            <a:ext cx="83296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Hull Insurance: 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Covers physical damage to vessels including their machinery and fuel but not their cargo</a:t>
            </a:r>
          </a:p>
          <a:p>
            <a:endParaRPr 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Covered cause of Loss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Perils of the sea (Ex. Abnormally high winds and rough seas, strandings, groundings, and collision with other vessels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Fire, lightning and earthquake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All other like perils listed in the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Collision Liability clause covers the insured’s liability for collision damage to other vessels and their cargos and does not cover liability for bodily injury .</a:t>
            </a:r>
          </a:p>
          <a:p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39817504"/>
              </p:ext>
            </p:extLst>
          </p:nvPr>
        </p:nvGraphicFramePr>
        <p:xfrm>
          <a:off x="9066726" y="1610714"/>
          <a:ext cx="2781837" cy="851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328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3058" y="362935"/>
            <a:ext cx="50289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463058" y="1119151"/>
            <a:ext cx="800943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Protection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16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nd Indemnity Insurance:</a:t>
            </a:r>
          </a:p>
          <a:p>
            <a:endParaRPr lang="en-US" sz="1600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Covers vessel owners against liability claims resulting from the operation of the insured vessel.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P &amp; I insurance is usually provided in a separate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Some of the source of liability claims covered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Damage to bridge, piers, wharves, and other structures along waterways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Injury to passenger, crew, and other persons on the insured vessel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Injury to person on other vessels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Damage to cargo of others aboard the insured vessels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39817504"/>
              </p:ext>
            </p:extLst>
          </p:nvPr>
        </p:nvGraphicFramePr>
        <p:xfrm>
          <a:off x="9066726" y="1610714"/>
          <a:ext cx="2781837" cy="851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676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489" y="854498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3058" y="362935"/>
            <a:ext cx="18473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6" name="Rectangle 5"/>
          <p:cNvSpPr/>
          <p:nvPr/>
        </p:nvSpPr>
        <p:spPr>
          <a:xfrm>
            <a:off x="3971189" y="2967335"/>
            <a:ext cx="424962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you!!!</a:t>
            </a:r>
            <a:endParaRPr lang="en-US" sz="6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279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14800</TotalTime>
  <Words>1350</Words>
  <Application>Microsoft Office PowerPoint</Application>
  <PresentationFormat>Widescreen</PresentationFormat>
  <Paragraphs>190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BrowalliaUPC</vt:lpstr>
      <vt:lpstr>Calibri</vt:lpstr>
      <vt:lpstr>Calibri Light</vt:lpstr>
      <vt:lpstr>Courier New</vt:lpstr>
      <vt:lpstr>Segoe UI</vt:lpstr>
      <vt:lpstr>Segoe UI Light</vt:lpstr>
      <vt:lpstr>Segoe UI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Bharati</dc:creator>
  <cp:lastModifiedBy>Avinash Kumar Singh</cp:lastModifiedBy>
  <cp:revision>41</cp:revision>
  <dcterms:created xsi:type="dcterms:W3CDTF">2016-07-06T01:57:31Z</dcterms:created>
  <dcterms:modified xsi:type="dcterms:W3CDTF">2019-03-29T13:14:04Z</dcterms:modified>
</cp:coreProperties>
</file>