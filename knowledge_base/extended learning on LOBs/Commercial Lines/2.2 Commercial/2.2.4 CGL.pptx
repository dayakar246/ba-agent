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63" r:id="rId2"/>
    <p:sldId id="265" r:id="rId3"/>
    <p:sldId id="275" r:id="rId4"/>
    <p:sldId id="276" r:id="rId5"/>
    <p:sldId id="277" r:id="rId6"/>
    <p:sldId id="278" r:id="rId7"/>
    <p:sldId id="279" r:id="rId8"/>
    <p:sldId id="282" r:id="rId9"/>
    <p:sldId id="280" r:id="rId10"/>
    <p:sldId id="281" r:id="rId11"/>
    <p:sldId id="283" r:id="rId12"/>
    <p:sldId id="289" r:id="rId13"/>
    <p:sldId id="28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3" autoAdjust="0"/>
    <p:restoredTop sz="85099" autoAdjust="0"/>
  </p:normalViewPr>
  <p:slideViewPr>
    <p:cSldViewPr snapToGrid="0">
      <p:cViewPr varScale="1">
        <p:scale>
          <a:sx n="63" d="100"/>
          <a:sy n="63" d="100"/>
        </p:scale>
        <p:origin x="9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a:solidFill>
          <a:schemeClr val="accent2">
            <a:lumMod val="60000"/>
            <a:lumOff val="40000"/>
            <a:alpha val="90000"/>
          </a:schemeClr>
        </a:solidFill>
      </dgm:spPr>
      <dgm:t>
        <a:bodyPr/>
        <a:lstStyle/>
        <a:p>
          <a:r>
            <a:rPr lang="en-US" sz="1600" dirty="0" smtClean="0">
              <a:latin typeface="Segoe UI" panose="020B0502040204020203" pitchFamily="34" charset="0"/>
              <a:cs typeface="Segoe UI" panose="020B0502040204020203" pitchFamily="34" charset="0"/>
            </a:rPr>
            <a:t>Overview</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Loss Exposures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smtClean="0">
              <a:latin typeface="Segoe UI" panose="020B0502040204020203" pitchFamily="34" charset="0"/>
              <a:cs typeface="Segoe UI" panose="020B0502040204020203" pitchFamily="34" charset="0"/>
            </a:rPr>
            <a:t>Commercial Property coverage part</a:t>
          </a:r>
          <a:endParaRPr lang="en-US" sz="1600" dirty="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t>
        <a:bodyPr/>
        <a:lstStyle/>
        <a:p>
          <a:endParaRPr lang="en-US"/>
        </a:p>
      </dgm:t>
    </dgm:pt>
  </dgm:ptLst>
  <dgm:cxnLst>
    <dgm:cxn modelId="{8699407A-22D0-48B0-A472-3B969AE8297F}" type="presOf" srcId="{273FB2FC-BB42-42E4-809F-8792EAAA4D36}" destId="{6597B828-368A-4EAC-99FD-85AB3B3FB0C4}"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D02B5155-03E6-4932-B57C-AC10F56294B5}" type="presOf" srcId="{FD44662F-72BB-4119-801E-24399F494A56}" destId="{2F79F4EE-99A1-4CEC-8FEE-C636AD274778}" srcOrd="0" destOrd="0" presId="urn:microsoft.com/office/officeart/2005/8/layout/chevron2"/>
    <dgm:cxn modelId="{E28F617B-649A-4B46-9AFF-EA986FFCBBB8}" type="presOf" srcId="{7C839073-D423-4CF0-A279-F3597BB99994}" destId="{AD927985-2E20-4855-8300-EF608B954011}" srcOrd="0" destOrd="0" presId="urn:microsoft.com/office/officeart/2005/8/layout/chevron2"/>
    <dgm:cxn modelId="{1D11CA7B-9E12-4085-B983-D7551B99F383}" type="presOf" srcId="{AEA98A0A-5971-4387-8F87-30E2E87D1BBC}" destId="{5DF62DFD-4FA4-479D-BACA-0B5672D793AE}" srcOrd="0" destOrd="0" presId="urn:microsoft.com/office/officeart/2005/8/layout/chevron2"/>
    <dgm:cxn modelId="{E6E20E2E-94D4-4794-839C-5FFA400F2D68}" type="presOf" srcId="{68FAD2B8-B928-4799-8BC6-C42A1A6B3879}" destId="{BA57226D-E733-47AB-9C1E-7F48998AF898}"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005DDE18-638D-482D-A121-66A3F779C214}" type="presOf" srcId="{6BB193CD-2BCB-422D-9372-D29AD8AB2E75}" destId="{3196A1B1-B062-4292-A00B-1AF4EFB306CF}" srcOrd="0" destOrd="0" presId="urn:microsoft.com/office/officeart/2005/8/layout/chevron2"/>
    <dgm:cxn modelId="{C137B4B0-7470-4475-ABAB-42E0124541F8}" type="presOf" srcId="{6E4FFBC2-6C99-4467-A342-4F646E8105E8}" destId="{CA3CA37D-96A6-40F5-8283-7F5E5E75CC28}" srcOrd="0" destOrd="0" presId="urn:microsoft.com/office/officeart/2005/8/layout/chevron2"/>
    <dgm:cxn modelId="{77037949-2E0D-443A-8E6C-B285202CDC69}" type="presParOf" srcId="{BA57226D-E733-47AB-9C1E-7F48998AF898}" destId="{CC146864-BFF0-4842-89BF-1105AD66F5D5}" srcOrd="0" destOrd="0" presId="urn:microsoft.com/office/officeart/2005/8/layout/chevron2"/>
    <dgm:cxn modelId="{D2E08EEA-8562-4D2E-A9E4-439A06D92D23}" type="presParOf" srcId="{CC146864-BFF0-4842-89BF-1105AD66F5D5}" destId="{6597B828-368A-4EAC-99FD-85AB3B3FB0C4}" srcOrd="0" destOrd="0" presId="urn:microsoft.com/office/officeart/2005/8/layout/chevron2"/>
    <dgm:cxn modelId="{E22981DF-2D04-483F-99DC-B66CDA3D571C}" type="presParOf" srcId="{CC146864-BFF0-4842-89BF-1105AD66F5D5}" destId="{5DF62DFD-4FA4-479D-BACA-0B5672D793AE}" srcOrd="1" destOrd="0" presId="urn:microsoft.com/office/officeart/2005/8/layout/chevron2"/>
    <dgm:cxn modelId="{155B2B6F-8AE8-4936-86FE-B6793FF67253}" type="presParOf" srcId="{BA57226D-E733-47AB-9C1E-7F48998AF898}" destId="{33D84CC3-27D8-4296-A650-E0BD45C89460}" srcOrd="1" destOrd="0" presId="urn:microsoft.com/office/officeart/2005/8/layout/chevron2"/>
    <dgm:cxn modelId="{99875807-34B2-4A96-AB63-0D9F05B44C3E}" type="presParOf" srcId="{BA57226D-E733-47AB-9C1E-7F48998AF898}" destId="{8884328B-B7DF-4FEB-88E1-5749EF4A08C1}" srcOrd="2" destOrd="0" presId="urn:microsoft.com/office/officeart/2005/8/layout/chevron2"/>
    <dgm:cxn modelId="{400C45D0-EA1B-4853-9E61-F78E9E4F59BF}" type="presParOf" srcId="{8884328B-B7DF-4FEB-88E1-5749EF4A08C1}" destId="{CA3CA37D-96A6-40F5-8283-7F5E5E75CC28}" srcOrd="0" destOrd="0" presId="urn:microsoft.com/office/officeart/2005/8/layout/chevron2"/>
    <dgm:cxn modelId="{432179C5-EFC5-41E2-B1E8-2C8B260919C5}" type="presParOf" srcId="{8884328B-B7DF-4FEB-88E1-5749EF4A08C1}" destId="{2F79F4EE-99A1-4CEC-8FEE-C636AD274778}" srcOrd="1" destOrd="0" presId="urn:microsoft.com/office/officeart/2005/8/layout/chevron2"/>
    <dgm:cxn modelId="{5D026C16-4C69-43AC-99E0-BC3531C290AF}" type="presParOf" srcId="{BA57226D-E733-47AB-9C1E-7F48998AF898}" destId="{A446C02B-6598-45A5-94CC-35BC3846B78B}" srcOrd="3" destOrd="0" presId="urn:microsoft.com/office/officeart/2005/8/layout/chevron2"/>
    <dgm:cxn modelId="{A33BB2DD-E9F9-4B01-90E6-A61BDAD1454E}" type="presParOf" srcId="{BA57226D-E733-47AB-9C1E-7F48998AF898}" destId="{697118F7-20AA-4D55-BECB-464BCC2F1F89}" srcOrd="4" destOrd="0" presId="urn:microsoft.com/office/officeart/2005/8/layout/chevron2"/>
    <dgm:cxn modelId="{40FC72CC-FE60-4291-826A-7CC8B02CDCF0}" type="presParOf" srcId="{697118F7-20AA-4D55-BECB-464BCC2F1F89}" destId="{3196A1B1-B062-4292-A00B-1AF4EFB306CF}" srcOrd="0" destOrd="0" presId="urn:microsoft.com/office/officeart/2005/8/layout/chevron2"/>
    <dgm:cxn modelId="{0C434971-AB3D-4463-AC2F-05DA43D4657B}"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smtClean="0">
              <a:latin typeface="Segoe UI" panose="020B0502040204020203" pitchFamily="34" charset="0"/>
              <a:cs typeface="Segoe UI" panose="020B0502040204020203" pitchFamily="34" charset="0"/>
            </a:rPr>
            <a:t>Coverages and Exclusions</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Coverage Limits and Rating Factors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2" custScaleX="111132">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2" custLinFactNeighborY="-90961">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2" custScaleX="108724">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2">
        <dgm:presLayoutVars>
          <dgm:bulletEnabled val="1"/>
        </dgm:presLayoutVars>
      </dgm:prSet>
      <dgm:spPr/>
      <dgm:t>
        <a:bodyPr/>
        <a:lstStyle/>
        <a:p>
          <a:endParaRPr lang="en-US"/>
        </a:p>
      </dgm:t>
    </dgm:pt>
  </dgm:ptLst>
  <dgm:cxnLst>
    <dgm:cxn modelId="{456EAC26-8ED9-4C75-A780-F80DA244EAA9}" srcId="{68FAD2B8-B928-4799-8BC6-C42A1A6B3879}" destId="{273FB2FC-BB42-42E4-809F-8792EAAA4D36}" srcOrd="0" destOrd="0" parTransId="{17BCC805-7DE2-4E79-AB12-41972CFF1711}" sibTransId="{17F18A71-D865-418D-A85E-39A103F44ABB}"/>
    <dgm:cxn modelId="{6218AC9E-5474-4FC6-860D-F925BA0B9415}" type="presOf" srcId="{FD44662F-72BB-4119-801E-24399F494A56}" destId="{2F79F4EE-99A1-4CEC-8FEE-C636AD274778}" srcOrd="0" destOrd="0" presId="urn:microsoft.com/office/officeart/2005/8/layout/chevron2"/>
    <dgm:cxn modelId="{FF9B2A37-BEA2-4D30-B264-F407A08C392F}" srcId="{68FAD2B8-B928-4799-8BC6-C42A1A6B3879}" destId="{6E4FFBC2-6C99-4467-A342-4F646E8105E8}" srcOrd="1" destOrd="0" parTransId="{CB8695D7-F2B2-4A5C-86F8-71EEF31169A7}" sibTransId="{2AFDC35B-E520-4185-8EB0-28F35F678B87}"/>
    <dgm:cxn modelId="{CF11DC53-310C-4500-AFA1-54BBA194239F}" srcId="{273FB2FC-BB42-42E4-809F-8792EAAA4D36}" destId="{AEA98A0A-5971-4387-8F87-30E2E87D1BBC}" srcOrd="0" destOrd="0" parTransId="{BEE051EC-7527-4612-ADD5-9B9F3C8E955D}" sibTransId="{8F1BEA95-EC37-4EE8-8D91-47146E4C7F6E}"/>
    <dgm:cxn modelId="{62965B5D-513F-45F1-898B-D9E0A44A4682}" type="presOf" srcId="{68FAD2B8-B928-4799-8BC6-C42A1A6B3879}" destId="{BA57226D-E733-47AB-9C1E-7F48998AF898}" srcOrd="0" destOrd="0" presId="urn:microsoft.com/office/officeart/2005/8/layout/chevron2"/>
    <dgm:cxn modelId="{5AF21083-7C0E-422E-B1A8-2EC18AFCF1AD}" type="presOf" srcId="{6E4FFBC2-6C99-4467-A342-4F646E8105E8}" destId="{CA3CA37D-96A6-40F5-8283-7F5E5E75CC28}" srcOrd="0" destOrd="0" presId="urn:microsoft.com/office/officeart/2005/8/layout/chevron2"/>
    <dgm:cxn modelId="{AD9BC78F-FBDC-4572-8CDF-A3C815767115}" type="presOf" srcId="{273FB2FC-BB42-42E4-809F-8792EAAA4D36}" destId="{6597B828-368A-4EAC-99FD-85AB3B3FB0C4}" srcOrd="0" destOrd="0" presId="urn:microsoft.com/office/officeart/2005/8/layout/chevron2"/>
    <dgm:cxn modelId="{A586924F-413D-476E-967F-C89A58C0380F}" type="presOf" srcId="{AEA98A0A-5971-4387-8F87-30E2E87D1BBC}" destId="{5DF62DFD-4FA4-479D-BACA-0B5672D793AE}"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A4E8ECC2-499C-4333-99CC-8CA6E7A5E9D0}" type="presParOf" srcId="{BA57226D-E733-47AB-9C1E-7F48998AF898}" destId="{CC146864-BFF0-4842-89BF-1105AD66F5D5}" srcOrd="0" destOrd="0" presId="urn:microsoft.com/office/officeart/2005/8/layout/chevron2"/>
    <dgm:cxn modelId="{C34151BB-468F-4A0C-9766-8D40617D6432}" type="presParOf" srcId="{CC146864-BFF0-4842-89BF-1105AD66F5D5}" destId="{6597B828-368A-4EAC-99FD-85AB3B3FB0C4}" srcOrd="0" destOrd="0" presId="urn:microsoft.com/office/officeart/2005/8/layout/chevron2"/>
    <dgm:cxn modelId="{1A4352F6-D19F-417E-A456-92C6FC67925F}" type="presParOf" srcId="{CC146864-BFF0-4842-89BF-1105AD66F5D5}" destId="{5DF62DFD-4FA4-479D-BACA-0B5672D793AE}" srcOrd="1" destOrd="0" presId="urn:microsoft.com/office/officeart/2005/8/layout/chevron2"/>
    <dgm:cxn modelId="{C5D6322F-DB83-4ACC-A038-357779A9C400}" type="presParOf" srcId="{BA57226D-E733-47AB-9C1E-7F48998AF898}" destId="{33D84CC3-27D8-4296-A650-E0BD45C89460}" srcOrd="1" destOrd="0" presId="urn:microsoft.com/office/officeart/2005/8/layout/chevron2"/>
    <dgm:cxn modelId="{CD99133E-2A18-4E19-A4C7-55458EFD2262}" type="presParOf" srcId="{BA57226D-E733-47AB-9C1E-7F48998AF898}" destId="{8884328B-B7DF-4FEB-88E1-5749EF4A08C1}" srcOrd="2" destOrd="0" presId="urn:microsoft.com/office/officeart/2005/8/layout/chevron2"/>
    <dgm:cxn modelId="{FB275536-4243-430B-9EFA-011DE6161B4A}" type="presParOf" srcId="{8884328B-B7DF-4FEB-88E1-5749EF4A08C1}" destId="{CA3CA37D-96A6-40F5-8283-7F5E5E75CC28}" srcOrd="0" destOrd="0" presId="urn:microsoft.com/office/officeart/2005/8/layout/chevron2"/>
    <dgm:cxn modelId="{618C80E4-2F53-4A9C-BAC8-6C342B36A49A}" type="presParOf" srcId="{8884328B-B7DF-4FEB-88E1-5749EF4A08C1}" destId="{2F79F4EE-99A1-4CEC-8FEE-C636AD274778}"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a:solidFill>
          <a:schemeClr val="bg1">
            <a:alpha val="90000"/>
          </a:schemeClr>
        </a:solidFill>
      </dgm:spPr>
      <dgm:t>
        <a:bodyPr/>
        <a:lstStyle/>
        <a:p>
          <a:r>
            <a:rPr lang="en-US" sz="1600" dirty="0" smtClean="0">
              <a:latin typeface="Segoe UI" panose="020B0502040204020203" pitchFamily="34" charset="0"/>
              <a:cs typeface="Segoe UI" panose="020B0502040204020203" pitchFamily="34" charset="0"/>
            </a:rPr>
            <a:t>Overview</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a:solidFill>
          <a:schemeClr val="accent2">
            <a:lumMod val="60000"/>
            <a:lumOff val="40000"/>
            <a:alpha val="90000"/>
          </a:schemeClr>
        </a:solidFill>
      </dgm:spPr>
      <dgm:t>
        <a:bodyPr/>
        <a:lstStyle/>
        <a:p>
          <a:r>
            <a:rPr lang="en-US" sz="1600" dirty="0" smtClean="0">
              <a:latin typeface="Segoe UI" panose="020B0502040204020203" pitchFamily="34" charset="0"/>
              <a:cs typeface="Segoe UI" panose="020B0502040204020203" pitchFamily="34" charset="0"/>
            </a:rPr>
            <a:t>Loss Exposures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smtClean="0">
              <a:latin typeface="Segoe UI" panose="020B0502040204020203" pitchFamily="34" charset="0"/>
              <a:cs typeface="Segoe UI" panose="020B0502040204020203" pitchFamily="34" charset="0"/>
            </a:rPr>
            <a:t>Commercial Property coverage part</a:t>
          </a:r>
          <a:endParaRPr lang="en-US" sz="1600" dirty="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t>
        <a:bodyPr/>
        <a:lstStyle/>
        <a:p>
          <a:endParaRPr lang="en-US"/>
        </a:p>
      </dgm:t>
    </dgm:pt>
  </dgm:ptLst>
  <dgm:cxnLst>
    <dgm:cxn modelId="{90760F16-515F-4FC5-A0C6-224D130AD7FF}" type="presOf" srcId="{FD44662F-72BB-4119-801E-24399F494A56}" destId="{2F79F4EE-99A1-4CEC-8FEE-C636AD274778}" srcOrd="0" destOrd="0" presId="urn:microsoft.com/office/officeart/2005/8/layout/chevron2"/>
    <dgm:cxn modelId="{39739F10-4E0E-4BA3-883B-A6E5FE570A95}" type="presOf" srcId="{AEA98A0A-5971-4387-8F87-30E2E87D1BBC}" destId="{5DF62DFD-4FA4-479D-BACA-0B5672D793AE}" srcOrd="0" destOrd="0" presId="urn:microsoft.com/office/officeart/2005/8/layout/chevron2"/>
    <dgm:cxn modelId="{71846E55-750A-4621-8B03-6DC5A6D737A8}" type="presOf" srcId="{6E4FFBC2-6C99-4467-A342-4F646E8105E8}" destId="{CA3CA37D-96A6-40F5-8283-7F5E5E75CC28}"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14C2E645-A7F6-4CF0-A7D9-C4C224B1F71B}" type="presOf" srcId="{7C839073-D423-4CF0-A279-F3597BB99994}" destId="{AD927985-2E20-4855-8300-EF608B954011}" srcOrd="0" destOrd="0" presId="urn:microsoft.com/office/officeart/2005/8/layout/chevron2"/>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3D1A0314-C39F-4E1A-8F65-91AC44984AC4}" type="presOf" srcId="{273FB2FC-BB42-42E4-809F-8792EAAA4D36}" destId="{6597B828-368A-4EAC-99FD-85AB3B3FB0C4}" srcOrd="0" destOrd="0" presId="urn:microsoft.com/office/officeart/2005/8/layout/chevron2"/>
    <dgm:cxn modelId="{28538DA2-BBAF-4341-9612-FEADB7C72298}" type="presOf" srcId="{6BB193CD-2BCB-422D-9372-D29AD8AB2E75}" destId="{3196A1B1-B062-4292-A00B-1AF4EFB306CF}"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266AB918-486A-446F-B934-9E4404E4E7BE}" type="presOf" srcId="{68FAD2B8-B928-4799-8BC6-C42A1A6B3879}" destId="{BA57226D-E733-47AB-9C1E-7F48998AF898}" srcOrd="0" destOrd="0" presId="urn:microsoft.com/office/officeart/2005/8/layout/chevron2"/>
    <dgm:cxn modelId="{CF11DC53-310C-4500-AFA1-54BBA194239F}" srcId="{273FB2FC-BB42-42E4-809F-8792EAAA4D36}" destId="{AEA98A0A-5971-4387-8F87-30E2E87D1BBC}" srcOrd="0" destOrd="0" parTransId="{BEE051EC-7527-4612-ADD5-9B9F3C8E955D}" sibTransId="{8F1BEA95-EC37-4EE8-8D91-47146E4C7F6E}"/>
    <dgm:cxn modelId="{D9B5A1C0-378D-4FD4-8C96-79BB51306005}" type="presParOf" srcId="{BA57226D-E733-47AB-9C1E-7F48998AF898}" destId="{CC146864-BFF0-4842-89BF-1105AD66F5D5}" srcOrd="0" destOrd="0" presId="urn:microsoft.com/office/officeart/2005/8/layout/chevron2"/>
    <dgm:cxn modelId="{ED50E2AE-F112-4489-8E82-FA3A9D76D229}" type="presParOf" srcId="{CC146864-BFF0-4842-89BF-1105AD66F5D5}" destId="{6597B828-368A-4EAC-99FD-85AB3B3FB0C4}" srcOrd="0" destOrd="0" presId="urn:microsoft.com/office/officeart/2005/8/layout/chevron2"/>
    <dgm:cxn modelId="{3D2A43B9-8369-45FC-AF08-DD436497F791}" type="presParOf" srcId="{CC146864-BFF0-4842-89BF-1105AD66F5D5}" destId="{5DF62DFD-4FA4-479D-BACA-0B5672D793AE}" srcOrd="1" destOrd="0" presId="urn:microsoft.com/office/officeart/2005/8/layout/chevron2"/>
    <dgm:cxn modelId="{C5CB61B5-6897-4D9F-B494-50ECBFBA680B}" type="presParOf" srcId="{BA57226D-E733-47AB-9C1E-7F48998AF898}" destId="{33D84CC3-27D8-4296-A650-E0BD45C89460}" srcOrd="1" destOrd="0" presId="urn:microsoft.com/office/officeart/2005/8/layout/chevron2"/>
    <dgm:cxn modelId="{153A20A1-A87E-45FB-9B4E-39EF41DEDC17}" type="presParOf" srcId="{BA57226D-E733-47AB-9C1E-7F48998AF898}" destId="{8884328B-B7DF-4FEB-88E1-5749EF4A08C1}" srcOrd="2" destOrd="0" presId="urn:microsoft.com/office/officeart/2005/8/layout/chevron2"/>
    <dgm:cxn modelId="{F08DB7DF-455B-4609-B04D-C74776634AD6}" type="presParOf" srcId="{8884328B-B7DF-4FEB-88E1-5749EF4A08C1}" destId="{CA3CA37D-96A6-40F5-8283-7F5E5E75CC28}" srcOrd="0" destOrd="0" presId="urn:microsoft.com/office/officeart/2005/8/layout/chevron2"/>
    <dgm:cxn modelId="{89B0F7A7-BE14-4E16-93BB-F497C8984758}" type="presParOf" srcId="{8884328B-B7DF-4FEB-88E1-5749EF4A08C1}" destId="{2F79F4EE-99A1-4CEC-8FEE-C636AD274778}" srcOrd="1" destOrd="0" presId="urn:microsoft.com/office/officeart/2005/8/layout/chevron2"/>
    <dgm:cxn modelId="{A5001A76-17A6-4AAF-B3B1-DDE6DB310ED0}" type="presParOf" srcId="{BA57226D-E733-47AB-9C1E-7F48998AF898}" destId="{A446C02B-6598-45A5-94CC-35BC3846B78B}" srcOrd="3" destOrd="0" presId="urn:microsoft.com/office/officeart/2005/8/layout/chevron2"/>
    <dgm:cxn modelId="{B13E6F8C-9FA6-453B-8190-96F5621F08B6}" type="presParOf" srcId="{BA57226D-E733-47AB-9C1E-7F48998AF898}" destId="{697118F7-20AA-4D55-BECB-464BCC2F1F89}" srcOrd="4" destOrd="0" presId="urn:microsoft.com/office/officeart/2005/8/layout/chevron2"/>
    <dgm:cxn modelId="{4BD6DC30-A975-4D2A-AC7B-13EEB1ED0CEF}" type="presParOf" srcId="{697118F7-20AA-4D55-BECB-464BCC2F1F89}" destId="{3196A1B1-B062-4292-A00B-1AF4EFB306CF}" srcOrd="0" destOrd="0" presId="urn:microsoft.com/office/officeart/2005/8/layout/chevron2"/>
    <dgm:cxn modelId="{2397360D-3A43-47DE-AD0E-99D64B42A116}"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smtClean="0">
              <a:latin typeface="Segoe UI" panose="020B0502040204020203" pitchFamily="34" charset="0"/>
              <a:cs typeface="Segoe UI" panose="020B0502040204020203" pitchFamily="34" charset="0"/>
            </a:rPr>
            <a:t>Coverages and Exclusions</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Coverage Limits and Rating Factors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dgm:t>
        <a:bodyPr/>
        <a:lstStyle/>
        <a:p>
          <a:r>
            <a:rPr lang="en-US" sz="1600" dirty="0" smtClean="0">
              <a:latin typeface="Segoe UI" panose="020B0502040204020203" pitchFamily="34" charset="0"/>
              <a:cs typeface="Segoe UI" panose="020B0502040204020203" pitchFamily="34" charset="0"/>
            </a:rPr>
            <a:t>Forms</a:t>
          </a:r>
          <a:endParaRPr lang="en-US" sz="1600" dirty="0">
            <a:latin typeface="Segoe UI" panose="020B0502040204020203" pitchFamily="34" charset="0"/>
            <a:cs typeface="Segoe UI" panose="020B0502040204020203" pitchFamily="34" charset="0"/>
          </a:endParaRP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dgm:presLayoutVars>
          <dgm:bulletEnabled val="1"/>
        </dgm:presLayoutVars>
      </dgm:prSet>
      <dgm:spPr/>
      <dgm:t>
        <a:bodyPr/>
        <a:lstStyle/>
        <a:p>
          <a:endParaRPr lang="en-US"/>
        </a:p>
      </dgm:t>
    </dgm:pt>
  </dgm:ptLst>
  <dgm:cxnLst>
    <dgm:cxn modelId="{D5903D32-21F6-4D50-9A33-4AB419C895D1}" type="presOf" srcId="{AEA98A0A-5971-4387-8F87-30E2E87D1BBC}" destId="{5DF62DFD-4FA4-479D-BACA-0B5672D793AE}"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50457E19-D136-44F3-ADC9-95ED75AA357E}" type="presOf" srcId="{FD44662F-72BB-4119-801E-24399F494A56}" destId="{2F79F4EE-99A1-4CEC-8FEE-C636AD274778}" srcOrd="0" destOrd="0" presId="urn:microsoft.com/office/officeart/2005/8/layout/chevron2"/>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D60FB203-398E-47C6-82DD-5982F4EE1A20}" type="presOf" srcId="{6BB193CD-2BCB-422D-9372-D29AD8AB2E75}" destId="{3196A1B1-B062-4292-A00B-1AF4EFB306CF}" srcOrd="0" destOrd="0" presId="urn:microsoft.com/office/officeart/2005/8/layout/chevron2"/>
    <dgm:cxn modelId="{5FE62E80-DC95-42FF-B5F8-742C99A85EBE}" type="presOf" srcId="{6E4FFBC2-6C99-4467-A342-4F646E8105E8}" destId="{CA3CA37D-96A6-40F5-8283-7F5E5E75CC28}"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74BCC6AE-C214-4DD5-AFD0-7E7D7972B3DB}" type="presOf" srcId="{273FB2FC-BB42-42E4-809F-8792EAAA4D36}" destId="{6597B828-368A-4EAC-99FD-85AB3B3FB0C4}" srcOrd="0" destOrd="0" presId="urn:microsoft.com/office/officeart/2005/8/layout/chevron2"/>
    <dgm:cxn modelId="{CF11DC53-310C-4500-AFA1-54BBA194239F}" srcId="{273FB2FC-BB42-42E4-809F-8792EAAA4D36}" destId="{AEA98A0A-5971-4387-8F87-30E2E87D1BBC}" srcOrd="0" destOrd="0" parTransId="{BEE051EC-7527-4612-ADD5-9B9F3C8E955D}" sibTransId="{8F1BEA95-EC37-4EE8-8D91-47146E4C7F6E}"/>
    <dgm:cxn modelId="{6823A294-FC26-4E8F-9D55-8EFAE6A88445}" type="presOf" srcId="{7C839073-D423-4CF0-A279-F3597BB99994}" destId="{AD927985-2E20-4855-8300-EF608B954011}" srcOrd="0" destOrd="0" presId="urn:microsoft.com/office/officeart/2005/8/layout/chevron2"/>
    <dgm:cxn modelId="{3C41F1B7-5085-475A-888A-36A0691A0046}" type="presOf" srcId="{68FAD2B8-B928-4799-8BC6-C42A1A6B3879}" destId="{BA57226D-E733-47AB-9C1E-7F48998AF898}" srcOrd="0" destOrd="0" presId="urn:microsoft.com/office/officeart/2005/8/layout/chevron2"/>
    <dgm:cxn modelId="{6B10577C-CCD7-43E0-A1BF-5C76D53D536D}" type="presParOf" srcId="{BA57226D-E733-47AB-9C1E-7F48998AF898}" destId="{CC146864-BFF0-4842-89BF-1105AD66F5D5}" srcOrd="0" destOrd="0" presId="urn:microsoft.com/office/officeart/2005/8/layout/chevron2"/>
    <dgm:cxn modelId="{6DD65A7D-5BC9-484E-A5A9-904500055A2F}" type="presParOf" srcId="{CC146864-BFF0-4842-89BF-1105AD66F5D5}" destId="{6597B828-368A-4EAC-99FD-85AB3B3FB0C4}" srcOrd="0" destOrd="0" presId="urn:microsoft.com/office/officeart/2005/8/layout/chevron2"/>
    <dgm:cxn modelId="{0FBA3BDA-93AE-459F-9500-7A592E68375C}" type="presParOf" srcId="{CC146864-BFF0-4842-89BF-1105AD66F5D5}" destId="{5DF62DFD-4FA4-479D-BACA-0B5672D793AE}" srcOrd="1" destOrd="0" presId="urn:microsoft.com/office/officeart/2005/8/layout/chevron2"/>
    <dgm:cxn modelId="{1E4BBB04-AADC-4E27-BC30-BC6169175314}" type="presParOf" srcId="{BA57226D-E733-47AB-9C1E-7F48998AF898}" destId="{33D84CC3-27D8-4296-A650-E0BD45C89460}" srcOrd="1" destOrd="0" presId="urn:microsoft.com/office/officeart/2005/8/layout/chevron2"/>
    <dgm:cxn modelId="{5A1305FA-5F3F-4E16-890E-30CA7310D7B3}" type="presParOf" srcId="{BA57226D-E733-47AB-9C1E-7F48998AF898}" destId="{8884328B-B7DF-4FEB-88E1-5749EF4A08C1}" srcOrd="2" destOrd="0" presId="urn:microsoft.com/office/officeart/2005/8/layout/chevron2"/>
    <dgm:cxn modelId="{BA5632D7-6C56-4239-8615-29F20A64422A}" type="presParOf" srcId="{8884328B-B7DF-4FEB-88E1-5749EF4A08C1}" destId="{CA3CA37D-96A6-40F5-8283-7F5E5E75CC28}" srcOrd="0" destOrd="0" presId="urn:microsoft.com/office/officeart/2005/8/layout/chevron2"/>
    <dgm:cxn modelId="{7789C837-D3E6-4081-B6D9-BFF3AB34FABC}" type="presParOf" srcId="{8884328B-B7DF-4FEB-88E1-5749EF4A08C1}" destId="{2F79F4EE-99A1-4CEC-8FEE-C636AD274778}" srcOrd="1" destOrd="0" presId="urn:microsoft.com/office/officeart/2005/8/layout/chevron2"/>
    <dgm:cxn modelId="{ED186AB8-36D3-430F-9EE1-2244BD7F6930}" type="presParOf" srcId="{BA57226D-E733-47AB-9C1E-7F48998AF898}" destId="{A446C02B-6598-45A5-94CC-35BC3846B78B}" srcOrd="3" destOrd="0" presId="urn:microsoft.com/office/officeart/2005/8/layout/chevron2"/>
    <dgm:cxn modelId="{996A8444-D173-4327-991F-3A3E30A4B083}" type="presParOf" srcId="{BA57226D-E733-47AB-9C1E-7F48998AF898}" destId="{697118F7-20AA-4D55-BECB-464BCC2F1F89}" srcOrd="4" destOrd="0" presId="urn:microsoft.com/office/officeart/2005/8/layout/chevron2"/>
    <dgm:cxn modelId="{B2511A51-E15E-4BE2-8CCA-219F1DA317BC}" type="presParOf" srcId="{697118F7-20AA-4D55-BECB-464BCC2F1F89}" destId="{3196A1B1-B062-4292-A00B-1AF4EFB306CF}" srcOrd="0" destOrd="0" presId="urn:microsoft.com/office/officeart/2005/8/layout/chevron2"/>
    <dgm:cxn modelId="{E4DAEC21-D39F-408A-B423-8BEE06071C26}"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Lst>
  <dgm:cxnLst>
    <dgm:cxn modelId="{2A987F1D-2EFB-43E5-B119-F238C070C8C3}" type="presOf" srcId="{68FAD2B8-B928-4799-8BC6-C42A1A6B3879}" destId="{BA57226D-E733-47AB-9C1E-7F48998AF898}" srcOrd="0" destOrd="0" presId="urn:microsoft.com/office/officeart/2005/8/layout/chevron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a:noFill/>
      </dgm:spPr>
      <dgm:t>
        <a:bodyPr/>
        <a:lstStyle/>
        <a:p>
          <a:r>
            <a:rPr lang="en-US" sz="1600" dirty="0" smtClean="0">
              <a:latin typeface="Segoe UI" panose="020B0502040204020203" pitchFamily="34" charset="0"/>
              <a:cs typeface="Segoe UI" panose="020B0502040204020203" pitchFamily="34" charset="0"/>
            </a:rPr>
            <a:t>Overview</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Loss Exposures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a:solidFill>
          <a:schemeClr val="accent2">
            <a:lumMod val="60000"/>
            <a:lumOff val="40000"/>
          </a:schemeClr>
        </a:solidFill>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a:solidFill>
          <a:schemeClr val="accent2">
            <a:lumMod val="60000"/>
            <a:lumOff val="40000"/>
            <a:alpha val="90000"/>
          </a:schemeClr>
        </a:solidFill>
      </dgm:spPr>
      <dgm:t>
        <a:bodyPr/>
        <a:lstStyle/>
        <a:p>
          <a:r>
            <a:rPr lang="en-US" sz="1600" dirty="0" smtClean="0">
              <a:latin typeface="Segoe UI" panose="020B0502040204020203" pitchFamily="34" charset="0"/>
              <a:cs typeface="Segoe UI" panose="020B0502040204020203" pitchFamily="34" charset="0"/>
            </a:rPr>
            <a:t>Commercial Property coverage part</a:t>
          </a:r>
          <a:endParaRPr lang="en-US" sz="1600" dirty="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t>
        <a:bodyPr/>
        <a:lstStyle/>
        <a:p>
          <a:endParaRPr lang="en-US"/>
        </a:p>
      </dgm:t>
    </dgm:pt>
  </dgm:ptLst>
  <dgm:cxnLst>
    <dgm:cxn modelId="{DD9BAAC7-1E48-4E24-8B9F-C5EDA44C5D97}" type="presOf" srcId="{6BB193CD-2BCB-422D-9372-D29AD8AB2E75}" destId="{3196A1B1-B062-4292-A00B-1AF4EFB306CF}"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5FE2738A-0C90-4B49-A054-455A6AB09DD6}" type="presOf" srcId="{7C839073-D423-4CF0-A279-F3597BB99994}" destId="{AD927985-2E20-4855-8300-EF608B954011}" srcOrd="0" destOrd="0" presId="urn:microsoft.com/office/officeart/2005/8/layout/chevron2"/>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973337BB-86DA-41BA-AC58-B9345539B618}" type="presOf" srcId="{68FAD2B8-B928-4799-8BC6-C42A1A6B3879}" destId="{BA57226D-E733-47AB-9C1E-7F48998AF898}" srcOrd="0" destOrd="0" presId="urn:microsoft.com/office/officeart/2005/8/layout/chevron2"/>
    <dgm:cxn modelId="{6CF704A4-0B19-488B-B345-5DAD26A7F5DC}" type="presOf" srcId="{AEA98A0A-5971-4387-8F87-30E2E87D1BBC}" destId="{5DF62DFD-4FA4-479D-BACA-0B5672D793AE}"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2D7A6642-934D-4812-AB0C-C608EE6F5DA5}" type="presOf" srcId="{FD44662F-72BB-4119-801E-24399F494A56}" destId="{2F79F4EE-99A1-4CEC-8FEE-C636AD274778}" srcOrd="0" destOrd="0" presId="urn:microsoft.com/office/officeart/2005/8/layout/chevron2"/>
    <dgm:cxn modelId="{8147EB04-02F4-4270-813F-526B03135C46}" type="presOf" srcId="{6E4FFBC2-6C99-4467-A342-4F646E8105E8}" destId="{CA3CA37D-96A6-40F5-8283-7F5E5E75CC28}" srcOrd="0" destOrd="0" presId="urn:microsoft.com/office/officeart/2005/8/layout/chevron2"/>
    <dgm:cxn modelId="{D520CCD4-A3B3-4A5B-AB6B-3C76404E93A4}" type="presOf" srcId="{273FB2FC-BB42-42E4-809F-8792EAAA4D36}" destId="{6597B828-368A-4EAC-99FD-85AB3B3FB0C4}" srcOrd="0" destOrd="0" presId="urn:microsoft.com/office/officeart/2005/8/layout/chevron2"/>
    <dgm:cxn modelId="{350D6090-E439-4D04-AF6D-4EF40A1B3C03}" type="presParOf" srcId="{BA57226D-E733-47AB-9C1E-7F48998AF898}" destId="{CC146864-BFF0-4842-89BF-1105AD66F5D5}" srcOrd="0" destOrd="0" presId="urn:microsoft.com/office/officeart/2005/8/layout/chevron2"/>
    <dgm:cxn modelId="{32BB7F80-C88C-4156-9E55-0E6602E02929}" type="presParOf" srcId="{CC146864-BFF0-4842-89BF-1105AD66F5D5}" destId="{6597B828-368A-4EAC-99FD-85AB3B3FB0C4}" srcOrd="0" destOrd="0" presId="urn:microsoft.com/office/officeart/2005/8/layout/chevron2"/>
    <dgm:cxn modelId="{68325067-C292-4271-861F-B351204101C3}" type="presParOf" srcId="{CC146864-BFF0-4842-89BF-1105AD66F5D5}" destId="{5DF62DFD-4FA4-479D-BACA-0B5672D793AE}" srcOrd="1" destOrd="0" presId="urn:microsoft.com/office/officeart/2005/8/layout/chevron2"/>
    <dgm:cxn modelId="{66C0F53C-3B72-4D4A-82C6-7E7D51E63BBD}" type="presParOf" srcId="{BA57226D-E733-47AB-9C1E-7F48998AF898}" destId="{33D84CC3-27D8-4296-A650-E0BD45C89460}" srcOrd="1" destOrd="0" presId="urn:microsoft.com/office/officeart/2005/8/layout/chevron2"/>
    <dgm:cxn modelId="{1C58F992-19AF-4833-8982-571EA6EFE3E1}" type="presParOf" srcId="{BA57226D-E733-47AB-9C1E-7F48998AF898}" destId="{8884328B-B7DF-4FEB-88E1-5749EF4A08C1}" srcOrd="2" destOrd="0" presId="urn:microsoft.com/office/officeart/2005/8/layout/chevron2"/>
    <dgm:cxn modelId="{53A77F83-23F8-4E3B-BB10-1A25FE0DCEB9}" type="presParOf" srcId="{8884328B-B7DF-4FEB-88E1-5749EF4A08C1}" destId="{CA3CA37D-96A6-40F5-8283-7F5E5E75CC28}" srcOrd="0" destOrd="0" presId="urn:microsoft.com/office/officeart/2005/8/layout/chevron2"/>
    <dgm:cxn modelId="{9B6890B8-3119-405E-8396-47874CEDC070}" type="presParOf" srcId="{8884328B-B7DF-4FEB-88E1-5749EF4A08C1}" destId="{2F79F4EE-99A1-4CEC-8FEE-C636AD274778}" srcOrd="1" destOrd="0" presId="urn:microsoft.com/office/officeart/2005/8/layout/chevron2"/>
    <dgm:cxn modelId="{501E8747-546F-4A98-9788-4EC286056CD0}" type="presParOf" srcId="{BA57226D-E733-47AB-9C1E-7F48998AF898}" destId="{A446C02B-6598-45A5-94CC-35BC3846B78B}" srcOrd="3" destOrd="0" presId="urn:microsoft.com/office/officeart/2005/8/layout/chevron2"/>
    <dgm:cxn modelId="{4071CA84-847B-4905-ACE0-911D8A72C3F5}" type="presParOf" srcId="{BA57226D-E733-47AB-9C1E-7F48998AF898}" destId="{697118F7-20AA-4D55-BECB-464BCC2F1F89}" srcOrd="4" destOrd="0" presId="urn:microsoft.com/office/officeart/2005/8/layout/chevron2"/>
    <dgm:cxn modelId="{92321B9D-A9F0-4E01-B559-A10E527602E1}" type="presParOf" srcId="{697118F7-20AA-4D55-BECB-464BCC2F1F89}" destId="{3196A1B1-B062-4292-A00B-1AF4EFB306CF}" srcOrd="0" destOrd="0" presId="urn:microsoft.com/office/officeart/2005/8/layout/chevron2"/>
    <dgm:cxn modelId="{861E17C5-664B-4B20-8BC2-EA217AE48E72}"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smtClean="0">
              <a:latin typeface="Segoe UI" panose="020B0502040204020203" pitchFamily="34" charset="0"/>
              <a:cs typeface="Segoe UI" panose="020B0502040204020203" pitchFamily="34" charset="0"/>
            </a:rPr>
            <a:t>Coverages and Exclusions</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Coverage Limits and Rating Factors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dgm:t>
        <a:bodyPr/>
        <a:lstStyle/>
        <a:p>
          <a:r>
            <a:rPr lang="en-US" sz="1600" dirty="0" smtClean="0">
              <a:latin typeface="Segoe UI" panose="020B0502040204020203" pitchFamily="34" charset="0"/>
              <a:cs typeface="Segoe UI" panose="020B0502040204020203" pitchFamily="34" charset="0"/>
            </a:rPr>
            <a:t>Forms</a:t>
          </a:r>
          <a:endParaRPr lang="en-US" sz="1600" dirty="0">
            <a:latin typeface="Segoe UI" panose="020B0502040204020203" pitchFamily="34" charset="0"/>
            <a:cs typeface="Segoe UI" panose="020B0502040204020203" pitchFamily="34" charset="0"/>
          </a:endParaRP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dgm:presLayoutVars>
          <dgm:bulletEnabled val="1"/>
        </dgm:presLayoutVars>
      </dgm:prSet>
      <dgm:spPr/>
      <dgm:t>
        <a:bodyPr/>
        <a:lstStyle/>
        <a:p>
          <a:endParaRPr lang="en-US"/>
        </a:p>
      </dgm:t>
    </dgm:pt>
  </dgm:ptLst>
  <dgm:cxnLst>
    <dgm:cxn modelId="{24790218-6666-454C-B1D5-B8912FD012F2}" type="presOf" srcId="{6BB193CD-2BCB-422D-9372-D29AD8AB2E75}" destId="{3196A1B1-B062-4292-A00B-1AF4EFB306CF}"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F0556D07-A165-4071-B7A6-F5757C72F544}" type="presOf" srcId="{AEA98A0A-5971-4387-8F87-30E2E87D1BBC}" destId="{5DF62DFD-4FA4-479D-BACA-0B5672D793AE}" srcOrd="0" destOrd="0" presId="urn:microsoft.com/office/officeart/2005/8/layout/chevron2"/>
    <dgm:cxn modelId="{253E508E-89DA-49C0-A039-3838F57268F8}" type="presOf" srcId="{68FAD2B8-B928-4799-8BC6-C42A1A6B3879}" destId="{BA57226D-E733-47AB-9C1E-7F48998AF898}"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59C4B28F-5648-4370-A376-A65E83A750F9}" type="presOf" srcId="{FD44662F-72BB-4119-801E-24399F494A56}" destId="{2F79F4EE-99A1-4CEC-8FEE-C636AD274778}" srcOrd="0" destOrd="0" presId="urn:microsoft.com/office/officeart/2005/8/layout/chevron2"/>
    <dgm:cxn modelId="{B3A1EB00-6A3E-4E16-AEA9-6B2EB4B13BC7}" type="presOf" srcId="{273FB2FC-BB42-42E4-809F-8792EAAA4D36}" destId="{6597B828-368A-4EAC-99FD-85AB3B3FB0C4}" srcOrd="0" destOrd="0" presId="urn:microsoft.com/office/officeart/2005/8/layout/chevron2"/>
    <dgm:cxn modelId="{CF11DC53-310C-4500-AFA1-54BBA194239F}" srcId="{273FB2FC-BB42-42E4-809F-8792EAAA4D36}" destId="{AEA98A0A-5971-4387-8F87-30E2E87D1BBC}" srcOrd="0" destOrd="0" parTransId="{BEE051EC-7527-4612-ADD5-9B9F3C8E955D}" sibTransId="{8F1BEA95-EC37-4EE8-8D91-47146E4C7F6E}"/>
    <dgm:cxn modelId="{AD9B7E3E-9F80-4CCA-A96D-6566D301DC03}" type="presOf" srcId="{6E4FFBC2-6C99-4467-A342-4F646E8105E8}" destId="{CA3CA37D-96A6-40F5-8283-7F5E5E75CC28}" srcOrd="0" destOrd="0" presId="urn:microsoft.com/office/officeart/2005/8/layout/chevron2"/>
    <dgm:cxn modelId="{E4072EFC-9E69-4FD5-8B02-1659FDFA64B1}" type="presOf" srcId="{7C839073-D423-4CF0-A279-F3597BB99994}" destId="{AD927985-2E20-4855-8300-EF608B954011}" srcOrd="0" destOrd="0" presId="urn:microsoft.com/office/officeart/2005/8/layout/chevron2"/>
    <dgm:cxn modelId="{D6FEF08D-EF0A-45CD-B929-A12DAAFAAB0F}" type="presParOf" srcId="{BA57226D-E733-47AB-9C1E-7F48998AF898}" destId="{CC146864-BFF0-4842-89BF-1105AD66F5D5}" srcOrd="0" destOrd="0" presId="urn:microsoft.com/office/officeart/2005/8/layout/chevron2"/>
    <dgm:cxn modelId="{A90346CA-ED1C-432D-92DE-002149F13CC8}" type="presParOf" srcId="{CC146864-BFF0-4842-89BF-1105AD66F5D5}" destId="{6597B828-368A-4EAC-99FD-85AB3B3FB0C4}" srcOrd="0" destOrd="0" presId="urn:microsoft.com/office/officeart/2005/8/layout/chevron2"/>
    <dgm:cxn modelId="{68085654-70A3-47A0-94C0-E54F702F1717}" type="presParOf" srcId="{CC146864-BFF0-4842-89BF-1105AD66F5D5}" destId="{5DF62DFD-4FA4-479D-BACA-0B5672D793AE}" srcOrd="1" destOrd="0" presId="urn:microsoft.com/office/officeart/2005/8/layout/chevron2"/>
    <dgm:cxn modelId="{6084A95D-6261-460E-9792-D60C5D96AD02}" type="presParOf" srcId="{BA57226D-E733-47AB-9C1E-7F48998AF898}" destId="{33D84CC3-27D8-4296-A650-E0BD45C89460}" srcOrd="1" destOrd="0" presId="urn:microsoft.com/office/officeart/2005/8/layout/chevron2"/>
    <dgm:cxn modelId="{BC626107-CAD7-4569-A73E-37DA8C196DF5}" type="presParOf" srcId="{BA57226D-E733-47AB-9C1E-7F48998AF898}" destId="{8884328B-B7DF-4FEB-88E1-5749EF4A08C1}" srcOrd="2" destOrd="0" presId="urn:microsoft.com/office/officeart/2005/8/layout/chevron2"/>
    <dgm:cxn modelId="{1D21222B-CDF9-4513-BA74-42A19DCF5664}" type="presParOf" srcId="{8884328B-B7DF-4FEB-88E1-5749EF4A08C1}" destId="{CA3CA37D-96A6-40F5-8283-7F5E5E75CC28}" srcOrd="0" destOrd="0" presId="urn:microsoft.com/office/officeart/2005/8/layout/chevron2"/>
    <dgm:cxn modelId="{0CDC37DF-85BC-4151-806E-52D07781D2FD}" type="presParOf" srcId="{8884328B-B7DF-4FEB-88E1-5749EF4A08C1}" destId="{2F79F4EE-99A1-4CEC-8FEE-C636AD274778}" srcOrd="1" destOrd="0" presId="urn:microsoft.com/office/officeart/2005/8/layout/chevron2"/>
    <dgm:cxn modelId="{BD7787E5-534A-401E-9897-F80A6AB1E872}" type="presParOf" srcId="{BA57226D-E733-47AB-9C1E-7F48998AF898}" destId="{A446C02B-6598-45A5-94CC-35BC3846B78B}" srcOrd="3" destOrd="0" presId="urn:microsoft.com/office/officeart/2005/8/layout/chevron2"/>
    <dgm:cxn modelId="{F6C4AD54-4EC6-4343-8447-55091AD4CFBB}" type="presParOf" srcId="{BA57226D-E733-47AB-9C1E-7F48998AF898}" destId="{697118F7-20AA-4D55-BECB-464BCC2F1F89}" srcOrd="4" destOrd="0" presId="urn:microsoft.com/office/officeart/2005/8/layout/chevron2"/>
    <dgm:cxn modelId="{792B0B59-3786-4885-AE79-316EAE736C42}" type="presParOf" srcId="{697118F7-20AA-4D55-BECB-464BCC2F1F89}" destId="{3196A1B1-B062-4292-A00B-1AF4EFB306CF}" srcOrd="0" destOrd="0" presId="urn:microsoft.com/office/officeart/2005/8/layout/chevron2"/>
    <dgm:cxn modelId="{283D0FB9-1822-4370-A75A-813EA07ED693}"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Lst>
  <dgm:cxnLst>
    <dgm:cxn modelId="{055907AE-9800-4F74-AB28-D8AE1E139C91}" type="presOf" srcId="{68FAD2B8-B928-4799-8BC6-C42A1A6B3879}" destId="{BA57226D-E733-47AB-9C1E-7F48998AF898}" srcOrd="0" destOrd="0" presId="urn:microsoft.com/office/officeart/2005/8/layout/chevron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a:noFill/>
      </dgm:spPr>
      <dgm:t>
        <a:bodyPr/>
        <a:lstStyle/>
        <a:p>
          <a:r>
            <a:rPr lang="en-US" sz="1600" dirty="0" smtClean="0">
              <a:latin typeface="Segoe UI" panose="020B0502040204020203" pitchFamily="34" charset="0"/>
              <a:cs typeface="Segoe UI" panose="020B0502040204020203" pitchFamily="34" charset="0"/>
            </a:rPr>
            <a:t>Overview</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Loss Exposures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smtClean="0">
              <a:latin typeface="Segoe UI" panose="020B0502040204020203" pitchFamily="34" charset="0"/>
              <a:cs typeface="Segoe UI" panose="020B0502040204020203" pitchFamily="34" charset="0"/>
            </a:rPr>
            <a:t>Commercial Property coverage part</a:t>
          </a:r>
          <a:endParaRPr lang="en-US" sz="1600" dirty="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t>
        <a:bodyPr/>
        <a:lstStyle/>
        <a:p>
          <a:endParaRPr lang="en-US"/>
        </a:p>
      </dgm:t>
    </dgm:pt>
  </dgm:ptLst>
  <dgm:cxnLst>
    <dgm:cxn modelId="{487CCE6C-CF81-451D-8BAF-FCBCA114F436}" type="presOf" srcId="{AEA98A0A-5971-4387-8F87-30E2E87D1BBC}" destId="{5DF62DFD-4FA4-479D-BACA-0B5672D793AE}" srcOrd="0" destOrd="0" presId="urn:microsoft.com/office/officeart/2005/8/layout/chevron2"/>
    <dgm:cxn modelId="{C07D41B7-E0B0-49B4-AFA6-861CAF045AEB}" type="presOf" srcId="{6BB193CD-2BCB-422D-9372-D29AD8AB2E75}" destId="{3196A1B1-B062-4292-A00B-1AF4EFB306CF}" srcOrd="0" destOrd="0" presId="urn:microsoft.com/office/officeart/2005/8/layout/chevron2"/>
    <dgm:cxn modelId="{182FF6A0-5D3E-4C17-8A8E-E73F1361D968}" type="presOf" srcId="{273FB2FC-BB42-42E4-809F-8792EAAA4D36}" destId="{6597B828-368A-4EAC-99FD-85AB3B3FB0C4}"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997A6557-CA26-4D5F-8C04-5077BBB7C4B3}" type="presOf" srcId="{7C839073-D423-4CF0-A279-F3597BB99994}" destId="{AD927985-2E20-4855-8300-EF608B954011}" srcOrd="0" destOrd="0" presId="urn:microsoft.com/office/officeart/2005/8/layout/chevron2"/>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57145012-E0A5-48BF-98C0-CFAA1ACBEF73}" type="presOf" srcId="{6E4FFBC2-6C99-4467-A342-4F646E8105E8}" destId="{CA3CA37D-96A6-40F5-8283-7F5E5E75CC28}" srcOrd="0" destOrd="0" presId="urn:microsoft.com/office/officeart/2005/8/layout/chevron2"/>
    <dgm:cxn modelId="{0ED91074-C6D1-49F4-929E-335BB6C26FFB}" type="presOf" srcId="{68FAD2B8-B928-4799-8BC6-C42A1A6B3879}" destId="{BA57226D-E733-47AB-9C1E-7F48998AF898}"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342673E0-9E04-469C-9E28-CFBC7AC3D805}" srcId="{6BB193CD-2BCB-422D-9372-D29AD8AB2E75}" destId="{7C839073-D423-4CF0-A279-F3597BB99994}" srcOrd="0" destOrd="0" parTransId="{10D8E1BB-D0AC-4F07-9026-B9E30A95F081}" sibTransId="{916FB27A-9422-4CA8-BA11-C2E66D4E56DD}"/>
    <dgm:cxn modelId="{CF11DC53-310C-4500-AFA1-54BBA194239F}" srcId="{273FB2FC-BB42-42E4-809F-8792EAAA4D36}" destId="{AEA98A0A-5971-4387-8F87-30E2E87D1BBC}" srcOrd="0" destOrd="0" parTransId="{BEE051EC-7527-4612-ADD5-9B9F3C8E955D}" sibTransId="{8F1BEA95-EC37-4EE8-8D91-47146E4C7F6E}"/>
    <dgm:cxn modelId="{CA7C4736-3FED-4DCA-A114-7307D2F676E3}" type="presOf" srcId="{FD44662F-72BB-4119-801E-24399F494A56}" destId="{2F79F4EE-99A1-4CEC-8FEE-C636AD274778}" srcOrd="0" destOrd="0" presId="urn:microsoft.com/office/officeart/2005/8/layout/chevron2"/>
    <dgm:cxn modelId="{32B20DDA-BD8F-4B70-8974-247B653D0C32}" type="presParOf" srcId="{BA57226D-E733-47AB-9C1E-7F48998AF898}" destId="{CC146864-BFF0-4842-89BF-1105AD66F5D5}" srcOrd="0" destOrd="0" presId="urn:microsoft.com/office/officeart/2005/8/layout/chevron2"/>
    <dgm:cxn modelId="{F57EB688-43F5-459F-A871-E712D3703196}" type="presParOf" srcId="{CC146864-BFF0-4842-89BF-1105AD66F5D5}" destId="{6597B828-368A-4EAC-99FD-85AB3B3FB0C4}" srcOrd="0" destOrd="0" presId="urn:microsoft.com/office/officeart/2005/8/layout/chevron2"/>
    <dgm:cxn modelId="{F78CD5BC-A414-483B-8CAE-F961820D63D4}" type="presParOf" srcId="{CC146864-BFF0-4842-89BF-1105AD66F5D5}" destId="{5DF62DFD-4FA4-479D-BACA-0B5672D793AE}" srcOrd="1" destOrd="0" presId="urn:microsoft.com/office/officeart/2005/8/layout/chevron2"/>
    <dgm:cxn modelId="{2F272445-D081-453F-B2DA-69300952BFC4}" type="presParOf" srcId="{BA57226D-E733-47AB-9C1E-7F48998AF898}" destId="{33D84CC3-27D8-4296-A650-E0BD45C89460}" srcOrd="1" destOrd="0" presId="urn:microsoft.com/office/officeart/2005/8/layout/chevron2"/>
    <dgm:cxn modelId="{D9F332B4-148C-4342-87E5-6AF16E14B55C}" type="presParOf" srcId="{BA57226D-E733-47AB-9C1E-7F48998AF898}" destId="{8884328B-B7DF-4FEB-88E1-5749EF4A08C1}" srcOrd="2" destOrd="0" presId="urn:microsoft.com/office/officeart/2005/8/layout/chevron2"/>
    <dgm:cxn modelId="{E1DA2AF7-EC06-487C-AB9D-94B5D8CAED69}" type="presParOf" srcId="{8884328B-B7DF-4FEB-88E1-5749EF4A08C1}" destId="{CA3CA37D-96A6-40F5-8283-7F5E5E75CC28}" srcOrd="0" destOrd="0" presId="urn:microsoft.com/office/officeart/2005/8/layout/chevron2"/>
    <dgm:cxn modelId="{FEA46EA6-7AC2-4B04-AE40-CB12A416484C}" type="presParOf" srcId="{8884328B-B7DF-4FEB-88E1-5749EF4A08C1}" destId="{2F79F4EE-99A1-4CEC-8FEE-C636AD274778}" srcOrd="1" destOrd="0" presId="urn:microsoft.com/office/officeart/2005/8/layout/chevron2"/>
    <dgm:cxn modelId="{B78E8C20-3636-475B-8BF3-1E222B2051CC}" type="presParOf" srcId="{BA57226D-E733-47AB-9C1E-7F48998AF898}" destId="{A446C02B-6598-45A5-94CC-35BC3846B78B}" srcOrd="3" destOrd="0" presId="urn:microsoft.com/office/officeart/2005/8/layout/chevron2"/>
    <dgm:cxn modelId="{B7BDCF50-49D5-4FB7-93B9-2887C95EF7A8}" type="presParOf" srcId="{BA57226D-E733-47AB-9C1E-7F48998AF898}" destId="{697118F7-20AA-4D55-BECB-464BCC2F1F89}" srcOrd="4" destOrd="0" presId="urn:microsoft.com/office/officeart/2005/8/layout/chevron2"/>
    <dgm:cxn modelId="{701156FE-85B9-4A0D-9839-9C36C82CEB33}" type="presParOf" srcId="{697118F7-20AA-4D55-BECB-464BCC2F1F89}" destId="{3196A1B1-B062-4292-A00B-1AF4EFB306CF}" srcOrd="0" destOrd="0" presId="urn:microsoft.com/office/officeart/2005/8/layout/chevron2"/>
    <dgm:cxn modelId="{AC71F129-EE0A-4C4F-BD7A-A800A1A4A9F5}"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a:solidFill>
          <a:schemeClr val="accent2">
            <a:lumMod val="60000"/>
            <a:lumOff val="40000"/>
            <a:alpha val="90000"/>
          </a:schemeClr>
        </a:solidFill>
      </dgm:spPr>
      <dgm:t>
        <a:bodyPr/>
        <a:lstStyle/>
        <a:p>
          <a:r>
            <a:rPr lang="en-US" sz="1600" dirty="0" smtClean="0">
              <a:latin typeface="Segoe UI" panose="020B0502040204020203" pitchFamily="34" charset="0"/>
              <a:cs typeface="Segoe UI" panose="020B0502040204020203" pitchFamily="34" charset="0"/>
            </a:rPr>
            <a:t>Coverages and Exclusions</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Coverage Limits and Rating Factors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dgm:t>
        <a:bodyPr/>
        <a:lstStyle/>
        <a:p>
          <a:r>
            <a:rPr lang="en-US" sz="1600" dirty="0" smtClean="0">
              <a:latin typeface="Segoe UI" panose="020B0502040204020203" pitchFamily="34" charset="0"/>
              <a:cs typeface="Segoe UI" panose="020B0502040204020203" pitchFamily="34" charset="0"/>
            </a:rPr>
            <a:t>Forms</a:t>
          </a:r>
          <a:endParaRPr lang="en-US" sz="1600" dirty="0">
            <a:latin typeface="Segoe UI" panose="020B0502040204020203" pitchFamily="34" charset="0"/>
            <a:cs typeface="Segoe UI" panose="020B0502040204020203" pitchFamily="34" charset="0"/>
          </a:endParaRP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dgm:presLayoutVars>
          <dgm:bulletEnabled val="1"/>
        </dgm:presLayoutVars>
      </dgm:prSet>
      <dgm:spPr/>
      <dgm:t>
        <a:bodyPr/>
        <a:lstStyle/>
        <a:p>
          <a:endParaRPr lang="en-US"/>
        </a:p>
      </dgm:t>
    </dgm:pt>
  </dgm:ptLst>
  <dgm:cxnLst>
    <dgm:cxn modelId="{C94AEDC8-39CA-4B8E-BEC3-22C0D2E4482F}" type="presOf" srcId="{6E4FFBC2-6C99-4467-A342-4F646E8105E8}" destId="{CA3CA37D-96A6-40F5-8283-7F5E5E75CC28}"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69E38905-059E-462A-BEC1-617063CA4B32}" type="presOf" srcId="{FD44662F-72BB-4119-801E-24399F494A56}" destId="{2F79F4EE-99A1-4CEC-8FEE-C636AD274778}" srcOrd="0" destOrd="0" presId="urn:microsoft.com/office/officeart/2005/8/layout/chevron2"/>
    <dgm:cxn modelId="{7D2E46F0-95CC-4A8F-8C4B-0B071D88674F}" type="presOf" srcId="{273FB2FC-BB42-42E4-809F-8792EAAA4D36}" destId="{6597B828-368A-4EAC-99FD-85AB3B3FB0C4}" srcOrd="0" destOrd="0" presId="urn:microsoft.com/office/officeart/2005/8/layout/chevron2"/>
    <dgm:cxn modelId="{0BFF3A1B-C8C8-42E6-80B5-DB1322633C9F}" type="presOf" srcId="{6BB193CD-2BCB-422D-9372-D29AD8AB2E75}" destId="{3196A1B1-B062-4292-A00B-1AF4EFB306CF}" srcOrd="0" destOrd="0" presId="urn:microsoft.com/office/officeart/2005/8/layout/chevron2"/>
    <dgm:cxn modelId="{C6145394-822A-4571-86E9-78B2427FF49C}" type="presOf" srcId="{7C839073-D423-4CF0-A279-F3597BB99994}" destId="{AD927985-2E20-4855-8300-EF608B954011}"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0E3094CC-3529-4BF3-B707-E15146DEF8D7}" type="presOf" srcId="{AEA98A0A-5971-4387-8F87-30E2E87D1BBC}" destId="{5DF62DFD-4FA4-479D-BACA-0B5672D793AE}" srcOrd="0" destOrd="0" presId="urn:microsoft.com/office/officeart/2005/8/layout/chevron2"/>
    <dgm:cxn modelId="{CF11DC53-310C-4500-AFA1-54BBA194239F}" srcId="{273FB2FC-BB42-42E4-809F-8792EAAA4D36}" destId="{AEA98A0A-5971-4387-8F87-30E2E87D1BBC}" srcOrd="0" destOrd="0" parTransId="{BEE051EC-7527-4612-ADD5-9B9F3C8E955D}" sibTransId="{8F1BEA95-EC37-4EE8-8D91-47146E4C7F6E}"/>
    <dgm:cxn modelId="{8BACF0FC-6991-4CAF-AA10-2453E9943440}" type="presOf" srcId="{68FAD2B8-B928-4799-8BC6-C42A1A6B3879}" destId="{BA57226D-E733-47AB-9C1E-7F48998AF898}" srcOrd="0" destOrd="0" presId="urn:microsoft.com/office/officeart/2005/8/layout/chevron2"/>
    <dgm:cxn modelId="{7E6EB02C-2E55-473C-85C8-980D799DC047}" type="presParOf" srcId="{BA57226D-E733-47AB-9C1E-7F48998AF898}" destId="{CC146864-BFF0-4842-89BF-1105AD66F5D5}" srcOrd="0" destOrd="0" presId="urn:microsoft.com/office/officeart/2005/8/layout/chevron2"/>
    <dgm:cxn modelId="{D28B7544-336E-4A97-B29E-A436902F346B}" type="presParOf" srcId="{CC146864-BFF0-4842-89BF-1105AD66F5D5}" destId="{6597B828-368A-4EAC-99FD-85AB3B3FB0C4}" srcOrd="0" destOrd="0" presId="urn:microsoft.com/office/officeart/2005/8/layout/chevron2"/>
    <dgm:cxn modelId="{921B6B9B-DBE7-4A12-A1DB-04466B2DBE4E}" type="presParOf" srcId="{CC146864-BFF0-4842-89BF-1105AD66F5D5}" destId="{5DF62DFD-4FA4-479D-BACA-0B5672D793AE}" srcOrd="1" destOrd="0" presId="urn:microsoft.com/office/officeart/2005/8/layout/chevron2"/>
    <dgm:cxn modelId="{C731C319-17AA-4B8C-9E2B-5659D61607C0}" type="presParOf" srcId="{BA57226D-E733-47AB-9C1E-7F48998AF898}" destId="{33D84CC3-27D8-4296-A650-E0BD45C89460}" srcOrd="1" destOrd="0" presId="urn:microsoft.com/office/officeart/2005/8/layout/chevron2"/>
    <dgm:cxn modelId="{DE3B2809-3173-4066-A9F6-5D0076612EFE}" type="presParOf" srcId="{BA57226D-E733-47AB-9C1E-7F48998AF898}" destId="{8884328B-B7DF-4FEB-88E1-5749EF4A08C1}" srcOrd="2" destOrd="0" presId="urn:microsoft.com/office/officeart/2005/8/layout/chevron2"/>
    <dgm:cxn modelId="{A39B5FDC-616B-4F34-B2B2-5889AC28924C}" type="presParOf" srcId="{8884328B-B7DF-4FEB-88E1-5749EF4A08C1}" destId="{CA3CA37D-96A6-40F5-8283-7F5E5E75CC28}" srcOrd="0" destOrd="0" presId="urn:microsoft.com/office/officeart/2005/8/layout/chevron2"/>
    <dgm:cxn modelId="{6B026624-5C4B-4B36-8C2B-8FF6A9A3C29C}" type="presParOf" srcId="{8884328B-B7DF-4FEB-88E1-5749EF4A08C1}" destId="{2F79F4EE-99A1-4CEC-8FEE-C636AD274778}" srcOrd="1" destOrd="0" presId="urn:microsoft.com/office/officeart/2005/8/layout/chevron2"/>
    <dgm:cxn modelId="{EF6F4F01-964D-43C9-B19A-9D9493B91AD4}" type="presParOf" srcId="{BA57226D-E733-47AB-9C1E-7F48998AF898}" destId="{A446C02B-6598-45A5-94CC-35BC3846B78B}" srcOrd="3" destOrd="0" presId="urn:microsoft.com/office/officeart/2005/8/layout/chevron2"/>
    <dgm:cxn modelId="{654DA4AF-4B7E-4962-A2EF-26D2A2BAB6D2}" type="presParOf" srcId="{BA57226D-E733-47AB-9C1E-7F48998AF898}" destId="{697118F7-20AA-4D55-BECB-464BCC2F1F89}" srcOrd="4" destOrd="0" presId="urn:microsoft.com/office/officeart/2005/8/layout/chevron2"/>
    <dgm:cxn modelId="{0A083D7A-38FC-4D2E-9D3F-949D36291E30}" type="presParOf" srcId="{697118F7-20AA-4D55-BECB-464BCC2F1F89}" destId="{3196A1B1-B062-4292-A00B-1AF4EFB306CF}" srcOrd="0" destOrd="0" presId="urn:microsoft.com/office/officeart/2005/8/layout/chevron2"/>
    <dgm:cxn modelId="{3A426C01-EA63-48E5-A977-F7360FD78D03}"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Lst>
  <dgm:cxnLst>
    <dgm:cxn modelId="{5FE8B002-01C5-4F0F-8D6E-14CB02B0F563}" type="presOf" srcId="{68FAD2B8-B928-4799-8BC6-C42A1A6B3879}" destId="{BA57226D-E733-47AB-9C1E-7F48998AF898}" srcOrd="0" destOrd="0" presId="urn:microsoft.com/office/officeart/2005/8/layout/chevron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a:noFill/>
      </dgm:spPr>
      <dgm:t>
        <a:bodyPr/>
        <a:lstStyle/>
        <a:p>
          <a:r>
            <a:rPr lang="en-US" sz="1600" dirty="0" smtClean="0">
              <a:latin typeface="Segoe UI" panose="020B0502040204020203" pitchFamily="34" charset="0"/>
              <a:cs typeface="Segoe UI" panose="020B0502040204020203" pitchFamily="34" charset="0"/>
            </a:rPr>
            <a:t>Overview</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Loss Exposures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smtClean="0">
              <a:latin typeface="Segoe UI" panose="020B0502040204020203" pitchFamily="34" charset="0"/>
              <a:cs typeface="Segoe UI" panose="020B0502040204020203" pitchFamily="34" charset="0"/>
            </a:rPr>
            <a:t>Commercial Property coverage part</a:t>
          </a:r>
          <a:endParaRPr lang="en-US" sz="1600" dirty="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t>
        <a:bodyPr/>
        <a:lstStyle/>
        <a:p>
          <a:endParaRPr lang="en-US"/>
        </a:p>
      </dgm:t>
    </dgm:pt>
  </dgm:ptLst>
  <dgm:cxnLst>
    <dgm:cxn modelId="{38910C1D-C2E2-467F-A0B3-FD5C1B8F460F}" srcId="{68FAD2B8-B928-4799-8BC6-C42A1A6B3879}" destId="{6BB193CD-2BCB-422D-9372-D29AD8AB2E75}" srcOrd="2" destOrd="0" parTransId="{D0BAE843-61C4-4BE8-8261-6D2175944DC1}" sibTransId="{06A098D0-18B0-48CA-8C3E-7CE571CB3224}"/>
    <dgm:cxn modelId="{6723CEF6-58B7-4CE2-BF91-308E08F2FC6D}" type="presOf" srcId="{273FB2FC-BB42-42E4-809F-8792EAAA4D36}" destId="{6597B828-368A-4EAC-99FD-85AB3B3FB0C4}" srcOrd="0" destOrd="0" presId="urn:microsoft.com/office/officeart/2005/8/layout/chevron2"/>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DFA1796D-4508-416A-8262-AB69CC003010}" type="presOf" srcId="{6E4FFBC2-6C99-4467-A342-4F646E8105E8}" destId="{CA3CA37D-96A6-40F5-8283-7F5E5E75CC28}" srcOrd="0" destOrd="0" presId="urn:microsoft.com/office/officeart/2005/8/layout/chevron2"/>
    <dgm:cxn modelId="{41EAD7A7-E0D6-48F6-865E-90B4F26C0737}" type="presOf" srcId="{6BB193CD-2BCB-422D-9372-D29AD8AB2E75}" destId="{3196A1B1-B062-4292-A00B-1AF4EFB306CF}" srcOrd="0" destOrd="0" presId="urn:microsoft.com/office/officeart/2005/8/layout/chevron2"/>
    <dgm:cxn modelId="{B225F825-2F2E-4873-9DC2-0CF603F85777}" type="presOf" srcId="{AEA98A0A-5971-4387-8F87-30E2E87D1BBC}" destId="{5DF62DFD-4FA4-479D-BACA-0B5672D793AE}" srcOrd="0" destOrd="0" presId="urn:microsoft.com/office/officeart/2005/8/layout/chevron2"/>
    <dgm:cxn modelId="{03291A9C-65EE-4F5F-8F4B-7F43F33F3FF5}" type="presOf" srcId="{7C839073-D423-4CF0-A279-F3597BB99994}" destId="{AD927985-2E20-4855-8300-EF608B954011}"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D3BA27C7-0312-4FFD-AB94-14F61CC1256D}" type="presOf" srcId="{68FAD2B8-B928-4799-8BC6-C42A1A6B3879}" destId="{BA57226D-E733-47AB-9C1E-7F48998AF898}" srcOrd="0" destOrd="0" presId="urn:microsoft.com/office/officeart/2005/8/layout/chevron2"/>
    <dgm:cxn modelId="{C01E7205-4A6F-4E8F-BBD9-B7777820079F}" type="presOf" srcId="{FD44662F-72BB-4119-801E-24399F494A56}" destId="{2F79F4EE-99A1-4CEC-8FEE-C636AD274778}" srcOrd="0" destOrd="0" presId="urn:microsoft.com/office/officeart/2005/8/layout/chevron2"/>
    <dgm:cxn modelId="{BA8081DD-CC8D-444A-986C-E269630A0F79}" type="presParOf" srcId="{BA57226D-E733-47AB-9C1E-7F48998AF898}" destId="{CC146864-BFF0-4842-89BF-1105AD66F5D5}" srcOrd="0" destOrd="0" presId="urn:microsoft.com/office/officeart/2005/8/layout/chevron2"/>
    <dgm:cxn modelId="{3D5E5065-22CB-4967-85E8-5332CDCB723B}" type="presParOf" srcId="{CC146864-BFF0-4842-89BF-1105AD66F5D5}" destId="{6597B828-368A-4EAC-99FD-85AB3B3FB0C4}" srcOrd="0" destOrd="0" presId="urn:microsoft.com/office/officeart/2005/8/layout/chevron2"/>
    <dgm:cxn modelId="{5DAEBF49-1334-444D-B3BD-9EA78C6CEFAC}" type="presParOf" srcId="{CC146864-BFF0-4842-89BF-1105AD66F5D5}" destId="{5DF62DFD-4FA4-479D-BACA-0B5672D793AE}" srcOrd="1" destOrd="0" presId="urn:microsoft.com/office/officeart/2005/8/layout/chevron2"/>
    <dgm:cxn modelId="{83B057BD-8316-4076-A7A2-E8C2EE3A8A8B}" type="presParOf" srcId="{BA57226D-E733-47AB-9C1E-7F48998AF898}" destId="{33D84CC3-27D8-4296-A650-E0BD45C89460}" srcOrd="1" destOrd="0" presId="urn:microsoft.com/office/officeart/2005/8/layout/chevron2"/>
    <dgm:cxn modelId="{54ABC623-9389-4E91-870E-9DEC10597F3C}" type="presParOf" srcId="{BA57226D-E733-47AB-9C1E-7F48998AF898}" destId="{8884328B-B7DF-4FEB-88E1-5749EF4A08C1}" srcOrd="2" destOrd="0" presId="urn:microsoft.com/office/officeart/2005/8/layout/chevron2"/>
    <dgm:cxn modelId="{6434B931-1B76-456B-B882-E3821A293930}" type="presParOf" srcId="{8884328B-B7DF-4FEB-88E1-5749EF4A08C1}" destId="{CA3CA37D-96A6-40F5-8283-7F5E5E75CC28}" srcOrd="0" destOrd="0" presId="urn:microsoft.com/office/officeart/2005/8/layout/chevron2"/>
    <dgm:cxn modelId="{AA263F86-830D-49DB-98C9-3607DCF031BB}" type="presParOf" srcId="{8884328B-B7DF-4FEB-88E1-5749EF4A08C1}" destId="{2F79F4EE-99A1-4CEC-8FEE-C636AD274778}" srcOrd="1" destOrd="0" presId="urn:microsoft.com/office/officeart/2005/8/layout/chevron2"/>
    <dgm:cxn modelId="{619A345A-824B-403D-8A7C-01B38FED5C87}" type="presParOf" srcId="{BA57226D-E733-47AB-9C1E-7F48998AF898}" destId="{A446C02B-6598-45A5-94CC-35BC3846B78B}" srcOrd="3" destOrd="0" presId="urn:microsoft.com/office/officeart/2005/8/layout/chevron2"/>
    <dgm:cxn modelId="{AAF4AA50-E4E3-44F4-93D6-797A78D9B10D}" type="presParOf" srcId="{BA57226D-E733-47AB-9C1E-7F48998AF898}" destId="{697118F7-20AA-4D55-BECB-464BCC2F1F89}" srcOrd="4" destOrd="0" presId="urn:microsoft.com/office/officeart/2005/8/layout/chevron2"/>
    <dgm:cxn modelId="{4792E702-BA11-40D8-8B6F-D46328CBAFBA}" type="presParOf" srcId="{697118F7-20AA-4D55-BECB-464BCC2F1F89}" destId="{3196A1B1-B062-4292-A00B-1AF4EFB306CF}" srcOrd="0" destOrd="0" presId="urn:microsoft.com/office/officeart/2005/8/layout/chevron2"/>
    <dgm:cxn modelId="{3CC31E01-7780-4FC6-ABF8-B58BB9E2A1D1}"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a:solidFill>
          <a:schemeClr val="accent2">
            <a:lumMod val="60000"/>
            <a:lumOff val="40000"/>
            <a:alpha val="90000"/>
          </a:schemeClr>
        </a:solidFill>
      </dgm:spPr>
      <dgm:t>
        <a:bodyPr/>
        <a:lstStyle/>
        <a:p>
          <a:r>
            <a:rPr lang="en-US" sz="1600" dirty="0" smtClean="0">
              <a:latin typeface="Segoe UI" panose="020B0502040204020203" pitchFamily="34" charset="0"/>
              <a:cs typeface="Segoe UI" panose="020B0502040204020203" pitchFamily="34" charset="0"/>
            </a:rPr>
            <a:t>Coverages and Exclusions</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Coverage Limits and Rating Factors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dgm:t>
        <a:bodyPr/>
        <a:lstStyle/>
        <a:p>
          <a:r>
            <a:rPr lang="en-US" sz="1600" dirty="0" smtClean="0">
              <a:latin typeface="Segoe UI" panose="020B0502040204020203" pitchFamily="34" charset="0"/>
              <a:cs typeface="Segoe UI" panose="020B0502040204020203" pitchFamily="34" charset="0"/>
            </a:rPr>
            <a:t>Forms</a:t>
          </a:r>
          <a:endParaRPr lang="en-US" sz="1600" dirty="0">
            <a:latin typeface="Segoe UI" panose="020B0502040204020203" pitchFamily="34" charset="0"/>
            <a:cs typeface="Segoe UI" panose="020B0502040204020203" pitchFamily="34" charset="0"/>
          </a:endParaRP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dgm:presLayoutVars>
          <dgm:bulletEnabled val="1"/>
        </dgm:presLayoutVars>
      </dgm:prSet>
      <dgm:spPr/>
      <dgm:t>
        <a:bodyPr/>
        <a:lstStyle/>
        <a:p>
          <a:endParaRPr lang="en-US"/>
        </a:p>
      </dgm:t>
    </dgm:pt>
  </dgm:ptLst>
  <dgm:cxnLst>
    <dgm:cxn modelId="{BE7A05B7-53DA-4E92-8DAB-030EF967FCD2}" type="presOf" srcId="{273FB2FC-BB42-42E4-809F-8792EAAA4D36}" destId="{6597B828-368A-4EAC-99FD-85AB3B3FB0C4}"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29BE3F5A-7164-4074-B4C7-9A734FEF8EF6}" type="presOf" srcId="{FD44662F-72BB-4119-801E-24399F494A56}" destId="{2F79F4EE-99A1-4CEC-8FEE-C636AD274778}" srcOrd="0" destOrd="0" presId="urn:microsoft.com/office/officeart/2005/8/layout/chevron2"/>
    <dgm:cxn modelId="{0E626261-C18F-4690-A3C8-93699512D514}" type="presOf" srcId="{68FAD2B8-B928-4799-8BC6-C42A1A6B3879}" destId="{BA57226D-E733-47AB-9C1E-7F48998AF898}" srcOrd="0" destOrd="0" presId="urn:microsoft.com/office/officeart/2005/8/layout/chevron2"/>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517B2AD5-154C-4525-B3AF-E2B55814F006}" type="presOf" srcId="{6E4FFBC2-6C99-4467-A342-4F646E8105E8}" destId="{CA3CA37D-96A6-40F5-8283-7F5E5E75CC28}" srcOrd="0" destOrd="0" presId="urn:microsoft.com/office/officeart/2005/8/layout/chevron2"/>
    <dgm:cxn modelId="{1AC64584-AA7D-4B25-9B98-0CF8F6D77BE5}" type="presOf" srcId="{AEA98A0A-5971-4387-8F87-30E2E87D1BBC}" destId="{5DF62DFD-4FA4-479D-BACA-0B5672D793AE}" srcOrd="0" destOrd="0" presId="urn:microsoft.com/office/officeart/2005/8/layout/chevron2"/>
    <dgm:cxn modelId="{2269AFBC-4905-4032-9FA4-AAFB03633CED}" type="presOf" srcId="{7C839073-D423-4CF0-A279-F3597BB99994}" destId="{AD927985-2E20-4855-8300-EF608B954011}"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2E241C0D-F9E1-4985-BAEB-51B6568E8EC1}" type="presOf" srcId="{6BB193CD-2BCB-422D-9372-D29AD8AB2E75}" destId="{3196A1B1-B062-4292-A00B-1AF4EFB306CF}" srcOrd="0" destOrd="0" presId="urn:microsoft.com/office/officeart/2005/8/layout/chevron2"/>
    <dgm:cxn modelId="{65839388-DF91-4B2F-ACD0-43D2587181BB}" type="presParOf" srcId="{BA57226D-E733-47AB-9C1E-7F48998AF898}" destId="{CC146864-BFF0-4842-89BF-1105AD66F5D5}" srcOrd="0" destOrd="0" presId="urn:microsoft.com/office/officeart/2005/8/layout/chevron2"/>
    <dgm:cxn modelId="{10B57BD0-34E5-4B20-9CEC-9ED48BEE27A2}" type="presParOf" srcId="{CC146864-BFF0-4842-89BF-1105AD66F5D5}" destId="{6597B828-368A-4EAC-99FD-85AB3B3FB0C4}" srcOrd="0" destOrd="0" presId="urn:microsoft.com/office/officeart/2005/8/layout/chevron2"/>
    <dgm:cxn modelId="{412B86A7-BEC0-4E06-B60C-C2AB08720E16}" type="presParOf" srcId="{CC146864-BFF0-4842-89BF-1105AD66F5D5}" destId="{5DF62DFD-4FA4-479D-BACA-0B5672D793AE}" srcOrd="1" destOrd="0" presId="urn:microsoft.com/office/officeart/2005/8/layout/chevron2"/>
    <dgm:cxn modelId="{967BE3C2-5D76-4C47-8336-7FB55C170127}" type="presParOf" srcId="{BA57226D-E733-47AB-9C1E-7F48998AF898}" destId="{33D84CC3-27D8-4296-A650-E0BD45C89460}" srcOrd="1" destOrd="0" presId="urn:microsoft.com/office/officeart/2005/8/layout/chevron2"/>
    <dgm:cxn modelId="{5D3FA9CC-EF26-4CAE-9F48-6FF8678606C1}" type="presParOf" srcId="{BA57226D-E733-47AB-9C1E-7F48998AF898}" destId="{8884328B-B7DF-4FEB-88E1-5749EF4A08C1}" srcOrd="2" destOrd="0" presId="urn:microsoft.com/office/officeart/2005/8/layout/chevron2"/>
    <dgm:cxn modelId="{8BCC5B22-3623-41C5-BBB6-2774D614FCA7}" type="presParOf" srcId="{8884328B-B7DF-4FEB-88E1-5749EF4A08C1}" destId="{CA3CA37D-96A6-40F5-8283-7F5E5E75CC28}" srcOrd="0" destOrd="0" presId="urn:microsoft.com/office/officeart/2005/8/layout/chevron2"/>
    <dgm:cxn modelId="{A73B941B-31FF-4496-85D3-20A564A59B6B}" type="presParOf" srcId="{8884328B-B7DF-4FEB-88E1-5749EF4A08C1}" destId="{2F79F4EE-99A1-4CEC-8FEE-C636AD274778}" srcOrd="1" destOrd="0" presId="urn:microsoft.com/office/officeart/2005/8/layout/chevron2"/>
    <dgm:cxn modelId="{EE90C132-89E1-437F-9147-3893CD9CCEDF}" type="presParOf" srcId="{BA57226D-E733-47AB-9C1E-7F48998AF898}" destId="{A446C02B-6598-45A5-94CC-35BC3846B78B}" srcOrd="3" destOrd="0" presId="urn:microsoft.com/office/officeart/2005/8/layout/chevron2"/>
    <dgm:cxn modelId="{AC2C0E2A-33D4-4F85-9081-FB5ADFE28A0C}" type="presParOf" srcId="{BA57226D-E733-47AB-9C1E-7F48998AF898}" destId="{697118F7-20AA-4D55-BECB-464BCC2F1F89}" srcOrd="4" destOrd="0" presId="urn:microsoft.com/office/officeart/2005/8/layout/chevron2"/>
    <dgm:cxn modelId="{DF0C7C54-3175-4B07-89A1-4A9D71F7B28E}" type="presParOf" srcId="{697118F7-20AA-4D55-BECB-464BCC2F1F89}" destId="{3196A1B1-B062-4292-A00B-1AF4EFB306CF}" srcOrd="0" destOrd="0" presId="urn:microsoft.com/office/officeart/2005/8/layout/chevron2"/>
    <dgm:cxn modelId="{6B08FCC2-3F63-4726-97EC-C4CF1999064F}"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Lst>
  <dgm:cxnLst>
    <dgm:cxn modelId="{26A49E4F-BFC2-4E4B-8C67-F2867FBFFA56}" type="presOf" srcId="{68FAD2B8-B928-4799-8BC6-C42A1A6B3879}" destId="{BA57226D-E733-47AB-9C1E-7F48998AF898}" srcOrd="0" destOrd="0" presId="urn:microsoft.com/office/officeart/2005/8/layout/chevron2"/>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a:noFill/>
      </dgm:spPr>
      <dgm:t>
        <a:bodyPr/>
        <a:lstStyle/>
        <a:p>
          <a:r>
            <a:rPr lang="en-US" sz="1600" dirty="0" smtClean="0">
              <a:latin typeface="Segoe UI" panose="020B0502040204020203" pitchFamily="34" charset="0"/>
              <a:cs typeface="Segoe UI" panose="020B0502040204020203" pitchFamily="34" charset="0"/>
            </a:rPr>
            <a:t>Overview</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Loss Exposures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smtClean="0">
              <a:latin typeface="Segoe UI" panose="020B0502040204020203" pitchFamily="34" charset="0"/>
              <a:cs typeface="Segoe UI" panose="020B0502040204020203" pitchFamily="34" charset="0"/>
            </a:rPr>
            <a:t>Commercial Property coverage part</a:t>
          </a:r>
          <a:endParaRPr lang="en-US" sz="1600" dirty="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t>
        <a:bodyPr/>
        <a:lstStyle/>
        <a:p>
          <a:endParaRPr lang="en-US"/>
        </a:p>
      </dgm:t>
    </dgm:pt>
  </dgm:ptLst>
  <dgm:cxnLst>
    <dgm:cxn modelId="{62D3EA6B-E645-464E-A1F4-D87BC8737958}" type="presOf" srcId="{7C839073-D423-4CF0-A279-F3597BB99994}" destId="{AD927985-2E20-4855-8300-EF608B954011}" srcOrd="0" destOrd="0" presId="urn:microsoft.com/office/officeart/2005/8/layout/chevron2"/>
    <dgm:cxn modelId="{63561393-433E-49C8-AF6F-EF8DCDF2C0DB}" type="presOf" srcId="{AEA98A0A-5971-4387-8F87-30E2E87D1BBC}" destId="{5DF62DFD-4FA4-479D-BACA-0B5672D793AE}"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F250F56C-9DFF-440C-BABD-5E474A89216B}" type="presOf" srcId="{6E4FFBC2-6C99-4467-A342-4F646E8105E8}" destId="{CA3CA37D-96A6-40F5-8283-7F5E5E75CC28}" srcOrd="0" destOrd="0" presId="urn:microsoft.com/office/officeart/2005/8/layout/chevron2"/>
    <dgm:cxn modelId="{94075061-5851-4741-A194-635F84507DDF}" type="presOf" srcId="{68FAD2B8-B928-4799-8BC6-C42A1A6B3879}" destId="{BA57226D-E733-47AB-9C1E-7F48998AF898}" srcOrd="0" destOrd="0" presId="urn:microsoft.com/office/officeart/2005/8/layout/chevron2"/>
    <dgm:cxn modelId="{67068CCE-A28A-4BFB-BAC4-AEF7FA02F292}" type="presOf" srcId="{FD44662F-72BB-4119-801E-24399F494A56}" destId="{2F79F4EE-99A1-4CEC-8FEE-C636AD274778}" srcOrd="0" destOrd="0" presId="urn:microsoft.com/office/officeart/2005/8/layout/chevron2"/>
    <dgm:cxn modelId="{7E21677B-BC73-4461-B0E3-7331C7C800DC}" type="presOf" srcId="{273FB2FC-BB42-42E4-809F-8792EAAA4D36}" destId="{6597B828-368A-4EAC-99FD-85AB3B3FB0C4}"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F5AE0A20-EE9A-403A-BFF2-BA0FBFB9021D}" type="presOf" srcId="{6BB193CD-2BCB-422D-9372-D29AD8AB2E75}" destId="{3196A1B1-B062-4292-A00B-1AF4EFB306CF}" srcOrd="0" destOrd="0" presId="urn:microsoft.com/office/officeart/2005/8/layout/chevron2"/>
    <dgm:cxn modelId="{808B5855-E558-4B54-8D3F-2CA189C652BB}" type="presParOf" srcId="{BA57226D-E733-47AB-9C1E-7F48998AF898}" destId="{CC146864-BFF0-4842-89BF-1105AD66F5D5}" srcOrd="0" destOrd="0" presId="urn:microsoft.com/office/officeart/2005/8/layout/chevron2"/>
    <dgm:cxn modelId="{3268C1A0-D7BA-46B9-8A33-3CB6BD64A711}" type="presParOf" srcId="{CC146864-BFF0-4842-89BF-1105AD66F5D5}" destId="{6597B828-368A-4EAC-99FD-85AB3B3FB0C4}" srcOrd="0" destOrd="0" presId="urn:microsoft.com/office/officeart/2005/8/layout/chevron2"/>
    <dgm:cxn modelId="{5C2470BB-CC80-42A3-AB83-970771BB525B}" type="presParOf" srcId="{CC146864-BFF0-4842-89BF-1105AD66F5D5}" destId="{5DF62DFD-4FA4-479D-BACA-0B5672D793AE}" srcOrd="1" destOrd="0" presId="urn:microsoft.com/office/officeart/2005/8/layout/chevron2"/>
    <dgm:cxn modelId="{BB5D81F6-C0DD-4888-9BB7-A1788E1023E0}" type="presParOf" srcId="{BA57226D-E733-47AB-9C1E-7F48998AF898}" destId="{33D84CC3-27D8-4296-A650-E0BD45C89460}" srcOrd="1" destOrd="0" presId="urn:microsoft.com/office/officeart/2005/8/layout/chevron2"/>
    <dgm:cxn modelId="{AFFBD89B-0E30-4654-B248-1D8E878486BB}" type="presParOf" srcId="{BA57226D-E733-47AB-9C1E-7F48998AF898}" destId="{8884328B-B7DF-4FEB-88E1-5749EF4A08C1}" srcOrd="2" destOrd="0" presId="urn:microsoft.com/office/officeart/2005/8/layout/chevron2"/>
    <dgm:cxn modelId="{9E3FEBE2-CAE6-4E4C-9BCE-9363BE24EC44}" type="presParOf" srcId="{8884328B-B7DF-4FEB-88E1-5749EF4A08C1}" destId="{CA3CA37D-96A6-40F5-8283-7F5E5E75CC28}" srcOrd="0" destOrd="0" presId="urn:microsoft.com/office/officeart/2005/8/layout/chevron2"/>
    <dgm:cxn modelId="{BE760C41-73C5-437A-B3E8-9C25E607A489}" type="presParOf" srcId="{8884328B-B7DF-4FEB-88E1-5749EF4A08C1}" destId="{2F79F4EE-99A1-4CEC-8FEE-C636AD274778}" srcOrd="1" destOrd="0" presId="urn:microsoft.com/office/officeart/2005/8/layout/chevron2"/>
    <dgm:cxn modelId="{8A17DBB6-82CF-4140-9382-60E1F778E778}" type="presParOf" srcId="{BA57226D-E733-47AB-9C1E-7F48998AF898}" destId="{A446C02B-6598-45A5-94CC-35BC3846B78B}" srcOrd="3" destOrd="0" presId="urn:microsoft.com/office/officeart/2005/8/layout/chevron2"/>
    <dgm:cxn modelId="{D6B01BAE-AD41-44BF-A9A2-40A305D14677}" type="presParOf" srcId="{BA57226D-E733-47AB-9C1E-7F48998AF898}" destId="{697118F7-20AA-4D55-BECB-464BCC2F1F89}" srcOrd="4" destOrd="0" presId="urn:microsoft.com/office/officeart/2005/8/layout/chevron2"/>
    <dgm:cxn modelId="{0CB72496-D554-460A-99E5-1C239BAB0CD6}" type="presParOf" srcId="{697118F7-20AA-4D55-BECB-464BCC2F1F89}" destId="{3196A1B1-B062-4292-A00B-1AF4EFB306CF}" srcOrd="0" destOrd="0" presId="urn:microsoft.com/office/officeart/2005/8/layout/chevron2"/>
    <dgm:cxn modelId="{CA911BC7-6EC6-44E6-B7C9-C97A7158A505}"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a:solidFill>
          <a:schemeClr val="accent2">
            <a:lumMod val="60000"/>
            <a:lumOff val="40000"/>
            <a:alpha val="90000"/>
          </a:schemeClr>
        </a:solidFill>
      </dgm:spPr>
      <dgm:t>
        <a:bodyPr/>
        <a:lstStyle/>
        <a:p>
          <a:r>
            <a:rPr lang="en-US" sz="1600" dirty="0" smtClean="0">
              <a:latin typeface="Segoe UI" panose="020B0502040204020203" pitchFamily="34" charset="0"/>
              <a:cs typeface="Segoe UI" panose="020B0502040204020203" pitchFamily="34" charset="0"/>
            </a:rPr>
            <a:t>Coverages and Exclusions</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Coverage Limits and Rating Factors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dgm:t>
        <a:bodyPr/>
        <a:lstStyle/>
        <a:p>
          <a:r>
            <a:rPr lang="en-US" sz="1600" dirty="0" smtClean="0">
              <a:latin typeface="Segoe UI" panose="020B0502040204020203" pitchFamily="34" charset="0"/>
              <a:cs typeface="Segoe UI" panose="020B0502040204020203" pitchFamily="34" charset="0"/>
            </a:rPr>
            <a:t>Forms</a:t>
          </a:r>
          <a:endParaRPr lang="en-US" sz="1600" dirty="0">
            <a:latin typeface="Segoe UI" panose="020B0502040204020203" pitchFamily="34" charset="0"/>
            <a:cs typeface="Segoe UI" panose="020B0502040204020203" pitchFamily="34" charset="0"/>
          </a:endParaRP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dgm:presLayoutVars>
          <dgm:bulletEnabled val="1"/>
        </dgm:presLayoutVars>
      </dgm:prSet>
      <dgm:spPr/>
      <dgm:t>
        <a:bodyPr/>
        <a:lstStyle/>
        <a:p>
          <a:endParaRPr lang="en-US"/>
        </a:p>
      </dgm:t>
    </dgm:pt>
  </dgm:ptLst>
  <dgm:cxnLst>
    <dgm:cxn modelId="{57C7D81F-2069-4504-A0D9-85F13C449041}" type="presOf" srcId="{FD44662F-72BB-4119-801E-24399F494A56}" destId="{2F79F4EE-99A1-4CEC-8FEE-C636AD274778}" srcOrd="0" destOrd="0" presId="urn:microsoft.com/office/officeart/2005/8/layout/chevron2"/>
    <dgm:cxn modelId="{C887F405-A306-4667-9B52-B74EFC90C173}" type="presOf" srcId="{6BB193CD-2BCB-422D-9372-D29AD8AB2E75}" destId="{3196A1B1-B062-4292-A00B-1AF4EFB306CF}"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217BB4BE-FD08-4597-A279-2689BBA6EEA8}" type="presOf" srcId="{6E4FFBC2-6C99-4467-A342-4F646E8105E8}" destId="{CA3CA37D-96A6-40F5-8283-7F5E5E75CC28}" srcOrd="0" destOrd="0" presId="urn:microsoft.com/office/officeart/2005/8/layout/chevron2"/>
    <dgm:cxn modelId="{FADED762-E9A4-4C77-AC16-549AAF06AF3B}" type="presOf" srcId="{7C839073-D423-4CF0-A279-F3597BB99994}" destId="{AD927985-2E20-4855-8300-EF608B954011}" srcOrd="0" destOrd="0" presId="urn:microsoft.com/office/officeart/2005/8/layout/chevron2"/>
    <dgm:cxn modelId="{01387C5F-A53B-41FA-B941-6C5B9CDB4E2E}" type="presOf" srcId="{68FAD2B8-B928-4799-8BC6-C42A1A6B3879}" destId="{BA57226D-E733-47AB-9C1E-7F48998AF898}" srcOrd="0" destOrd="0" presId="urn:microsoft.com/office/officeart/2005/8/layout/chevron2"/>
    <dgm:cxn modelId="{6EE6BC37-3F29-423D-B740-AB5B790DDA8A}" type="presOf" srcId="{AEA98A0A-5971-4387-8F87-30E2E87D1BBC}" destId="{5DF62DFD-4FA4-479D-BACA-0B5672D793AE}"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6D466D78-DCB9-4771-81A0-3C23A3E6EE1E}" type="presOf" srcId="{273FB2FC-BB42-42E4-809F-8792EAAA4D36}" destId="{6597B828-368A-4EAC-99FD-85AB3B3FB0C4}" srcOrd="0" destOrd="0" presId="urn:microsoft.com/office/officeart/2005/8/layout/chevron2"/>
    <dgm:cxn modelId="{46965983-A77C-4247-BD69-3038925A5C1F}" type="presParOf" srcId="{BA57226D-E733-47AB-9C1E-7F48998AF898}" destId="{CC146864-BFF0-4842-89BF-1105AD66F5D5}" srcOrd="0" destOrd="0" presId="urn:microsoft.com/office/officeart/2005/8/layout/chevron2"/>
    <dgm:cxn modelId="{32925F5F-3C27-42D1-9290-41A2BF19A164}" type="presParOf" srcId="{CC146864-BFF0-4842-89BF-1105AD66F5D5}" destId="{6597B828-368A-4EAC-99FD-85AB3B3FB0C4}" srcOrd="0" destOrd="0" presId="urn:microsoft.com/office/officeart/2005/8/layout/chevron2"/>
    <dgm:cxn modelId="{B4D0E2DC-1F51-4EF9-BB67-579EFDC50C53}" type="presParOf" srcId="{CC146864-BFF0-4842-89BF-1105AD66F5D5}" destId="{5DF62DFD-4FA4-479D-BACA-0B5672D793AE}" srcOrd="1" destOrd="0" presId="urn:microsoft.com/office/officeart/2005/8/layout/chevron2"/>
    <dgm:cxn modelId="{48299C40-7EAB-43E0-81DC-67EBD7E6BADA}" type="presParOf" srcId="{BA57226D-E733-47AB-9C1E-7F48998AF898}" destId="{33D84CC3-27D8-4296-A650-E0BD45C89460}" srcOrd="1" destOrd="0" presId="urn:microsoft.com/office/officeart/2005/8/layout/chevron2"/>
    <dgm:cxn modelId="{12AB3A6A-4021-49E9-94EE-0A12C9265FB2}" type="presParOf" srcId="{BA57226D-E733-47AB-9C1E-7F48998AF898}" destId="{8884328B-B7DF-4FEB-88E1-5749EF4A08C1}" srcOrd="2" destOrd="0" presId="urn:microsoft.com/office/officeart/2005/8/layout/chevron2"/>
    <dgm:cxn modelId="{B415CB56-59A6-46C1-9879-FCEF730B29AB}" type="presParOf" srcId="{8884328B-B7DF-4FEB-88E1-5749EF4A08C1}" destId="{CA3CA37D-96A6-40F5-8283-7F5E5E75CC28}" srcOrd="0" destOrd="0" presId="urn:microsoft.com/office/officeart/2005/8/layout/chevron2"/>
    <dgm:cxn modelId="{2143050C-82E7-4D78-8810-745F6D978048}" type="presParOf" srcId="{8884328B-B7DF-4FEB-88E1-5749EF4A08C1}" destId="{2F79F4EE-99A1-4CEC-8FEE-C636AD274778}" srcOrd="1" destOrd="0" presId="urn:microsoft.com/office/officeart/2005/8/layout/chevron2"/>
    <dgm:cxn modelId="{E5DD2303-E2C8-43F9-AD88-C64086CA92D1}" type="presParOf" srcId="{BA57226D-E733-47AB-9C1E-7F48998AF898}" destId="{A446C02B-6598-45A5-94CC-35BC3846B78B}" srcOrd="3" destOrd="0" presId="urn:microsoft.com/office/officeart/2005/8/layout/chevron2"/>
    <dgm:cxn modelId="{970EAE8E-7945-427A-9697-EE83DF7572B3}" type="presParOf" srcId="{BA57226D-E733-47AB-9C1E-7F48998AF898}" destId="{697118F7-20AA-4D55-BECB-464BCC2F1F89}" srcOrd="4" destOrd="0" presId="urn:microsoft.com/office/officeart/2005/8/layout/chevron2"/>
    <dgm:cxn modelId="{6A2E6D32-270C-44A7-806D-B46BF1FCBF0D}" type="presParOf" srcId="{697118F7-20AA-4D55-BECB-464BCC2F1F89}" destId="{3196A1B1-B062-4292-A00B-1AF4EFB306CF}" srcOrd="0" destOrd="0" presId="urn:microsoft.com/office/officeart/2005/8/layout/chevron2"/>
    <dgm:cxn modelId="{60A29375-A35A-4106-87C3-0143CB54D205}"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Lst>
  <dgm:cxnLst>
    <dgm:cxn modelId="{55B22F15-22A9-4324-8F67-055884325DB0}" type="presOf" srcId="{68FAD2B8-B928-4799-8BC6-C42A1A6B3879}" destId="{BA57226D-E733-47AB-9C1E-7F48998AF898}" srcOrd="0" destOrd="0" presId="urn:microsoft.com/office/officeart/2005/8/layout/chevron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a:noFill/>
      </dgm:spPr>
      <dgm:t>
        <a:bodyPr/>
        <a:lstStyle/>
        <a:p>
          <a:r>
            <a:rPr lang="en-US" sz="1600" dirty="0" smtClean="0">
              <a:latin typeface="Segoe UI" panose="020B0502040204020203" pitchFamily="34" charset="0"/>
              <a:cs typeface="Segoe UI" panose="020B0502040204020203" pitchFamily="34" charset="0"/>
            </a:rPr>
            <a:t>Overview</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Loss Exposures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smtClean="0">
              <a:latin typeface="Segoe UI" panose="020B0502040204020203" pitchFamily="34" charset="0"/>
              <a:cs typeface="Segoe UI" panose="020B0502040204020203" pitchFamily="34" charset="0"/>
            </a:rPr>
            <a:t>Commercial Property coverage part</a:t>
          </a:r>
          <a:endParaRPr lang="en-US" sz="1600" dirty="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t>
        <a:bodyPr/>
        <a:lstStyle/>
        <a:p>
          <a:endParaRPr lang="en-US"/>
        </a:p>
      </dgm:t>
    </dgm:pt>
  </dgm:ptLst>
  <dgm:cxnLst>
    <dgm:cxn modelId="{E8B4ABAA-2923-476F-81A3-9D8AEA98553D}" type="presOf" srcId="{273FB2FC-BB42-42E4-809F-8792EAAA4D36}" destId="{6597B828-368A-4EAC-99FD-85AB3B3FB0C4}" srcOrd="0" destOrd="0" presId="urn:microsoft.com/office/officeart/2005/8/layout/chevron2"/>
    <dgm:cxn modelId="{01E8B719-D0F9-4089-99BC-ACEAB4427FBB}" type="presOf" srcId="{6E4FFBC2-6C99-4467-A342-4F646E8105E8}" destId="{CA3CA37D-96A6-40F5-8283-7F5E5E75CC28}" srcOrd="0" destOrd="0" presId="urn:microsoft.com/office/officeart/2005/8/layout/chevron2"/>
    <dgm:cxn modelId="{FF9B2A37-BEA2-4D30-B264-F407A08C392F}" srcId="{68FAD2B8-B928-4799-8BC6-C42A1A6B3879}" destId="{6E4FFBC2-6C99-4467-A342-4F646E8105E8}" srcOrd="1" destOrd="0" parTransId="{CB8695D7-F2B2-4A5C-86F8-71EEF31169A7}" sibTransId="{2AFDC35B-E520-4185-8EB0-28F35F678B87}"/>
    <dgm:cxn modelId="{342673E0-9E04-469C-9E28-CFBC7AC3D805}" srcId="{6BB193CD-2BCB-422D-9372-D29AD8AB2E75}" destId="{7C839073-D423-4CF0-A279-F3597BB99994}" srcOrd="0" destOrd="0" parTransId="{10D8E1BB-D0AC-4F07-9026-B9E30A95F081}" sibTransId="{916FB27A-9422-4CA8-BA11-C2E66D4E56DD}"/>
    <dgm:cxn modelId="{456EAC26-8ED9-4C75-A780-F80DA244EAA9}" srcId="{68FAD2B8-B928-4799-8BC6-C42A1A6B3879}" destId="{273FB2FC-BB42-42E4-809F-8792EAAA4D36}" srcOrd="0" destOrd="0" parTransId="{17BCC805-7DE2-4E79-AB12-41972CFF1711}" sibTransId="{17F18A71-D865-418D-A85E-39A103F44ABB}"/>
    <dgm:cxn modelId="{1D786FD1-A80D-405C-B240-A02CFD87BD97}" type="presOf" srcId="{6BB193CD-2BCB-422D-9372-D29AD8AB2E75}" destId="{3196A1B1-B062-4292-A00B-1AF4EFB306CF}" srcOrd="0" destOrd="0" presId="urn:microsoft.com/office/officeart/2005/8/layout/chevron2"/>
    <dgm:cxn modelId="{C277BEB8-1AA9-4680-91DF-F2CEC2D7E13C}" type="presOf" srcId="{AEA98A0A-5971-4387-8F87-30E2E87D1BBC}" destId="{5DF62DFD-4FA4-479D-BACA-0B5672D793AE}" srcOrd="0" destOrd="0" presId="urn:microsoft.com/office/officeart/2005/8/layout/chevron2"/>
    <dgm:cxn modelId="{018F808D-EFEE-4413-B863-D5957E955684}" type="presOf" srcId="{68FAD2B8-B928-4799-8BC6-C42A1A6B3879}" destId="{BA57226D-E733-47AB-9C1E-7F48998AF898}"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76F0611C-D7B8-437D-A64A-160E2106A14A}" type="presOf" srcId="{FD44662F-72BB-4119-801E-24399F494A56}" destId="{2F79F4EE-99A1-4CEC-8FEE-C636AD274778}"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26455167-5AA2-4C4D-ABD1-BC188D3340D7}" type="presOf" srcId="{7C839073-D423-4CF0-A279-F3597BB99994}" destId="{AD927985-2E20-4855-8300-EF608B954011}" srcOrd="0" destOrd="0" presId="urn:microsoft.com/office/officeart/2005/8/layout/chevron2"/>
    <dgm:cxn modelId="{CF11DC53-310C-4500-AFA1-54BBA194239F}" srcId="{273FB2FC-BB42-42E4-809F-8792EAAA4D36}" destId="{AEA98A0A-5971-4387-8F87-30E2E87D1BBC}" srcOrd="0" destOrd="0" parTransId="{BEE051EC-7527-4612-ADD5-9B9F3C8E955D}" sibTransId="{8F1BEA95-EC37-4EE8-8D91-47146E4C7F6E}"/>
    <dgm:cxn modelId="{E6197879-B33F-4F7D-8B0A-6E0B19807EA2}" type="presParOf" srcId="{BA57226D-E733-47AB-9C1E-7F48998AF898}" destId="{CC146864-BFF0-4842-89BF-1105AD66F5D5}" srcOrd="0" destOrd="0" presId="urn:microsoft.com/office/officeart/2005/8/layout/chevron2"/>
    <dgm:cxn modelId="{4D514A1F-F385-4D0B-B944-55D81F6DB78A}" type="presParOf" srcId="{CC146864-BFF0-4842-89BF-1105AD66F5D5}" destId="{6597B828-368A-4EAC-99FD-85AB3B3FB0C4}" srcOrd="0" destOrd="0" presId="urn:microsoft.com/office/officeart/2005/8/layout/chevron2"/>
    <dgm:cxn modelId="{E2FE5BEC-31E8-46D0-9F51-ADED044021DE}" type="presParOf" srcId="{CC146864-BFF0-4842-89BF-1105AD66F5D5}" destId="{5DF62DFD-4FA4-479D-BACA-0B5672D793AE}" srcOrd="1" destOrd="0" presId="urn:microsoft.com/office/officeart/2005/8/layout/chevron2"/>
    <dgm:cxn modelId="{1A0BE999-2F23-413E-8ADF-E82BD2783E5B}" type="presParOf" srcId="{BA57226D-E733-47AB-9C1E-7F48998AF898}" destId="{33D84CC3-27D8-4296-A650-E0BD45C89460}" srcOrd="1" destOrd="0" presId="urn:microsoft.com/office/officeart/2005/8/layout/chevron2"/>
    <dgm:cxn modelId="{DD552CE2-E910-4977-B574-160DC098F5C5}" type="presParOf" srcId="{BA57226D-E733-47AB-9C1E-7F48998AF898}" destId="{8884328B-B7DF-4FEB-88E1-5749EF4A08C1}" srcOrd="2" destOrd="0" presId="urn:microsoft.com/office/officeart/2005/8/layout/chevron2"/>
    <dgm:cxn modelId="{F392A9D5-6EC7-407C-901D-B30C251C3CD5}" type="presParOf" srcId="{8884328B-B7DF-4FEB-88E1-5749EF4A08C1}" destId="{CA3CA37D-96A6-40F5-8283-7F5E5E75CC28}" srcOrd="0" destOrd="0" presId="urn:microsoft.com/office/officeart/2005/8/layout/chevron2"/>
    <dgm:cxn modelId="{829392AB-7200-4DBA-A9A5-7CF2D4212D55}" type="presParOf" srcId="{8884328B-B7DF-4FEB-88E1-5749EF4A08C1}" destId="{2F79F4EE-99A1-4CEC-8FEE-C636AD274778}" srcOrd="1" destOrd="0" presId="urn:microsoft.com/office/officeart/2005/8/layout/chevron2"/>
    <dgm:cxn modelId="{0234F16C-1AAF-4F51-ABA4-3A1DB50F5E85}" type="presParOf" srcId="{BA57226D-E733-47AB-9C1E-7F48998AF898}" destId="{A446C02B-6598-45A5-94CC-35BC3846B78B}" srcOrd="3" destOrd="0" presId="urn:microsoft.com/office/officeart/2005/8/layout/chevron2"/>
    <dgm:cxn modelId="{A3672A2E-71B3-4EE5-8CC9-514F1A80A841}" type="presParOf" srcId="{BA57226D-E733-47AB-9C1E-7F48998AF898}" destId="{697118F7-20AA-4D55-BECB-464BCC2F1F89}" srcOrd="4" destOrd="0" presId="urn:microsoft.com/office/officeart/2005/8/layout/chevron2"/>
    <dgm:cxn modelId="{B471EE75-45CB-44EF-B33F-88C0EEB39ED0}" type="presParOf" srcId="{697118F7-20AA-4D55-BECB-464BCC2F1F89}" destId="{3196A1B1-B062-4292-A00B-1AF4EFB306CF}" srcOrd="0" destOrd="0" presId="urn:microsoft.com/office/officeart/2005/8/layout/chevron2"/>
    <dgm:cxn modelId="{3D467365-6526-47F2-A321-F143A6D184FD}"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a:noFill/>
      </dgm:spPr>
      <dgm:t>
        <a:bodyPr/>
        <a:lstStyle/>
        <a:p>
          <a:r>
            <a:rPr lang="en-US" sz="1600" dirty="0" smtClean="0">
              <a:latin typeface="Segoe UI" panose="020B0502040204020203" pitchFamily="34" charset="0"/>
              <a:cs typeface="Segoe UI" panose="020B0502040204020203" pitchFamily="34" charset="0"/>
            </a:rPr>
            <a:t>Coverages/ Additional Coverages</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a:solidFill>
          <a:schemeClr val="accent2">
            <a:lumMod val="60000"/>
            <a:lumOff val="40000"/>
            <a:alpha val="90000"/>
          </a:schemeClr>
        </a:solidFill>
      </dgm:spPr>
      <dgm:t>
        <a:bodyPr/>
        <a:lstStyle/>
        <a:p>
          <a:r>
            <a:rPr lang="en-US" sz="1600" smtClean="0">
              <a:latin typeface="Segoe UI" panose="020B0502040204020203" pitchFamily="34" charset="0"/>
              <a:cs typeface="Segoe UI" panose="020B0502040204020203" pitchFamily="34" charset="0"/>
            </a:rPr>
            <a:t>Coverage Limits and Rating Factors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dgm:t>
        <a:bodyPr/>
        <a:lstStyle/>
        <a:p>
          <a:r>
            <a:rPr lang="en-US" sz="1600" dirty="0" smtClean="0">
              <a:latin typeface="Segoe UI" panose="020B0502040204020203" pitchFamily="34" charset="0"/>
              <a:cs typeface="Segoe UI" panose="020B0502040204020203" pitchFamily="34" charset="0"/>
            </a:rPr>
            <a:t>Forms</a:t>
          </a:r>
          <a:endParaRPr lang="en-US" sz="1600" dirty="0">
            <a:latin typeface="Segoe UI" panose="020B0502040204020203" pitchFamily="34" charset="0"/>
            <a:cs typeface="Segoe UI" panose="020B0502040204020203" pitchFamily="34" charset="0"/>
          </a:endParaRP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dgm:presLayoutVars>
          <dgm:bulletEnabled val="1"/>
        </dgm:presLayoutVars>
      </dgm:prSet>
      <dgm:spPr/>
      <dgm:t>
        <a:bodyPr/>
        <a:lstStyle/>
        <a:p>
          <a:endParaRPr lang="en-US"/>
        </a:p>
      </dgm:t>
    </dgm:pt>
  </dgm:ptLst>
  <dgm:cxnLst>
    <dgm:cxn modelId="{EF807FB0-41D2-4122-8686-7B7D2104DEB7}" type="presOf" srcId="{273FB2FC-BB42-42E4-809F-8792EAAA4D36}" destId="{6597B828-368A-4EAC-99FD-85AB3B3FB0C4}" srcOrd="0" destOrd="0" presId="urn:microsoft.com/office/officeart/2005/8/layout/chevron2"/>
    <dgm:cxn modelId="{1418C42A-A2F6-45D4-A777-C086E66C00F9}" type="presOf" srcId="{6BB193CD-2BCB-422D-9372-D29AD8AB2E75}" destId="{3196A1B1-B062-4292-A00B-1AF4EFB306CF}" srcOrd="0" destOrd="0" presId="urn:microsoft.com/office/officeart/2005/8/layout/chevron2"/>
    <dgm:cxn modelId="{FF9B2A37-BEA2-4D30-B264-F407A08C392F}" srcId="{68FAD2B8-B928-4799-8BC6-C42A1A6B3879}" destId="{6E4FFBC2-6C99-4467-A342-4F646E8105E8}" srcOrd="1" destOrd="0" parTransId="{CB8695D7-F2B2-4A5C-86F8-71EEF31169A7}" sibTransId="{2AFDC35B-E520-4185-8EB0-28F35F678B87}"/>
    <dgm:cxn modelId="{0F214923-4D00-44C2-A950-13A8373889D2}" type="presOf" srcId="{AEA98A0A-5971-4387-8F87-30E2E87D1BBC}" destId="{5DF62DFD-4FA4-479D-BACA-0B5672D793AE}" srcOrd="0" destOrd="0" presId="urn:microsoft.com/office/officeart/2005/8/layout/chevron2"/>
    <dgm:cxn modelId="{5C5BE316-6D3A-4CD7-9216-90ADAB0E175B}" type="presOf" srcId="{68FAD2B8-B928-4799-8BC6-C42A1A6B3879}" destId="{BA57226D-E733-47AB-9C1E-7F48998AF898}"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456EAC26-8ED9-4C75-A780-F80DA244EAA9}" srcId="{68FAD2B8-B928-4799-8BC6-C42A1A6B3879}" destId="{273FB2FC-BB42-42E4-809F-8792EAAA4D36}" srcOrd="0" destOrd="0" parTransId="{17BCC805-7DE2-4E79-AB12-41972CFF1711}" sibTransId="{17F18A71-D865-418D-A85E-39A103F44ABB}"/>
    <dgm:cxn modelId="{4F667ADA-914B-4BCF-AC47-501657A78BF8}" type="presOf" srcId="{FD44662F-72BB-4119-801E-24399F494A56}" destId="{2F79F4EE-99A1-4CEC-8FEE-C636AD274778}" srcOrd="0" destOrd="0" presId="urn:microsoft.com/office/officeart/2005/8/layout/chevron2"/>
    <dgm:cxn modelId="{74E94BCC-8668-4D55-960A-2E131646B4EB}" type="presOf" srcId="{7C839073-D423-4CF0-A279-F3597BB99994}" destId="{AD927985-2E20-4855-8300-EF608B954011}"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5ECF050C-2315-479D-8E45-D067BCAB4BAC}" type="presOf" srcId="{6E4FFBC2-6C99-4467-A342-4F646E8105E8}" destId="{CA3CA37D-96A6-40F5-8283-7F5E5E75CC28}"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CF11DC53-310C-4500-AFA1-54BBA194239F}" srcId="{273FB2FC-BB42-42E4-809F-8792EAAA4D36}" destId="{AEA98A0A-5971-4387-8F87-30E2E87D1BBC}" srcOrd="0" destOrd="0" parTransId="{BEE051EC-7527-4612-ADD5-9B9F3C8E955D}" sibTransId="{8F1BEA95-EC37-4EE8-8D91-47146E4C7F6E}"/>
    <dgm:cxn modelId="{AA594300-500A-407A-A5E4-97C9EB6C2F1C}" type="presParOf" srcId="{BA57226D-E733-47AB-9C1E-7F48998AF898}" destId="{CC146864-BFF0-4842-89BF-1105AD66F5D5}" srcOrd="0" destOrd="0" presId="urn:microsoft.com/office/officeart/2005/8/layout/chevron2"/>
    <dgm:cxn modelId="{080ADBF7-A09D-42E9-A434-082940A708CF}" type="presParOf" srcId="{CC146864-BFF0-4842-89BF-1105AD66F5D5}" destId="{6597B828-368A-4EAC-99FD-85AB3B3FB0C4}" srcOrd="0" destOrd="0" presId="urn:microsoft.com/office/officeart/2005/8/layout/chevron2"/>
    <dgm:cxn modelId="{A7176FE2-A7F6-4DF7-A202-A245C85FCDD4}" type="presParOf" srcId="{CC146864-BFF0-4842-89BF-1105AD66F5D5}" destId="{5DF62DFD-4FA4-479D-BACA-0B5672D793AE}" srcOrd="1" destOrd="0" presId="urn:microsoft.com/office/officeart/2005/8/layout/chevron2"/>
    <dgm:cxn modelId="{15668481-B9AE-4F24-9B29-74B4A861C71A}" type="presParOf" srcId="{BA57226D-E733-47AB-9C1E-7F48998AF898}" destId="{33D84CC3-27D8-4296-A650-E0BD45C89460}" srcOrd="1" destOrd="0" presId="urn:microsoft.com/office/officeart/2005/8/layout/chevron2"/>
    <dgm:cxn modelId="{AD5C31A6-8A67-4617-B0DB-7A5EC5377BF3}" type="presParOf" srcId="{BA57226D-E733-47AB-9C1E-7F48998AF898}" destId="{8884328B-B7DF-4FEB-88E1-5749EF4A08C1}" srcOrd="2" destOrd="0" presId="urn:microsoft.com/office/officeart/2005/8/layout/chevron2"/>
    <dgm:cxn modelId="{57954A2A-860E-4A93-9363-46F0FFE2DF18}" type="presParOf" srcId="{8884328B-B7DF-4FEB-88E1-5749EF4A08C1}" destId="{CA3CA37D-96A6-40F5-8283-7F5E5E75CC28}" srcOrd="0" destOrd="0" presId="urn:microsoft.com/office/officeart/2005/8/layout/chevron2"/>
    <dgm:cxn modelId="{4B9D17DB-81A9-413D-BD99-DA3094E23BEE}" type="presParOf" srcId="{8884328B-B7DF-4FEB-88E1-5749EF4A08C1}" destId="{2F79F4EE-99A1-4CEC-8FEE-C636AD274778}" srcOrd="1" destOrd="0" presId="urn:microsoft.com/office/officeart/2005/8/layout/chevron2"/>
    <dgm:cxn modelId="{B6045595-84FB-4F3C-8D5F-4C7D3472A420}" type="presParOf" srcId="{BA57226D-E733-47AB-9C1E-7F48998AF898}" destId="{A446C02B-6598-45A5-94CC-35BC3846B78B}" srcOrd="3" destOrd="0" presId="urn:microsoft.com/office/officeart/2005/8/layout/chevron2"/>
    <dgm:cxn modelId="{FBE98BFD-99D6-4A3F-BFA4-8042711ABB81}" type="presParOf" srcId="{BA57226D-E733-47AB-9C1E-7F48998AF898}" destId="{697118F7-20AA-4D55-BECB-464BCC2F1F89}" srcOrd="4" destOrd="0" presId="urn:microsoft.com/office/officeart/2005/8/layout/chevron2"/>
    <dgm:cxn modelId="{A35294DC-E537-4874-9AD2-9B6CBE7B46E3}" type="presParOf" srcId="{697118F7-20AA-4D55-BECB-464BCC2F1F89}" destId="{3196A1B1-B062-4292-A00B-1AF4EFB306CF}" srcOrd="0" destOrd="0" presId="urn:microsoft.com/office/officeart/2005/8/layout/chevron2"/>
    <dgm:cxn modelId="{60C7FA9D-74E3-4BA0-AD2C-6DB38D9A2F55}"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Lst>
  <dgm:cxnLst>
    <dgm:cxn modelId="{71D5EB19-1506-463E-BD19-DE417D058C0D}" type="presOf" srcId="{68FAD2B8-B928-4799-8BC6-C42A1A6B3879}" destId="{BA57226D-E733-47AB-9C1E-7F48998AF898}" srcOrd="0" destOrd="0" presId="urn:microsoft.com/office/officeart/2005/8/layout/chevron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a:noFill/>
      </dgm:spPr>
      <dgm:t>
        <a:bodyPr/>
        <a:lstStyle/>
        <a:p>
          <a:r>
            <a:rPr lang="en-US" sz="1600" dirty="0" smtClean="0">
              <a:latin typeface="Segoe UI" panose="020B0502040204020203" pitchFamily="34" charset="0"/>
              <a:cs typeface="Segoe UI" panose="020B0502040204020203" pitchFamily="34" charset="0"/>
            </a:rPr>
            <a:t>Overview</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Loss Exposures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smtClean="0">
              <a:latin typeface="Segoe UI" panose="020B0502040204020203" pitchFamily="34" charset="0"/>
              <a:cs typeface="Segoe UI" panose="020B0502040204020203" pitchFamily="34" charset="0"/>
            </a:rPr>
            <a:t>Commercial Property coverage part</a:t>
          </a:r>
          <a:endParaRPr lang="en-US" sz="1600" dirty="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t>
        <a:bodyPr/>
        <a:lstStyle/>
        <a:p>
          <a:endParaRPr lang="en-US"/>
        </a:p>
      </dgm:t>
    </dgm:pt>
  </dgm:ptLst>
  <dgm:cxnLst>
    <dgm:cxn modelId="{38910C1D-C2E2-467F-A0B3-FD5C1B8F460F}" srcId="{68FAD2B8-B928-4799-8BC6-C42A1A6B3879}" destId="{6BB193CD-2BCB-422D-9372-D29AD8AB2E75}" srcOrd="2" destOrd="0" parTransId="{D0BAE843-61C4-4BE8-8261-6D2175944DC1}" sibTransId="{06A098D0-18B0-48CA-8C3E-7CE571CB3224}"/>
    <dgm:cxn modelId="{2D58E706-415E-4F99-BD1B-6A7B788C2669}" type="presOf" srcId="{6E4FFBC2-6C99-4467-A342-4F646E8105E8}" destId="{CA3CA37D-96A6-40F5-8283-7F5E5E75CC28}" srcOrd="0" destOrd="0" presId="urn:microsoft.com/office/officeart/2005/8/layout/chevron2"/>
    <dgm:cxn modelId="{CCF0DDDD-068E-4969-B5FF-D3F6C05EF522}" type="presOf" srcId="{68FAD2B8-B928-4799-8BC6-C42A1A6B3879}" destId="{BA57226D-E733-47AB-9C1E-7F48998AF898}" srcOrd="0" destOrd="0" presId="urn:microsoft.com/office/officeart/2005/8/layout/chevron2"/>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948FAD50-F7E6-4109-9056-7CA4679CCF34}" type="presOf" srcId="{6BB193CD-2BCB-422D-9372-D29AD8AB2E75}" destId="{3196A1B1-B062-4292-A00B-1AF4EFB306CF}" srcOrd="0" destOrd="0" presId="urn:microsoft.com/office/officeart/2005/8/layout/chevron2"/>
    <dgm:cxn modelId="{9E6C2548-2603-4EC3-AED4-3F806B2002C1}" type="presOf" srcId="{AEA98A0A-5971-4387-8F87-30E2E87D1BBC}" destId="{5DF62DFD-4FA4-479D-BACA-0B5672D793AE}"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C8EB430E-CCF0-42D9-BAFD-EBD4CE3A78F9}" type="presOf" srcId="{273FB2FC-BB42-42E4-809F-8792EAAA4D36}" destId="{6597B828-368A-4EAC-99FD-85AB3B3FB0C4}" srcOrd="0" destOrd="0" presId="urn:microsoft.com/office/officeart/2005/8/layout/chevron2"/>
    <dgm:cxn modelId="{52B1551D-22D4-4B6F-96AB-D50C6BBAF91C}" type="presOf" srcId="{FD44662F-72BB-4119-801E-24399F494A56}" destId="{2F79F4EE-99A1-4CEC-8FEE-C636AD274778}" srcOrd="0" destOrd="0" presId="urn:microsoft.com/office/officeart/2005/8/layout/chevron2"/>
    <dgm:cxn modelId="{FB2592AC-6DB2-4505-AB6A-590E3722C48A}" type="presOf" srcId="{7C839073-D423-4CF0-A279-F3597BB99994}" destId="{AD927985-2E20-4855-8300-EF608B954011}" srcOrd="0" destOrd="0" presId="urn:microsoft.com/office/officeart/2005/8/layout/chevron2"/>
    <dgm:cxn modelId="{8D485723-FB59-454F-B76A-BB1BA5A2DFB3}" type="presParOf" srcId="{BA57226D-E733-47AB-9C1E-7F48998AF898}" destId="{CC146864-BFF0-4842-89BF-1105AD66F5D5}" srcOrd="0" destOrd="0" presId="urn:microsoft.com/office/officeart/2005/8/layout/chevron2"/>
    <dgm:cxn modelId="{8E6FF8C3-6848-4687-963B-D0CCC7AB4AEB}" type="presParOf" srcId="{CC146864-BFF0-4842-89BF-1105AD66F5D5}" destId="{6597B828-368A-4EAC-99FD-85AB3B3FB0C4}" srcOrd="0" destOrd="0" presId="urn:microsoft.com/office/officeart/2005/8/layout/chevron2"/>
    <dgm:cxn modelId="{6EC8AE1F-E1A6-4535-B916-04CA06DA3E07}" type="presParOf" srcId="{CC146864-BFF0-4842-89BF-1105AD66F5D5}" destId="{5DF62DFD-4FA4-479D-BACA-0B5672D793AE}" srcOrd="1" destOrd="0" presId="urn:microsoft.com/office/officeart/2005/8/layout/chevron2"/>
    <dgm:cxn modelId="{CCBE7F72-25DD-4CC6-B348-0DB9585953F7}" type="presParOf" srcId="{BA57226D-E733-47AB-9C1E-7F48998AF898}" destId="{33D84CC3-27D8-4296-A650-E0BD45C89460}" srcOrd="1" destOrd="0" presId="urn:microsoft.com/office/officeart/2005/8/layout/chevron2"/>
    <dgm:cxn modelId="{111FE62B-313F-47FC-9CAA-5F37A3755FE0}" type="presParOf" srcId="{BA57226D-E733-47AB-9C1E-7F48998AF898}" destId="{8884328B-B7DF-4FEB-88E1-5749EF4A08C1}" srcOrd="2" destOrd="0" presId="urn:microsoft.com/office/officeart/2005/8/layout/chevron2"/>
    <dgm:cxn modelId="{7FA3C761-A24E-4E0D-A7D7-1561DE195C18}" type="presParOf" srcId="{8884328B-B7DF-4FEB-88E1-5749EF4A08C1}" destId="{CA3CA37D-96A6-40F5-8283-7F5E5E75CC28}" srcOrd="0" destOrd="0" presId="urn:microsoft.com/office/officeart/2005/8/layout/chevron2"/>
    <dgm:cxn modelId="{8AFB89FD-2487-482A-86B0-5556501FAE4A}" type="presParOf" srcId="{8884328B-B7DF-4FEB-88E1-5749EF4A08C1}" destId="{2F79F4EE-99A1-4CEC-8FEE-C636AD274778}" srcOrd="1" destOrd="0" presId="urn:microsoft.com/office/officeart/2005/8/layout/chevron2"/>
    <dgm:cxn modelId="{C5888BD4-8CF4-4BA6-AF01-1634CBF0DD6D}" type="presParOf" srcId="{BA57226D-E733-47AB-9C1E-7F48998AF898}" destId="{A446C02B-6598-45A5-94CC-35BC3846B78B}" srcOrd="3" destOrd="0" presId="urn:microsoft.com/office/officeart/2005/8/layout/chevron2"/>
    <dgm:cxn modelId="{77669B9C-685A-4010-99DE-5A6A534ED744}" type="presParOf" srcId="{BA57226D-E733-47AB-9C1E-7F48998AF898}" destId="{697118F7-20AA-4D55-BECB-464BCC2F1F89}" srcOrd="4" destOrd="0" presId="urn:microsoft.com/office/officeart/2005/8/layout/chevron2"/>
    <dgm:cxn modelId="{64BCA936-43C7-4D05-AE48-514BA530C39F}" type="presParOf" srcId="{697118F7-20AA-4D55-BECB-464BCC2F1F89}" destId="{3196A1B1-B062-4292-A00B-1AF4EFB306CF}" srcOrd="0" destOrd="0" presId="urn:microsoft.com/office/officeart/2005/8/layout/chevron2"/>
    <dgm:cxn modelId="{75AAB0E8-E321-431E-A96F-C8583BEDF5ED}"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a:noFill/>
      </dgm:spPr>
      <dgm:t>
        <a:bodyPr/>
        <a:lstStyle/>
        <a:p>
          <a:r>
            <a:rPr lang="en-US" sz="1600" dirty="0" smtClean="0">
              <a:latin typeface="Segoe UI" panose="020B0502040204020203" pitchFamily="34" charset="0"/>
              <a:cs typeface="Segoe UI" panose="020B0502040204020203" pitchFamily="34" charset="0"/>
            </a:rPr>
            <a:t>Coverages/ Additional Coverages</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a:solidFill>
          <a:schemeClr val="accent2">
            <a:lumMod val="60000"/>
            <a:lumOff val="40000"/>
            <a:alpha val="90000"/>
          </a:schemeClr>
        </a:solidFill>
      </dgm:spPr>
      <dgm:t>
        <a:bodyPr/>
        <a:lstStyle/>
        <a:p>
          <a:r>
            <a:rPr lang="en-US" sz="1600" smtClean="0">
              <a:latin typeface="Segoe UI" panose="020B0502040204020203" pitchFamily="34" charset="0"/>
              <a:cs typeface="Segoe UI" panose="020B0502040204020203" pitchFamily="34" charset="0"/>
            </a:rPr>
            <a:t>Coverage Limits and Rating Factors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dgm:t>
        <a:bodyPr/>
        <a:lstStyle/>
        <a:p>
          <a:r>
            <a:rPr lang="en-US" sz="1600" dirty="0" smtClean="0">
              <a:latin typeface="Segoe UI" panose="020B0502040204020203" pitchFamily="34" charset="0"/>
              <a:cs typeface="Segoe UI" panose="020B0502040204020203" pitchFamily="34" charset="0"/>
            </a:rPr>
            <a:t>Forms</a:t>
          </a:r>
          <a:endParaRPr lang="en-US" sz="1600" dirty="0">
            <a:latin typeface="Segoe UI" panose="020B0502040204020203" pitchFamily="34" charset="0"/>
            <a:cs typeface="Segoe UI" panose="020B0502040204020203" pitchFamily="34" charset="0"/>
          </a:endParaRP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dgm:presLayoutVars>
          <dgm:bulletEnabled val="1"/>
        </dgm:presLayoutVars>
      </dgm:prSet>
      <dgm:spPr/>
      <dgm:t>
        <a:bodyPr/>
        <a:lstStyle/>
        <a:p>
          <a:endParaRPr lang="en-US"/>
        </a:p>
      </dgm:t>
    </dgm:pt>
  </dgm:ptLst>
  <dgm:cxnLst>
    <dgm:cxn modelId="{1022E4C2-2EAC-4087-B28A-2271A8064ED9}" type="presOf" srcId="{AEA98A0A-5971-4387-8F87-30E2E87D1BBC}" destId="{5DF62DFD-4FA4-479D-BACA-0B5672D793AE}"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3E43577-9AE5-4401-83B5-E5FD46626201}" type="presOf" srcId="{6BB193CD-2BCB-422D-9372-D29AD8AB2E75}" destId="{3196A1B1-B062-4292-A00B-1AF4EFB306CF}" srcOrd="0" destOrd="0" presId="urn:microsoft.com/office/officeart/2005/8/layout/chevron2"/>
    <dgm:cxn modelId="{FF9B2A37-BEA2-4D30-B264-F407A08C392F}" srcId="{68FAD2B8-B928-4799-8BC6-C42A1A6B3879}" destId="{6E4FFBC2-6C99-4467-A342-4F646E8105E8}" srcOrd="1" destOrd="0" parTransId="{CB8695D7-F2B2-4A5C-86F8-71EEF31169A7}" sibTransId="{2AFDC35B-E520-4185-8EB0-28F35F678B87}"/>
    <dgm:cxn modelId="{17570D30-939C-4B7A-9EE1-E2A98964ECAD}" type="presOf" srcId="{273FB2FC-BB42-42E4-809F-8792EAAA4D36}" destId="{6597B828-368A-4EAC-99FD-85AB3B3FB0C4}" srcOrd="0" destOrd="0" presId="urn:microsoft.com/office/officeart/2005/8/layout/chevron2"/>
    <dgm:cxn modelId="{B8400E16-411A-429C-AF8B-811C4528A279}" type="presOf" srcId="{68FAD2B8-B928-4799-8BC6-C42A1A6B3879}" destId="{BA57226D-E733-47AB-9C1E-7F48998AF898}" srcOrd="0" destOrd="0" presId="urn:microsoft.com/office/officeart/2005/8/layout/chevron2"/>
    <dgm:cxn modelId="{98AA2AB0-54FA-4500-AFD2-785360C76E03}" type="presOf" srcId="{7C839073-D423-4CF0-A279-F3597BB99994}" destId="{AD927985-2E20-4855-8300-EF608B954011}"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857C5984-C234-4109-8D96-8C035D08B353}" type="presOf" srcId="{6E4FFBC2-6C99-4467-A342-4F646E8105E8}" destId="{CA3CA37D-96A6-40F5-8283-7F5E5E75CC28}" srcOrd="0" destOrd="0" presId="urn:microsoft.com/office/officeart/2005/8/layout/chevron2"/>
    <dgm:cxn modelId="{CF11DC53-310C-4500-AFA1-54BBA194239F}" srcId="{273FB2FC-BB42-42E4-809F-8792EAAA4D36}" destId="{AEA98A0A-5971-4387-8F87-30E2E87D1BBC}" srcOrd="0" destOrd="0" parTransId="{BEE051EC-7527-4612-ADD5-9B9F3C8E955D}" sibTransId="{8F1BEA95-EC37-4EE8-8D91-47146E4C7F6E}"/>
    <dgm:cxn modelId="{9FF87CD9-9B30-4869-8A85-1CBD3B8F6C8A}" type="presOf" srcId="{FD44662F-72BB-4119-801E-24399F494A56}" destId="{2F79F4EE-99A1-4CEC-8FEE-C636AD274778}" srcOrd="0" destOrd="0" presId="urn:microsoft.com/office/officeart/2005/8/layout/chevron2"/>
    <dgm:cxn modelId="{73A81658-AA77-4FAD-8F82-6D1DCBBBF60D}" type="presParOf" srcId="{BA57226D-E733-47AB-9C1E-7F48998AF898}" destId="{CC146864-BFF0-4842-89BF-1105AD66F5D5}" srcOrd="0" destOrd="0" presId="urn:microsoft.com/office/officeart/2005/8/layout/chevron2"/>
    <dgm:cxn modelId="{38F64CDE-1BE1-41EC-B7BA-44F849F046A0}" type="presParOf" srcId="{CC146864-BFF0-4842-89BF-1105AD66F5D5}" destId="{6597B828-368A-4EAC-99FD-85AB3B3FB0C4}" srcOrd="0" destOrd="0" presId="urn:microsoft.com/office/officeart/2005/8/layout/chevron2"/>
    <dgm:cxn modelId="{6D456CC6-9802-4B2A-BC0F-AA902C11594A}" type="presParOf" srcId="{CC146864-BFF0-4842-89BF-1105AD66F5D5}" destId="{5DF62DFD-4FA4-479D-BACA-0B5672D793AE}" srcOrd="1" destOrd="0" presId="urn:microsoft.com/office/officeart/2005/8/layout/chevron2"/>
    <dgm:cxn modelId="{668277C6-4304-4126-BB0C-5D48D63D2F4F}" type="presParOf" srcId="{BA57226D-E733-47AB-9C1E-7F48998AF898}" destId="{33D84CC3-27D8-4296-A650-E0BD45C89460}" srcOrd="1" destOrd="0" presId="urn:microsoft.com/office/officeart/2005/8/layout/chevron2"/>
    <dgm:cxn modelId="{742EC986-8FFD-4325-B0A0-D716288E892B}" type="presParOf" srcId="{BA57226D-E733-47AB-9C1E-7F48998AF898}" destId="{8884328B-B7DF-4FEB-88E1-5749EF4A08C1}" srcOrd="2" destOrd="0" presId="urn:microsoft.com/office/officeart/2005/8/layout/chevron2"/>
    <dgm:cxn modelId="{D3352F96-BFB8-4577-85E9-FEA2A2202E53}" type="presParOf" srcId="{8884328B-B7DF-4FEB-88E1-5749EF4A08C1}" destId="{CA3CA37D-96A6-40F5-8283-7F5E5E75CC28}" srcOrd="0" destOrd="0" presId="urn:microsoft.com/office/officeart/2005/8/layout/chevron2"/>
    <dgm:cxn modelId="{3D120983-9715-4ED5-846A-E1C45B091AFC}" type="presParOf" srcId="{8884328B-B7DF-4FEB-88E1-5749EF4A08C1}" destId="{2F79F4EE-99A1-4CEC-8FEE-C636AD274778}" srcOrd="1" destOrd="0" presId="urn:microsoft.com/office/officeart/2005/8/layout/chevron2"/>
    <dgm:cxn modelId="{06F4A483-A756-488C-9534-BF09528304DB}" type="presParOf" srcId="{BA57226D-E733-47AB-9C1E-7F48998AF898}" destId="{A446C02B-6598-45A5-94CC-35BC3846B78B}" srcOrd="3" destOrd="0" presId="urn:microsoft.com/office/officeart/2005/8/layout/chevron2"/>
    <dgm:cxn modelId="{F8A6A0F5-6626-45CB-8CC0-17E2A0C12A6A}" type="presParOf" srcId="{BA57226D-E733-47AB-9C1E-7F48998AF898}" destId="{697118F7-20AA-4D55-BECB-464BCC2F1F89}" srcOrd="4" destOrd="0" presId="urn:microsoft.com/office/officeart/2005/8/layout/chevron2"/>
    <dgm:cxn modelId="{8DF30550-E3A5-4E83-907C-3AE903A588E3}" type="presParOf" srcId="{697118F7-20AA-4D55-BECB-464BCC2F1F89}" destId="{3196A1B1-B062-4292-A00B-1AF4EFB306CF}" srcOrd="0" destOrd="0" presId="urn:microsoft.com/office/officeart/2005/8/layout/chevron2"/>
    <dgm:cxn modelId="{E15E5A0B-E603-4E0C-892B-F92EAB7BE9C1}"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Lst>
  <dgm:cxnLst>
    <dgm:cxn modelId="{FBED15EE-C49C-4E6E-9295-3B6619AE4032}" type="presOf" srcId="{68FAD2B8-B928-4799-8BC6-C42A1A6B3879}" destId="{BA57226D-E733-47AB-9C1E-7F48998AF898}" srcOrd="0" destOrd="0" presId="urn:microsoft.com/office/officeart/2005/8/layout/chevron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a:noFill/>
      </dgm:spPr>
      <dgm:t>
        <a:bodyPr/>
        <a:lstStyle/>
        <a:p>
          <a:r>
            <a:rPr lang="en-US" sz="1600" dirty="0" smtClean="0">
              <a:latin typeface="Segoe UI" panose="020B0502040204020203" pitchFamily="34" charset="0"/>
              <a:cs typeface="Segoe UI" panose="020B0502040204020203" pitchFamily="34" charset="0"/>
            </a:rPr>
            <a:t>Overview</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Loss Exposures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smtClean="0">
              <a:latin typeface="Segoe UI" panose="020B0502040204020203" pitchFamily="34" charset="0"/>
              <a:cs typeface="Segoe UI" panose="020B0502040204020203" pitchFamily="34" charset="0"/>
            </a:rPr>
            <a:t>Commercial Property coverage part</a:t>
          </a:r>
          <a:endParaRPr lang="en-US" sz="1600" dirty="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t>
        <a:bodyPr/>
        <a:lstStyle/>
        <a:p>
          <a:endParaRPr lang="en-US"/>
        </a:p>
      </dgm:t>
    </dgm:pt>
  </dgm:ptLst>
  <dgm:cxnLst>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8CC41C6E-1ECB-4CC6-BC5C-3BA16F356EA8}" type="presOf" srcId="{7C839073-D423-4CF0-A279-F3597BB99994}" destId="{AD927985-2E20-4855-8300-EF608B954011}" srcOrd="0" destOrd="0" presId="urn:microsoft.com/office/officeart/2005/8/layout/chevron2"/>
    <dgm:cxn modelId="{EC7D2C53-8BF9-40D3-B881-896E1322C108}" type="presOf" srcId="{273FB2FC-BB42-42E4-809F-8792EAAA4D36}" destId="{6597B828-368A-4EAC-99FD-85AB3B3FB0C4}" srcOrd="0" destOrd="0" presId="urn:microsoft.com/office/officeart/2005/8/layout/chevron2"/>
    <dgm:cxn modelId="{124E085C-583F-438A-BACA-D468DE331F92}" type="presOf" srcId="{6E4FFBC2-6C99-4467-A342-4F646E8105E8}" destId="{CA3CA37D-96A6-40F5-8283-7F5E5E75CC28}" srcOrd="0" destOrd="0" presId="urn:microsoft.com/office/officeart/2005/8/layout/chevron2"/>
    <dgm:cxn modelId="{B1A883DB-1FFA-4F33-8E14-3FD6F0B7CFCD}" type="presOf" srcId="{FD44662F-72BB-4119-801E-24399F494A56}" destId="{2F79F4EE-99A1-4CEC-8FEE-C636AD274778}" srcOrd="0" destOrd="0" presId="urn:microsoft.com/office/officeart/2005/8/layout/chevron2"/>
    <dgm:cxn modelId="{F9B43C2F-3FA5-4074-BD13-AC6081F2DCFB}" type="presOf" srcId="{68FAD2B8-B928-4799-8BC6-C42A1A6B3879}" destId="{BA57226D-E733-47AB-9C1E-7F48998AF898}"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342673E0-9E04-469C-9E28-CFBC7AC3D805}" srcId="{6BB193CD-2BCB-422D-9372-D29AD8AB2E75}" destId="{7C839073-D423-4CF0-A279-F3597BB99994}" srcOrd="0" destOrd="0" parTransId="{10D8E1BB-D0AC-4F07-9026-B9E30A95F081}" sibTransId="{916FB27A-9422-4CA8-BA11-C2E66D4E56DD}"/>
    <dgm:cxn modelId="{CF11DC53-310C-4500-AFA1-54BBA194239F}" srcId="{273FB2FC-BB42-42E4-809F-8792EAAA4D36}" destId="{AEA98A0A-5971-4387-8F87-30E2E87D1BBC}" srcOrd="0" destOrd="0" parTransId="{BEE051EC-7527-4612-ADD5-9B9F3C8E955D}" sibTransId="{8F1BEA95-EC37-4EE8-8D91-47146E4C7F6E}"/>
    <dgm:cxn modelId="{69B6C068-8AC1-46EB-8D88-EB96AB065970}" type="presOf" srcId="{6BB193CD-2BCB-422D-9372-D29AD8AB2E75}" destId="{3196A1B1-B062-4292-A00B-1AF4EFB306CF}" srcOrd="0" destOrd="0" presId="urn:microsoft.com/office/officeart/2005/8/layout/chevron2"/>
    <dgm:cxn modelId="{40A4E60D-4506-415B-8308-4C0F8B40CD72}" type="presOf" srcId="{AEA98A0A-5971-4387-8F87-30E2E87D1BBC}" destId="{5DF62DFD-4FA4-479D-BACA-0B5672D793AE}" srcOrd="0" destOrd="0" presId="urn:microsoft.com/office/officeart/2005/8/layout/chevron2"/>
    <dgm:cxn modelId="{FB2B75A4-02C3-42DF-9B3F-55AA15D390CB}" type="presParOf" srcId="{BA57226D-E733-47AB-9C1E-7F48998AF898}" destId="{CC146864-BFF0-4842-89BF-1105AD66F5D5}" srcOrd="0" destOrd="0" presId="urn:microsoft.com/office/officeart/2005/8/layout/chevron2"/>
    <dgm:cxn modelId="{644F1EF3-CB1C-4561-B394-85FAF34B509C}" type="presParOf" srcId="{CC146864-BFF0-4842-89BF-1105AD66F5D5}" destId="{6597B828-368A-4EAC-99FD-85AB3B3FB0C4}" srcOrd="0" destOrd="0" presId="urn:microsoft.com/office/officeart/2005/8/layout/chevron2"/>
    <dgm:cxn modelId="{15BD477B-43CC-4FF4-B73A-4259DEE29EE2}" type="presParOf" srcId="{CC146864-BFF0-4842-89BF-1105AD66F5D5}" destId="{5DF62DFD-4FA4-479D-BACA-0B5672D793AE}" srcOrd="1" destOrd="0" presId="urn:microsoft.com/office/officeart/2005/8/layout/chevron2"/>
    <dgm:cxn modelId="{CBB82750-DE85-4D24-8EA4-2FFDA712A28E}" type="presParOf" srcId="{BA57226D-E733-47AB-9C1E-7F48998AF898}" destId="{33D84CC3-27D8-4296-A650-E0BD45C89460}" srcOrd="1" destOrd="0" presId="urn:microsoft.com/office/officeart/2005/8/layout/chevron2"/>
    <dgm:cxn modelId="{1811BCBD-B538-4096-AB2E-BCDF05698EBE}" type="presParOf" srcId="{BA57226D-E733-47AB-9C1E-7F48998AF898}" destId="{8884328B-B7DF-4FEB-88E1-5749EF4A08C1}" srcOrd="2" destOrd="0" presId="urn:microsoft.com/office/officeart/2005/8/layout/chevron2"/>
    <dgm:cxn modelId="{BD5A421E-7F04-4F0F-80D0-E0B6780B6546}" type="presParOf" srcId="{8884328B-B7DF-4FEB-88E1-5749EF4A08C1}" destId="{CA3CA37D-96A6-40F5-8283-7F5E5E75CC28}" srcOrd="0" destOrd="0" presId="urn:microsoft.com/office/officeart/2005/8/layout/chevron2"/>
    <dgm:cxn modelId="{4FCF88FD-E5D6-4BF1-8DD5-F26F21D992F6}" type="presParOf" srcId="{8884328B-B7DF-4FEB-88E1-5749EF4A08C1}" destId="{2F79F4EE-99A1-4CEC-8FEE-C636AD274778}" srcOrd="1" destOrd="0" presId="urn:microsoft.com/office/officeart/2005/8/layout/chevron2"/>
    <dgm:cxn modelId="{751EFCA7-04C4-4CE7-9E56-9579DD751851}" type="presParOf" srcId="{BA57226D-E733-47AB-9C1E-7F48998AF898}" destId="{A446C02B-6598-45A5-94CC-35BC3846B78B}" srcOrd="3" destOrd="0" presId="urn:microsoft.com/office/officeart/2005/8/layout/chevron2"/>
    <dgm:cxn modelId="{96C38A10-4023-4754-8DC5-F310B0A44831}" type="presParOf" srcId="{BA57226D-E733-47AB-9C1E-7F48998AF898}" destId="{697118F7-20AA-4D55-BECB-464BCC2F1F89}" srcOrd="4" destOrd="0" presId="urn:microsoft.com/office/officeart/2005/8/layout/chevron2"/>
    <dgm:cxn modelId="{B15AEC83-32B3-40EE-A94F-D88953B90889}" type="presParOf" srcId="{697118F7-20AA-4D55-BECB-464BCC2F1F89}" destId="{3196A1B1-B062-4292-A00B-1AF4EFB306CF}" srcOrd="0" destOrd="0" presId="urn:microsoft.com/office/officeart/2005/8/layout/chevron2"/>
    <dgm:cxn modelId="{3C0E65A6-111F-4F56-B9CF-E9048A0AFB76}"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a:noFill/>
      </dgm:spPr>
      <dgm:t>
        <a:bodyPr/>
        <a:lstStyle/>
        <a:p>
          <a:r>
            <a:rPr lang="en-US" sz="1600" dirty="0" smtClean="0">
              <a:latin typeface="Segoe UI" panose="020B0502040204020203" pitchFamily="34" charset="0"/>
              <a:cs typeface="Segoe UI" panose="020B0502040204020203" pitchFamily="34" charset="0"/>
            </a:rPr>
            <a:t>Coverages/ Additional Coverages</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a:solidFill>
          <a:schemeClr val="accent2">
            <a:lumMod val="60000"/>
            <a:lumOff val="40000"/>
            <a:alpha val="90000"/>
          </a:schemeClr>
        </a:solidFill>
      </dgm:spPr>
      <dgm:t>
        <a:bodyPr/>
        <a:lstStyle/>
        <a:p>
          <a:r>
            <a:rPr lang="en-US" sz="1600" smtClean="0">
              <a:latin typeface="Segoe UI" panose="020B0502040204020203" pitchFamily="34" charset="0"/>
              <a:cs typeface="Segoe UI" panose="020B0502040204020203" pitchFamily="34" charset="0"/>
            </a:rPr>
            <a:t>Coverage Limits and Rating Factors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dgm:t>
        <a:bodyPr/>
        <a:lstStyle/>
        <a:p>
          <a:r>
            <a:rPr lang="en-US" sz="1600" dirty="0" smtClean="0">
              <a:latin typeface="Segoe UI" panose="020B0502040204020203" pitchFamily="34" charset="0"/>
              <a:cs typeface="Segoe UI" panose="020B0502040204020203" pitchFamily="34" charset="0"/>
            </a:rPr>
            <a:t>Forms</a:t>
          </a:r>
          <a:endParaRPr lang="en-US" sz="1600" dirty="0">
            <a:latin typeface="Segoe UI" panose="020B0502040204020203" pitchFamily="34" charset="0"/>
            <a:cs typeface="Segoe UI" panose="020B0502040204020203" pitchFamily="34" charset="0"/>
          </a:endParaRP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dgm:presLayoutVars>
          <dgm:bulletEnabled val="1"/>
        </dgm:presLayoutVars>
      </dgm:prSet>
      <dgm:spPr/>
      <dgm:t>
        <a:bodyPr/>
        <a:lstStyle/>
        <a:p>
          <a:endParaRPr lang="en-US"/>
        </a:p>
      </dgm:t>
    </dgm:pt>
  </dgm:ptLst>
  <dgm:cxnLst>
    <dgm:cxn modelId="{0B2FB7E2-1882-498E-AF16-533C9B3BB1C5}" type="presOf" srcId="{6E4FFBC2-6C99-4467-A342-4F646E8105E8}" destId="{CA3CA37D-96A6-40F5-8283-7F5E5E75CC28}" srcOrd="0" destOrd="0" presId="urn:microsoft.com/office/officeart/2005/8/layout/chevron2"/>
    <dgm:cxn modelId="{A8734A2E-8534-4082-A0FA-A7EB65FEF785}" type="presOf" srcId="{AEA98A0A-5971-4387-8F87-30E2E87D1BBC}" destId="{5DF62DFD-4FA4-479D-BACA-0B5672D793AE}" srcOrd="0" destOrd="0" presId="urn:microsoft.com/office/officeart/2005/8/layout/chevron2"/>
    <dgm:cxn modelId="{C642A162-3E03-4367-AA00-B7C65803202D}" type="presOf" srcId="{7C839073-D423-4CF0-A279-F3597BB99994}" destId="{AD927985-2E20-4855-8300-EF608B954011}"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37071A2A-3BDD-40A6-B5E5-A14264E543C8}" type="presOf" srcId="{273FB2FC-BB42-42E4-809F-8792EAAA4D36}" destId="{6597B828-368A-4EAC-99FD-85AB3B3FB0C4}" srcOrd="0" destOrd="0" presId="urn:microsoft.com/office/officeart/2005/8/layout/chevron2"/>
    <dgm:cxn modelId="{88AD8821-E633-4D01-AD63-E35486EA12C1}" type="presOf" srcId="{FD44662F-72BB-4119-801E-24399F494A56}" destId="{2F79F4EE-99A1-4CEC-8FEE-C636AD274778}" srcOrd="0" destOrd="0" presId="urn:microsoft.com/office/officeart/2005/8/layout/chevron2"/>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FD5ED4C4-16C2-46D2-9C6A-F685C3CF1C96}" type="presOf" srcId="{68FAD2B8-B928-4799-8BC6-C42A1A6B3879}" destId="{BA57226D-E733-47AB-9C1E-7F48998AF898}"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1F19190F-F020-4BE9-91A0-44B4BDB2F672}" type="presOf" srcId="{6BB193CD-2BCB-422D-9372-D29AD8AB2E75}" destId="{3196A1B1-B062-4292-A00B-1AF4EFB306CF}" srcOrd="0" destOrd="0" presId="urn:microsoft.com/office/officeart/2005/8/layout/chevron2"/>
    <dgm:cxn modelId="{CF11DC53-310C-4500-AFA1-54BBA194239F}" srcId="{273FB2FC-BB42-42E4-809F-8792EAAA4D36}" destId="{AEA98A0A-5971-4387-8F87-30E2E87D1BBC}" srcOrd="0" destOrd="0" parTransId="{BEE051EC-7527-4612-ADD5-9B9F3C8E955D}" sibTransId="{8F1BEA95-EC37-4EE8-8D91-47146E4C7F6E}"/>
    <dgm:cxn modelId="{50408BD6-3FF1-4EE7-B77D-436C5F5EDE6B}" type="presParOf" srcId="{BA57226D-E733-47AB-9C1E-7F48998AF898}" destId="{CC146864-BFF0-4842-89BF-1105AD66F5D5}" srcOrd="0" destOrd="0" presId="urn:microsoft.com/office/officeart/2005/8/layout/chevron2"/>
    <dgm:cxn modelId="{C9073225-88A6-4F7A-AF09-E6E040591673}" type="presParOf" srcId="{CC146864-BFF0-4842-89BF-1105AD66F5D5}" destId="{6597B828-368A-4EAC-99FD-85AB3B3FB0C4}" srcOrd="0" destOrd="0" presId="urn:microsoft.com/office/officeart/2005/8/layout/chevron2"/>
    <dgm:cxn modelId="{10BE3E63-2919-4FAB-ACF2-D9910B501CD8}" type="presParOf" srcId="{CC146864-BFF0-4842-89BF-1105AD66F5D5}" destId="{5DF62DFD-4FA4-479D-BACA-0B5672D793AE}" srcOrd="1" destOrd="0" presId="urn:microsoft.com/office/officeart/2005/8/layout/chevron2"/>
    <dgm:cxn modelId="{94593E8C-5236-4D80-930C-0B4086327A5F}" type="presParOf" srcId="{BA57226D-E733-47AB-9C1E-7F48998AF898}" destId="{33D84CC3-27D8-4296-A650-E0BD45C89460}" srcOrd="1" destOrd="0" presId="urn:microsoft.com/office/officeart/2005/8/layout/chevron2"/>
    <dgm:cxn modelId="{765D597D-C9C1-4DF2-A267-451B5A289884}" type="presParOf" srcId="{BA57226D-E733-47AB-9C1E-7F48998AF898}" destId="{8884328B-B7DF-4FEB-88E1-5749EF4A08C1}" srcOrd="2" destOrd="0" presId="urn:microsoft.com/office/officeart/2005/8/layout/chevron2"/>
    <dgm:cxn modelId="{E2592B2F-AFE5-41DB-A800-73F92E421B9C}" type="presParOf" srcId="{8884328B-B7DF-4FEB-88E1-5749EF4A08C1}" destId="{CA3CA37D-96A6-40F5-8283-7F5E5E75CC28}" srcOrd="0" destOrd="0" presId="urn:microsoft.com/office/officeart/2005/8/layout/chevron2"/>
    <dgm:cxn modelId="{0EA67A52-3FC6-4076-8EF8-0DC15F0E6A92}" type="presParOf" srcId="{8884328B-B7DF-4FEB-88E1-5749EF4A08C1}" destId="{2F79F4EE-99A1-4CEC-8FEE-C636AD274778}" srcOrd="1" destOrd="0" presId="urn:microsoft.com/office/officeart/2005/8/layout/chevron2"/>
    <dgm:cxn modelId="{98914F87-F92C-4BEE-9AAE-187E468B892D}" type="presParOf" srcId="{BA57226D-E733-47AB-9C1E-7F48998AF898}" destId="{A446C02B-6598-45A5-94CC-35BC3846B78B}" srcOrd="3" destOrd="0" presId="urn:microsoft.com/office/officeart/2005/8/layout/chevron2"/>
    <dgm:cxn modelId="{42AC2016-8630-42DB-8AB7-2EDFCC5DD0FE}" type="presParOf" srcId="{BA57226D-E733-47AB-9C1E-7F48998AF898}" destId="{697118F7-20AA-4D55-BECB-464BCC2F1F89}" srcOrd="4" destOrd="0" presId="urn:microsoft.com/office/officeart/2005/8/layout/chevron2"/>
    <dgm:cxn modelId="{129E9904-C874-4E4E-9ECB-7BA0EDA6054D}" type="presParOf" srcId="{697118F7-20AA-4D55-BECB-464BCC2F1F89}" destId="{3196A1B1-B062-4292-A00B-1AF4EFB306CF}" srcOrd="0" destOrd="0" presId="urn:microsoft.com/office/officeart/2005/8/layout/chevron2"/>
    <dgm:cxn modelId="{ED7523B1-8AE6-448D-B016-7CE9424B7858}"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Lst>
  <dgm:cxnLst>
    <dgm:cxn modelId="{8FCD0220-D748-4371-A0B5-1170925232B3}" type="presOf" srcId="{68FAD2B8-B928-4799-8BC6-C42A1A6B3879}" destId="{BA57226D-E733-47AB-9C1E-7F48998AF898}" srcOrd="0" destOrd="0" presId="urn:microsoft.com/office/officeart/2005/8/layout/chevron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a:noFill/>
      </dgm:spPr>
      <dgm:t>
        <a:bodyPr/>
        <a:lstStyle/>
        <a:p>
          <a:r>
            <a:rPr lang="en-US" sz="1600" dirty="0" smtClean="0">
              <a:latin typeface="Segoe UI" panose="020B0502040204020203" pitchFamily="34" charset="0"/>
              <a:cs typeface="Segoe UI" panose="020B0502040204020203" pitchFamily="34" charset="0"/>
            </a:rPr>
            <a:t>Overview</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smtClean="0">
              <a:latin typeface="Segoe UI" panose="020B0502040204020203" pitchFamily="34" charset="0"/>
              <a:cs typeface="Segoe UI" panose="020B0502040204020203" pitchFamily="34" charset="0"/>
            </a:rPr>
            <a:t>Loss Exposures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smtClean="0">
              <a:latin typeface="Segoe UI" panose="020B0502040204020203" pitchFamily="34" charset="0"/>
              <a:cs typeface="Segoe UI" panose="020B0502040204020203" pitchFamily="34" charset="0"/>
            </a:rPr>
            <a:t>Commercial Property coverage part</a:t>
          </a:r>
          <a:endParaRPr lang="en-US" sz="1600" dirty="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t>
        <a:bodyPr/>
        <a:lstStyle/>
        <a:p>
          <a:endParaRPr lang="en-US"/>
        </a:p>
      </dgm:t>
    </dgm:pt>
  </dgm:ptLst>
  <dgm:cxnLst>
    <dgm:cxn modelId="{E0E041C7-7192-4946-813B-1D5563A7EC47}" type="presOf" srcId="{6BB193CD-2BCB-422D-9372-D29AD8AB2E75}" destId="{3196A1B1-B062-4292-A00B-1AF4EFB306CF}" srcOrd="0" destOrd="0" presId="urn:microsoft.com/office/officeart/2005/8/layout/chevron2"/>
    <dgm:cxn modelId="{0F1A033D-9A01-4199-873D-A90EB2269304}" type="presOf" srcId="{273FB2FC-BB42-42E4-809F-8792EAAA4D36}" destId="{6597B828-368A-4EAC-99FD-85AB3B3FB0C4}" srcOrd="0" destOrd="0" presId="urn:microsoft.com/office/officeart/2005/8/layout/chevron2"/>
    <dgm:cxn modelId="{37C55747-3C84-4D06-9C1A-3DE60511DCD7}" type="presOf" srcId="{FD44662F-72BB-4119-801E-24399F494A56}" destId="{2F79F4EE-99A1-4CEC-8FEE-C636AD274778}" srcOrd="0" destOrd="0" presId="urn:microsoft.com/office/officeart/2005/8/layout/chevron2"/>
    <dgm:cxn modelId="{F273FCFF-8B9C-40C4-882B-90A3F6DB0EEE}" type="presOf" srcId="{68FAD2B8-B928-4799-8BC6-C42A1A6B3879}" destId="{BA57226D-E733-47AB-9C1E-7F48998AF898}" srcOrd="0" destOrd="0" presId="urn:microsoft.com/office/officeart/2005/8/layout/chevron2"/>
    <dgm:cxn modelId="{FF9B2A37-BEA2-4D30-B264-F407A08C392F}" srcId="{68FAD2B8-B928-4799-8BC6-C42A1A6B3879}" destId="{6E4FFBC2-6C99-4467-A342-4F646E8105E8}" srcOrd="1" destOrd="0" parTransId="{CB8695D7-F2B2-4A5C-86F8-71EEF31169A7}" sibTransId="{2AFDC35B-E520-4185-8EB0-28F35F678B87}"/>
    <dgm:cxn modelId="{342673E0-9E04-469C-9E28-CFBC7AC3D805}" srcId="{6BB193CD-2BCB-422D-9372-D29AD8AB2E75}" destId="{7C839073-D423-4CF0-A279-F3597BB99994}" srcOrd="0" destOrd="0" parTransId="{10D8E1BB-D0AC-4F07-9026-B9E30A95F081}" sibTransId="{916FB27A-9422-4CA8-BA11-C2E66D4E56DD}"/>
    <dgm:cxn modelId="{456EAC26-8ED9-4C75-A780-F80DA244EAA9}" srcId="{68FAD2B8-B928-4799-8BC6-C42A1A6B3879}" destId="{273FB2FC-BB42-42E4-809F-8792EAAA4D36}" srcOrd="0" destOrd="0" parTransId="{17BCC805-7DE2-4E79-AB12-41972CFF1711}" sibTransId="{17F18A71-D865-418D-A85E-39A103F44ABB}"/>
    <dgm:cxn modelId="{0EDDDEAB-3805-4309-AE19-11291736DE07}" type="presOf" srcId="{7C839073-D423-4CF0-A279-F3597BB99994}" destId="{AD927985-2E20-4855-8300-EF608B954011}" srcOrd="0" destOrd="0" presId="urn:microsoft.com/office/officeart/2005/8/layout/chevron2"/>
    <dgm:cxn modelId="{618DCE81-E479-4FF1-A756-5F5F6BE4344B}" type="presOf" srcId="{6E4FFBC2-6C99-4467-A342-4F646E8105E8}" destId="{CA3CA37D-96A6-40F5-8283-7F5E5E75CC28}"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3FE420E5-D920-4DF0-80EC-592CD8E6B705}" type="presOf" srcId="{AEA98A0A-5971-4387-8F87-30E2E87D1BBC}" destId="{5DF62DFD-4FA4-479D-BACA-0B5672D793AE}"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CF11DC53-310C-4500-AFA1-54BBA194239F}" srcId="{273FB2FC-BB42-42E4-809F-8792EAAA4D36}" destId="{AEA98A0A-5971-4387-8F87-30E2E87D1BBC}" srcOrd="0" destOrd="0" parTransId="{BEE051EC-7527-4612-ADD5-9B9F3C8E955D}" sibTransId="{8F1BEA95-EC37-4EE8-8D91-47146E4C7F6E}"/>
    <dgm:cxn modelId="{C1D14ACA-73C6-4324-A1AC-88B54AA13116}" type="presParOf" srcId="{BA57226D-E733-47AB-9C1E-7F48998AF898}" destId="{CC146864-BFF0-4842-89BF-1105AD66F5D5}" srcOrd="0" destOrd="0" presId="urn:microsoft.com/office/officeart/2005/8/layout/chevron2"/>
    <dgm:cxn modelId="{660FA9B4-7CAC-41F2-A6A0-A18F52B7249D}" type="presParOf" srcId="{CC146864-BFF0-4842-89BF-1105AD66F5D5}" destId="{6597B828-368A-4EAC-99FD-85AB3B3FB0C4}" srcOrd="0" destOrd="0" presId="urn:microsoft.com/office/officeart/2005/8/layout/chevron2"/>
    <dgm:cxn modelId="{EBD887D9-DAFB-4320-B8C1-9EE50E359B6A}" type="presParOf" srcId="{CC146864-BFF0-4842-89BF-1105AD66F5D5}" destId="{5DF62DFD-4FA4-479D-BACA-0B5672D793AE}" srcOrd="1" destOrd="0" presId="urn:microsoft.com/office/officeart/2005/8/layout/chevron2"/>
    <dgm:cxn modelId="{3501AB65-E5DF-43C2-8428-F557E3F9EA1F}" type="presParOf" srcId="{BA57226D-E733-47AB-9C1E-7F48998AF898}" destId="{33D84CC3-27D8-4296-A650-E0BD45C89460}" srcOrd="1" destOrd="0" presId="urn:microsoft.com/office/officeart/2005/8/layout/chevron2"/>
    <dgm:cxn modelId="{4AFB4C12-759F-4E02-B284-FF180ED7E1D4}" type="presParOf" srcId="{BA57226D-E733-47AB-9C1E-7F48998AF898}" destId="{8884328B-B7DF-4FEB-88E1-5749EF4A08C1}" srcOrd="2" destOrd="0" presId="urn:microsoft.com/office/officeart/2005/8/layout/chevron2"/>
    <dgm:cxn modelId="{FB662369-A3ED-4F2B-B921-D1D2235B0318}" type="presParOf" srcId="{8884328B-B7DF-4FEB-88E1-5749EF4A08C1}" destId="{CA3CA37D-96A6-40F5-8283-7F5E5E75CC28}" srcOrd="0" destOrd="0" presId="urn:microsoft.com/office/officeart/2005/8/layout/chevron2"/>
    <dgm:cxn modelId="{E24E1195-CC33-4B0C-AF39-5DC67026F9C3}" type="presParOf" srcId="{8884328B-B7DF-4FEB-88E1-5749EF4A08C1}" destId="{2F79F4EE-99A1-4CEC-8FEE-C636AD274778}" srcOrd="1" destOrd="0" presId="urn:microsoft.com/office/officeart/2005/8/layout/chevron2"/>
    <dgm:cxn modelId="{835F70AA-13A4-48BA-A46B-1A2A26D2EB51}" type="presParOf" srcId="{BA57226D-E733-47AB-9C1E-7F48998AF898}" destId="{A446C02B-6598-45A5-94CC-35BC3846B78B}" srcOrd="3" destOrd="0" presId="urn:microsoft.com/office/officeart/2005/8/layout/chevron2"/>
    <dgm:cxn modelId="{7F020590-3A52-425F-B0AD-EDDEC864CC7D}" type="presParOf" srcId="{BA57226D-E733-47AB-9C1E-7F48998AF898}" destId="{697118F7-20AA-4D55-BECB-464BCC2F1F89}" srcOrd="4" destOrd="0" presId="urn:microsoft.com/office/officeart/2005/8/layout/chevron2"/>
    <dgm:cxn modelId="{AF219826-7D84-4E5D-A613-58F77AE3B01B}" type="presParOf" srcId="{697118F7-20AA-4D55-BECB-464BCC2F1F89}" destId="{3196A1B1-B062-4292-A00B-1AF4EFB306CF}" srcOrd="0" destOrd="0" presId="urn:microsoft.com/office/officeart/2005/8/layout/chevron2"/>
    <dgm:cxn modelId="{B253C539-6AE7-4030-9F16-767C72151CFF}"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a:noFill/>
      </dgm:spPr>
      <dgm:t>
        <a:bodyPr/>
        <a:lstStyle/>
        <a:p>
          <a:r>
            <a:rPr lang="en-US" sz="1600" dirty="0" smtClean="0">
              <a:latin typeface="Segoe UI" panose="020B0502040204020203" pitchFamily="34" charset="0"/>
              <a:cs typeface="Segoe UI" panose="020B0502040204020203" pitchFamily="34" charset="0"/>
            </a:rPr>
            <a:t>Coverages/ Additional Coverages</a:t>
          </a:r>
          <a:endParaRPr lang="en-US" sz="1600" dirty="0">
            <a:latin typeface="Segoe UI" panose="020B0502040204020203" pitchFamily="34" charset="0"/>
            <a:cs typeface="Segoe UI" panose="020B0502040204020203" pitchFamily="34" charset="0"/>
          </a:endParaRP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a:solidFill>
          <a:schemeClr val="accent1">
            <a:lumMod val="75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a:noFill/>
      </dgm:spPr>
      <dgm:t>
        <a:bodyPr/>
        <a:lstStyle/>
        <a:p>
          <a:r>
            <a:rPr lang="en-US" sz="1600" dirty="0" smtClean="0">
              <a:latin typeface="Segoe UI" panose="020B0502040204020203" pitchFamily="34" charset="0"/>
              <a:cs typeface="Segoe UI" panose="020B0502040204020203" pitchFamily="34" charset="0"/>
            </a:rPr>
            <a:t>Coverage Limits and Rating Factors</a:t>
          </a:r>
          <a:endParaRPr lang="en-US" sz="1600" dirty="0">
            <a:latin typeface="Segoe UI" panose="020B0502040204020203" pitchFamily="34" charset="0"/>
            <a:cs typeface="Segoe UI" panose="020B0502040204020203" pitchFamily="34" charset="0"/>
          </a:endParaRP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a:solidFill>
          <a:schemeClr val="accent2">
            <a:lumMod val="60000"/>
            <a:lumOff val="40000"/>
            <a:alpha val="90000"/>
          </a:schemeClr>
        </a:solidFill>
      </dgm:spPr>
      <dgm:t>
        <a:bodyPr/>
        <a:lstStyle/>
        <a:p>
          <a:r>
            <a:rPr lang="en-US" sz="1600" dirty="0" smtClean="0">
              <a:latin typeface="Segoe UI" panose="020B0502040204020203" pitchFamily="34" charset="0"/>
              <a:cs typeface="Segoe UI" panose="020B0502040204020203" pitchFamily="34" charset="0"/>
            </a:rPr>
            <a:t>Forms</a:t>
          </a:r>
          <a:endParaRPr lang="en-US" sz="1600" dirty="0">
            <a:latin typeface="Segoe UI" panose="020B0502040204020203" pitchFamily="34" charset="0"/>
            <a:cs typeface="Segoe UI" panose="020B0502040204020203" pitchFamily="34" charset="0"/>
          </a:endParaRP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t>
        <a:bodyPr/>
        <a:lstStyle/>
        <a:p>
          <a:endParaRPr lang="en-US"/>
        </a:p>
      </dgm:t>
    </dgm:pt>
    <dgm:pt modelId="{5DF62DFD-4FA4-479D-BACA-0B5672D793AE}" type="pres">
      <dgm:prSet presAssocID="{273FB2FC-BB42-42E4-809F-8792EAAA4D36}" presName="descendantText" presStyleLbl="alignAcc1" presStyleIdx="0" presStyleCnt="3">
        <dgm:presLayoutVars>
          <dgm:bulletEnabled val="1"/>
        </dgm:presLayoutVars>
      </dgm:prSet>
      <dgm:spPr/>
      <dgm:t>
        <a:bodyPr/>
        <a:lstStyle/>
        <a:p>
          <a:endParaRPr lang="en-US"/>
        </a:p>
      </dgm:t>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t>
        <a:bodyPr/>
        <a:lstStyle/>
        <a:p>
          <a:endParaRPr lang="en-US"/>
        </a:p>
      </dgm:t>
    </dgm:pt>
    <dgm:pt modelId="{2F79F4EE-99A1-4CEC-8FEE-C636AD274778}" type="pres">
      <dgm:prSet presAssocID="{6E4FFBC2-6C99-4467-A342-4F646E8105E8}" presName="descendantText" presStyleLbl="alignAcc1" presStyleIdx="1" presStyleCnt="3">
        <dgm:presLayoutVars>
          <dgm:bulletEnabled val="1"/>
        </dgm:presLayoutVars>
      </dgm:prSet>
      <dgm:spPr/>
      <dgm:t>
        <a:bodyPr/>
        <a:lstStyle/>
        <a:p>
          <a:endParaRPr lang="en-US"/>
        </a:p>
      </dgm:t>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t>
        <a:bodyPr/>
        <a:lstStyle/>
        <a:p>
          <a:endParaRPr lang="en-US"/>
        </a:p>
      </dgm:t>
    </dgm:pt>
    <dgm:pt modelId="{AD927985-2E20-4855-8300-EF608B954011}" type="pres">
      <dgm:prSet presAssocID="{6BB193CD-2BCB-422D-9372-D29AD8AB2E75}" presName="descendantText" presStyleLbl="alignAcc1" presStyleIdx="2" presStyleCnt="3">
        <dgm:presLayoutVars>
          <dgm:bulletEnabled val="1"/>
        </dgm:presLayoutVars>
      </dgm:prSet>
      <dgm:spPr/>
      <dgm:t>
        <a:bodyPr/>
        <a:lstStyle/>
        <a:p>
          <a:endParaRPr lang="en-US"/>
        </a:p>
      </dgm:t>
    </dgm:pt>
  </dgm:ptLst>
  <dgm:cxnLst>
    <dgm:cxn modelId="{97010A6F-3C2F-43F8-A4B0-312E7A4D38B3}" type="presOf" srcId="{AEA98A0A-5971-4387-8F87-30E2E87D1BBC}" destId="{5DF62DFD-4FA4-479D-BACA-0B5672D793AE}"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B79C0EC3-D05D-43D1-902B-20CC450D4AFB}" type="presOf" srcId="{7C839073-D423-4CF0-A279-F3597BB99994}" destId="{AD927985-2E20-4855-8300-EF608B954011}" srcOrd="0" destOrd="0" presId="urn:microsoft.com/office/officeart/2005/8/layout/chevron2"/>
    <dgm:cxn modelId="{9F2FA3E5-8608-4065-B33C-123A5116AB00}" type="presOf" srcId="{273FB2FC-BB42-42E4-809F-8792EAAA4D36}" destId="{6597B828-368A-4EAC-99FD-85AB3B3FB0C4}" srcOrd="0" destOrd="0" presId="urn:microsoft.com/office/officeart/2005/8/layout/chevron2"/>
    <dgm:cxn modelId="{50687A94-9ECB-4B0C-8136-0B78E3B5E110}" type="presOf" srcId="{6BB193CD-2BCB-422D-9372-D29AD8AB2E75}" destId="{3196A1B1-B062-4292-A00B-1AF4EFB306CF}" srcOrd="0" destOrd="0" presId="urn:microsoft.com/office/officeart/2005/8/layout/chevron2"/>
    <dgm:cxn modelId="{06BCF6F3-FA50-4EC5-B6EB-B8BE91B3FD7F}" type="presOf" srcId="{68FAD2B8-B928-4799-8BC6-C42A1A6B3879}" destId="{BA57226D-E733-47AB-9C1E-7F48998AF898}"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B87B9215-8741-4AFF-8201-E2E158E9BCA8}" type="presOf" srcId="{FD44662F-72BB-4119-801E-24399F494A56}" destId="{2F79F4EE-99A1-4CEC-8FEE-C636AD274778}" srcOrd="0" destOrd="0" presId="urn:microsoft.com/office/officeart/2005/8/layout/chevron2"/>
    <dgm:cxn modelId="{A4F9AC8C-C618-4C21-A58E-88DA2B54A75D}" type="presOf" srcId="{6E4FFBC2-6C99-4467-A342-4F646E8105E8}" destId="{CA3CA37D-96A6-40F5-8283-7F5E5E75CC28}" srcOrd="0" destOrd="0" presId="urn:microsoft.com/office/officeart/2005/8/layout/chevron2"/>
    <dgm:cxn modelId="{BD8773DC-F183-46DE-AF1D-BAEBC9EBF83F}" type="presParOf" srcId="{BA57226D-E733-47AB-9C1E-7F48998AF898}" destId="{CC146864-BFF0-4842-89BF-1105AD66F5D5}" srcOrd="0" destOrd="0" presId="urn:microsoft.com/office/officeart/2005/8/layout/chevron2"/>
    <dgm:cxn modelId="{F8EF56F4-D073-4252-9FB8-3F91386F58D8}" type="presParOf" srcId="{CC146864-BFF0-4842-89BF-1105AD66F5D5}" destId="{6597B828-368A-4EAC-99FD-85AB3B3FB0C4}" srcOrd="0" destOrd="0" presId="urn:microsoft.com/office/officeart/2005/8/layout/chevron2"/>
    <dgm:cxn modelId="{4F44808C-857E-407F-B5A6-8729C11BB624}" type="presParOf" srcId="{CC146864-BFF0-4842-89BF-1105AD66F5D5}" destId="{5DF62DFD-4FA4-479D-BACA-0B5672D793AE}" srcOrd="1" destOrd="0" presId="urn:microsoft.com/office/officeart/2005/8/layout/chevron2"/>
    <dgm:cxn modelId="{77E9B3A6-9D93-421E-92B1-4045E7761F32}" type="presParOf" srcId="{BA57226D-E733-47AB-9C1E-7F48998AF898}" destId="{33D84CC3-27D8-4296-A650-E0BD45C89460}" srcOrd="1" destOrd="0" presId="urn:microsoft.com/office/officeart/2005/8/layout/chevron2"/>
    <dgm:cxn modelId="{F1BB14D7-E50C-409A-B46B-8A112CA1EBD9}" type="presParOf" srcId="{BA57226D-E733-47AB-9C1E-7F48998AF898}" destId="{8884328B-B7DF-4FEB-88E1-5749EF4A08C1}" srcOrd="2" destOrd="0" presId="urn:microsoft.com/office/officeart/2005/8/layout/chevron2"/>
    <dgm:cxn modelId="{CCB5E60A-E9A0-492B-9DC8-58F6B3BB08EF}" type="presParOf" srcId="{8884328B-B7DF-4FEB-88E1-5749EF4A08C1}" destId="{CA3CA37D-96A6-40F5-8283-7F5E5E75CC28}" srcOrd="0" destOrd="0" presId="urn:microsoft.com/office/officeart/2005/8/layout/chevron2"/>
    <dgm:cxn modelId="{C164D12B-4951-4BD1-B1FE-C1704D841DB5}" type="presParOf" srcId="{8884328B-B7DF-4FEB-88E1-5749EF4A08C1}" destId="{2F79F4EE-99A1-4CEC-8FEE-C636AD274778}" srcOrd="1" destOrd="0" presId="urn:microsoft.com/office/officeart/2005/8/layout/chevron2"/>
    <dgm:cxn modelId="{8AABDB98-4CA5-4DE8-B3E4-373ECE761CBB}" type="presParOf" srcId="{BA57226D-E733-47AB-9C1E-7F48998AF898}" destId="{A446C02B-6598-45A5-94CC-35BC3846B78B}" srcOrd="3" destOrd="0" presId="urn:microsoft.com/office/officeart/2005/8/layout/chevron2"/>
    <dgm:cxn modelId="{6EEE94F2-5B58-413A-B0E8-14B23F226AD3}" type="presParOf" srcId="{BA57226D-E733-47AB-9C1E-7F48998AF898}" destId="{697118F7-20AA-4D55-BECB-464BCC2F1F89}" srcOrd="4" destOrd="0" presId="urn:microsoft.com/office/officeart/2005/8/layout/chevron2"/>
    <dgm:cxn modelId="{D0C626BC-E653-40CC-9F95-BCAEF716EC4D}" type="presParOf" srcId="{697118F7-20AA-4D55-BECB-464BCC2F1F89}" destId="{3196A1B1-B062-4292-A00B-1AF4EFB306CF}" srcOrd="0" destOrd="0" presId="urn:microsoft.com/office/officeart/2005/8/layout/chevron2"/>
    <dgm:cxn modelId="{357CECBE-A900-45FB-BD28-BD748C5C94CC}"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t>
        <a:bodyPr/>
        <a:lstStyle/>
        <a:p>
          <a:endParaRPr lang="en-US"/>
        </a:p>
      </dgm:t>
    </dgm:pt>
  </dgm:ptLst>
  <dgm:cxnLst>
    <dgm:cxn modelId="{4F3AC2C1-C73B-4241-911E-F44966530A1E}" type="presOf" srcId="{68FAD2B8-B928-4799-8BC6-C42A1A6B3879}" destId="{BA57226D-E733-47AB-9C1E-7F48998AF898}" srcOrd="0" destOrd="0" presId="urn:microsoft.com/office/officeart/2005/8/layout/chevron2"/>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40819" y="143264"/>
          <a:ext cx="938796" cy="657157"/>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331024"/>
        <a:ext cx="657157" cy="281639"/>
      </dsp:txXfrm>
    </dsp:sp>
    <dsp:sp modelId="{5DF62DFD-4FA4-479D-BACA-0B5672D793AE}">
      <dsp:nvSpPr>
        <dsp:cNvPr id="0" name=""/>
        <dsp:cNvSpPr/>
      </dsp:nvSpPr>
      <dsp:spPr>
        <a:xfrm rot="5400000">
          <a:off x="1905216" y="-1245614"/>
          <a:ext cx="610217" cy="3106335"/>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Overview</a:t>
          </a:r>
          <a:endParaRPr lang="en-US" sz="1600" kern="1200" dirty="0">
            <a:latin typeface="Segoe UI" panose="020B0502040204020203" pitchFamily="34" charset="0"/>
            <a:cs typeface="Segoe UI" panose="020B0502040204020203" pitchFamily="34" charset="0"/>
          </a:endParaRPr>
        </a:p>
      </dsp:txBody>
      <dsp:txXfrm rot="-5400000">
        <a:off x="657157" y="32233"/>
        <a:ext cx="3076547" cy="550641"/>
      </dsp:txXfrm>
    </dsp:sp>
    <dsp:sp modelId="{CA3CA37D-96A6-40F5-8283-7F5E5E75CC28}">
      <dsp:nvSpPr>
        <dsp:cNvPr id="0" name=""/>
        <dsp:cNvSpPr/>
      </dsp:nvSpPr>
      <dsp:spPr>
        <a:xfrm rot="5400000">
          <a:off x="-140819" y="87275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1060513"/>
        <a:ext cx="657157" cy="281639"/>
      </dsp:txXfrm>
    </dsp:sp>
    <dsp:sp modelId="{2F79F4EE-99A1-4CEC-8FEE-C636AD274778}">
      <dsp:nvSpPr>
        <dsp:cNvPr id="0" name=""/>
        <dsp:cNvSpPr/>
      </dsp:nvSpPr>
      <dsp:spPr>
        <a:xfrm rot="5400000">
          <a:off x="1905216" y="-516124"/>
          <a:ext cx="610217"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Loss Exposures</a:t>
          </a:r>
          <a:endParaRPr lang="en-US" sz="1600" kern="1200" dirty="0">
            <a:latin typeface="Segoe UI" panose="020B0502040204020203" pitchFamily="34" charset="0"/>
            <a:cs typeface="Segoe UI" panose="020B0502040204020203" pitchFamily="34" charset="0"/>
          </a:endParaRPr>
        </a:p>
      </dsp:txBody>
      <dsp:txXfrm rot="-5400000">
        <a:off x="657157" y="761723"/>
        <a:ext cx="3076547" cy="550641"/>
      </dsp:txXfrm>
    </dsp:sp>
    <dsp:sp modelId="{3196A1B1-B062-4292-A00B-1AF4EFB306CF}">
      <dsp:nvSpPr>
        <dsp:cNvPr id="0" name=""/>
        <dsp:cNvSpPr/>
      </dsp:nvSpPr>
      <dsp:spPr>
        <a:xfrm rot="5400000">
          <a:off x="-140819" y="160224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n>
              <a:noFill/>
            </a:ln>
            <a:noFill/>
            <a:latin typeface="Segoe UI" panose="020B0502040204020203" pitchFamily="34" charset="0"/>
            <a:cs typeface="Segoe UI" panose="020B0502040204020203" pitchFamily="34" charset="0"/>
          </a:endParaRPr>
        </a:p>
      </dsp:txBody>
      <dsp:txXfrm rot="-5400000">
        <a:off x="1" y="1790003"/>
        <a:ext cx="657157" cy="281639"/>
      </dsp:txXfrm>
    </dsp:sp>
    <dsp:sp modelId="{AD927985-2E20-4855-8300-EF608B954011}">
      <dsp:nvSpPr>
        <dsp:cNvPr id="0" name=""/>
        <dsp:cNvSpPr/>
      </dsp:nvSpPr>
      <dsp:spPr>
        <a:xfrm rot="5400000">
          <a:off x="1948282" y="213364"/>
          <a:ext cx="524085"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Commercial Property coverage part</a:t>
          </a:r>
          <a:endParaRPr lang="en-US" sz="1600" kern="1200" dirty="0">
            <a:latin typeface="Segoe UI" panose="020B0502040204020203" pitchFamily="34" charset="0"/>
            <a:cs typeface="Segoe UI" panose="020B0502040204020203" pitchFamily="34" charset="0"/>
          </a:endParaRPr>
        </a:p>
      </dsp:txBody>
      <dsp:txXfrm rot="-5400000">
        <a:off x="657157" y="1530073"/>
        <a:ext cx="3080751" cy="4729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30378" y="111769"/>
          <a:ext cx="998924" cy="77708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9459" y="389395"/>
        <a:ext cx="777087" cy="221837"/>
      </dsp:txXfrm>
    </dsp:sp>
    <dsp:sp modelId="{5DF62DFD-4FA4-479D-BACA-0B5672D793AE}">
      <dsp:nvSpPr>
        <dsp:cNvPr id="0" name=""/>
        <dsp:cNvSpPr/>
      </dsp:nvSpPr>
      <dsp:spPr>
        <a:xfrm rot="5400000">
          <a:off x="1942603" y="-1223896"/>
          <a:ext cx="649300" cy="3097093"/>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Coverages and Exclusions</a:t>
          </a:r>
          <a:endParaRPr lang="en-US" sz="1600" kern="1200" dirty="0">
            <a:latin typeface="Segoe UI" panose="020B0502040204020203" pitchFamily="34" charset="0"/>
            <a:cs typeface="Segoe UI" panose="020B0502040204020203" pitchFamily="34" charset="0"/>
          </a:endParaRPr>
        </a:p>
      </dsp:txBody>
      <dsp:txXfrm rot="-5400000">
        <a:off x="718707" y="31696"/>
        <a:ext cx="3065397" cy="585908"/>
      </dsp:txXfrm>
    </dsp:sp>
    <dsp:sp modelId="{CA3CA37D-96A6-40F5-8283-7F5E5E75CC28}">
      <dsp:nvSpPr>
        <dsp:cNvPr id="0" name=""/>
        <dsp:cNvSpPr/>
      </dsp:nvSpPr>
      <dsp:spPr>
        <a:xfrm rot="5400000">
          <a:off x="-138797" y="800840"/>
          <a:ext cx="998924" cy="760249"/>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9459" y="1061628"/>
        <a:ext cx="760249" cy="238675"/>
      </dsp:txXfrm>
    </dsp:sp>
    <dsp:sp modelId="{2F79F4EE-99A1-4CEC-8FEE-C636AD274778}">
      <dsp:nvSpPr>
        <dsp:cNvPr id="0" name=""/>
        <dsp:cNvSpPr/>
      </dsp:nvSpPr>
      <dsp:spPr>
        <a:xfrm rot="5400000">
          <a:off x="1934184" y="-542393"/>
          <a:ext cx="649300" cy="3097093"/>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 Limits and Rating Factors</a:t>
          </a:r>
          <a:endParaRPr lang="en-US" sz="1600" kern="1200" dirty="0">
            <a:latin typeface="Segoe UI" panose="020B0502040204020203" pitchFamily="34" charset="0"/>
            <a:cs typeface="Segoe UI" panose="020B0502040204020203" pitchFamily="34" charset="0"/>
          </a:endParaRPr>
        </a:p>
      </dsp:txBody>
      <dsp:txXfrm rot="-5400000">
        <a:off x="710288" y="713199"/>
        <a:ext cx="3065397" cy="5859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40819" y="14326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331024"/>
        <a:ext cx="657157" cy="281639"/>
      </dsp:txXfrm>
    </dsp:sp>
    <dsp:sp modelId="{5DF62DFD-4FA4-479D-BACA-0B5672D793AE}">
      <dsp:nvSpPr>
        <dsp:cNvPr id="0" name=""/>
        <dsp:cNvSpPr/>
      </dsp:nvSpPr>
      <dsp:spPr>
        <a:xfrm rot="5400000">
          <a:off x="1905216" y="-1245614"/>
          <a:ext cx="610217" cy="3106335"/>
        </a:xfrm>
        <a:prstGeom prst="round2SameRect">
          <a:avLst/>
        </a:prstGeom>
        <a:solidFill>
          <a:schemeClr val="bg1">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Overview</a:t>
          </a:r>
          <a:endParaRPr lang="en-US" sz="1600" kern="1200" dirty="0">
            <a:latin typeface="Segoe UI" panose="020B0502040204020203" pitchFamily="34" charset="0"/>
            <a:cs typeface="Segoe UI" panose="020B0502040204020203" pitchFamily="34" charset="0"/>
          </a:endParaRPr>
        </a:p>
      </dsp:txBody>
      <dsp:txXfrm rot="-5400000">
        <a:off x="657157" y="32233"/>
        <a:ext cx="3076547" cy="550641"/>
      </dsp:txXfrm>
    </dsp:sp>
    <dsp:sp modelId="{CA3CA37D-96A6-40F5-8283-7F5E5E75CC28}">
      <dsp:nvSpPr>
        <dsp:cNvPr id="0" name=""/>
        <dsp:cNvSpPr/>
      </dsp:nvSpPr>
      <dsp:spPr>
        <a:xfrm rot="5400000">
          <a:off x="-140819" y="872753"/>
          <a:ext cx="938796" cy="657157"/>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1060513"/>
        <a:ext cx="657157" cy="281639"/>
      </dsp:txXfrm>
    </dsp:sp>
    <dsp:sp modelId="{2F79F4EE-99A1-4CEC-8FEE-C636AD274778}">
      <dsp:nvSpPr>
        <dsp:cNvPr id="0" name=""/>
        <dsp:cNvSpPr/>
      </dsp:nvSpPr>
      <dsp:spPr>
        <a:xfrm rot="5400000">
          <a:off x="1905216" y="-516124"/>
          <a:ext cx="610217" cy="3106335"/>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Loss Exposures</a:t>
          </a:r>
          <a:endParaRPr lang="en-US" sz="1600" kern="1200" dirty="0">
            <a:latin typeface="Segoe UI" panose="020B0502040204020203" pitchFamily="34" charset="0"/>
            <a:cs typeface="Segoe UI" panose="020B0502040204020203" pitchFamily="34" charset="0"/>
          </a:endParaRPr>
        </a:p>
      </dsp:txBody>
      <dsp:txXfrm rot="-5400000">
        <a:off x="657157" y="761723"/>
        <a:ext cx="3076547" cy="550641"/>
      </dsp:txXfrm>
    </dsp:sp>
    <dsp:sp modelId="{3196A1B1-B062-4292-A00B-1AF4EFB306CF}">
      <dsp:nvSpPr>
        <dsp:cNvPr id="0" name=""/>
        <dsp:cNvSpPr/>
      </dsp:nvSpPr>
      <dsp:spPr>
        <a:xfrm rot="5400000">
          <a:off x="-140819" y="160224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n>
              <a:noFill/>
            </a:ln>
            <a:noFill/>
            <a:latin typeface="Segoe UI" panose="020B0502040204020203" pitchFamily="34" charset="0"/>
            <a:cs typeface="Segoe UI" panose="020B0502040204020203" pitchFamily="34" charset="0"/>
          </a:endParaRPr>
        </a:p>
      </dsp:txBody>
      <dsp:txXfrm rot="-5400000">
        <a:off x="1" y="1790003"/>
        <a:ext cx="657157" cy="281639"/>
      </dsp:txXfrm>
    </dsp:sp>
    <dsp:sp modelId="{AD927985-2E20-4855-8300-EF608B954011}">
      <dsp:nvSpPr>
        <dsp:cNvPr id="0" name=""/>
        <dsp:cNvSpPr/>
      </dsp:nvSpPr>
      <dsp:spPr>
        <a:xfrm rot="5400000">
          <a:off x="1948282" y="213364"/>
          <a:ext cx="524085"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Commercial Property coverage part</a:t>
          </a:r>
          <a:endParaRPr lang="en-US" sz="1600" kern="1200" dirty="0">
            <a:latin typeface="Segoe UI" panose="020B0502040204020203" pitchFamily="34" charset="0"/>
            <a:cs typeface="Segoe UI" panose="020B0502040204020203" pitchFamily="34" charset="0"/>
          </a:endParaRPr>
        </a:p>
      </dsp:txBody>
      <dsp:txXfrm rot="-5400000">
        <a:off x="657157" y="1530073"/>
        <a:ext cx="3080751" cy="47291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8993" y="103718"/>
          <a:ext cx="911695" cy="709229"/>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357100"/>
        <a:ext cx="709229" cy="202466"/>
      </dsp:txXfrm>
    </dsp:sp>
    <dsp:sp modelId="{5DF62DFD-4FA4-479D-BACA-0B5672D793AE}">
      <dsp:nvSpPr>
        <dsp:cNvPr id="0" name=""/>
        <dsp:cNvSpPr/>
      </dsp:nvSpPr>
      <dsp:spPr>
        <a:xfrm rot="5400000">
          <a:off x="1922299" y="-1263866"/>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Coverages and Exclusions</a:t>
          </a:r>
          <a:endParaRPr lang="en-US" sz="1600" kern="1200" dirty="0">
            <a:latin typeface="Segoe UI" panose="020B0502040204020203" pitchFamily="34" charset="0"/>
            <a:cs typeface="Segoe UI" panose="020B0502040204020203" pitchFamily="34" charset="0"/>
          </a:endParaRPr>
        </a:p>
      </dsp:txBody>
      <dsp:txXfrm rot="-5400000">
        <a:off x="655947" y="31414"/>
        <a:ext cx="3096378" cy="534745"/>
      </dsp:txXfrm>
    </dsp:sp>
    <dsp:sp modelId="{CA3CA37D-96A6-40F5-8283-7F5E5E75CC28}">
      <dsp:nvSpPr>
        <dsp:cNvPr id="0" name=""/>
        <dsp:cNvSpPr/>
      </dsp:nvSpPr>
      <dsp:spPr>
        <a:xfrm rot="5400000">
          <a:off x="-126677" y="812483"/>
          <a:ext cx="911695" cy="69386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60" y="1050497"/>
        <a:ext cx="693862" cy="217833"/>
      </dsp:txXfrm>
    </dsp:sp>
    <dsp:sp modelId="{2F79F4EE-99A1-4CEC-8FEE-C636AD274778}">
      <dsp:nvSpPr>
        <dsp:cNvPr id="0" name=""/>
        <dsp:cNvSpPr/>
      </dsp:nvSpPr>
      <dsp:spPr>
        <a:xfrm rot="5400000">
          <a:off x="1914615" y="-562784"/>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 Limits and Rating Factors</a:t>
          </a:r>
          <a:endParaRPr lang="en-US" sz="1600" kern="1200" dirty="0">
            <a:latin typeface="Segoe UI" panose="020B0502040204020203" pitchFamily="34" charset="0"/>
            <a:cs typeface="Segoe UI" panose="020B0502040204020203" pitchFamily="34" charset="0"/>
          </a:endParaRPr>
        </a:p>
      </dsp:txBody>
      <dsp:txXfrm rot="-5400000">
        <a:off x="648263" y="732496"/>
        <a:ext cx="3096378" cy="534745"/>
      </dsp:txXfrm>
    </dsp:sp>
    <dsp:sp modelId="{3196A1B1-B062-4292-A00B-1AF4EFB306CF}">
      <dsp:nvSpPr>
        <dsp:cNvPr id="0" name=""/>
        <dsp:cNvSpPr/>
      </dsp:nvSpPr>
      <dsp:spPr>
        <a:xfrm rot="5400000">
          <a:off x="-139555" y="1526444"/>
          <a:ext cx="911695" cy="668104"/>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1738700"/>
        <a:ext cx="668104" cy="243591"/>
      </dsp:txXfrm>
    </dsp:sp>
    <dsp:sp modelId="{AD927985-2E20-4855-8300-EF608B954011}">
      <dsp:nvSpPr>
        <dsp:cNvPr id="0" name=""/>
        <dsp:cNvSpPr/>
      </dsp:nvSpPr>
      <dsp:spPr>
        <a:xfrm rot="5400000">
          <a:off x="1901737" y="138296"/>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Forms</a:t>
          </a:r>
          <a:endParaRPr lang="en-US" sz="1600" kern="1200" dirty="0">
            <a:latin typeface="Segoe UI" panose="020B0502040204020203" pitchFamily="34" charset="0"/>
            <a:cs typeface="Segoe UI" panose="020B0502040204020203" pitchFamily="34" charset="0"/>
          </a:endParaRPr>
        </a:p>
      </dsp:txBody>
      <dsp:txXfrm rot="-5400000">
        <a:off x="635385" y="1433576"/>
        <a:ext cx="3096378" cy="53474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40819" y="14326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331024"/>
        <a:ext cx="657157" cy="281639"/>
      </dsp:txXfrm>
    </dsp:sp>
    <dsp:sp modelId="{5DF62DFD-4FA4-479D-BACA-0B5672D793AE}">
      <dsp:nvSpPr>
        <dsp:cNvPr id="0" name=""/>
        <dsp:cNvSpPr/>
      </dsp:nvSpPr>
      <dsp:spPr>
        <a:xfrm rot="5400000">
          <a:off x="1905216" y="-1245614"/>
          <a:ext cx="610217" cy="3106335"/>
        </a:xfrm>
        <a:prstGeom prst="round2SameRect">
          <a:avLst/>
        </a:prstGeom>
        <a:no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Overview</a:t>
          </a:r>
          <a:endParaRPr lang="en-US" sz="1600" kern="1200" dirty="0">
            <a:latin typeface="Segoe UI" panose="020B0502040204020203" pitchFamily="34" charset="0"/>
            <a:cs typeface="Segoe UI" panose="020B0502040204020203" pitchFamily="34" charset="0"/>
          </a:endParaRPr>
        </a:p>
      </dsp:txBody>
      <dsp:txXfrm rot="-5400000">
        <a:off x="657157" y="32233"/>
        <a:ext cx="3076547" cy="550641"/>
      </dsp:txXfrm>
    </dsp:sp>
    <dsp:sp modelId="{CA3CA37D-96A6-40F5-8283-7F5E5E75CC28}">
      <dsp:nvSpPr>
        <dsp:cNvPr id="0" name=""/>
        <dsp:cNvSpPr/>
      </dsp:nvSpPr>
      <dsp:spPr>
        <a:xfrm rot="5400000">
          <a:off x="-140819" y="87275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1060513"/>
        <a:ext cx="657157" cy="281639"/>
      </dsp:txXfrm>
    </dsp:sp>
    <dsp:sp modelId="{2F79F4EE-99A1-4CEC-8FEE-C636AD274778}">
      <dsp:nvSpPr>
        <dsp:cNvPr id="0" name=""/>
        <dsp:cNvSpPr/>
      </dsp:nvSpPr>
      <dsp:spPr>
        <a:xfrm rot="5400000">
          <a:off x="1905216" y="-516124"/>
          <a:ext cx="610217"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Loss Exposures</a:t>
          </a:r>
          <a:endParaRPr lang="en-US" sz="1600" kern="1200" dirty="0">
            <a:latin typeface="Segoe UI" panose="020B0502040204020203" pitchFamily="34" charset="0"/>
            <a:cs typeface="Segoe UI" panose="020B0502040204020203" pitchFamily="34" charset="0"/>
          </a:endParaRPr>
        </a:p>
      </dsp:txBody>
      <dsp:txXfrm rot="-5400000">
        <a:off x="657157" y="761723"/>
        <a:ext cx="3076547" cy="550641"/>
      </dsp:txXfrm>
    </dsp:sp>
    <dsp:sp modelId="{3196A1B1-B062-4292-A00B-1AF4EFB306CF}">
      <dsp:nvSpPr>
        <dsp:cNvPr id="0" name=""/>
        <dsp:cNvSpPr/>
      </dsp:nvSpPr>
      <dsp:spPr>
        <a:xfrm rot="5400000">
          <a:off x="-140819" y="1602243"/>
          <a:ext cx="938796" cy="657157"/>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n>
              <a:noFill/>
            </a:ln>
            <a:noFill/>
            <a:latin typeface="Segoe UI" panose="020B0502040204020203" pitchFamily="34" charset="0"/>
            <a:cs typeface="Segoe UI" panose="020B0502040204020203" pitchFamily="34" charset="0"/>
          </a:endParaRPr>
        </a:p>
      </dsp:txBody>
      <dsp:txXfrm rot="-5400000">
        <a:off x="1" y="1790003"/>
        <a:ext cx="657157" cy="281639"/>
      </dsp:txXfrm>
    </dsp:sp>
    <dsp:sp modelId="{AD927985-2E20-4855-8300-EF608B954011}">
      <dsp:nvSpPr>
        <dsp:cNvPr id="0" name=""/>
        <dsp:cNvSpPr/>
      </dsp:nvSpPr>
      <dsp:spPr>
        <a:xfrm rot="5400000">
          <a:off x="1948282" y="213364"/>
          <a:ext cx="524085" cy="3106335"/>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Commercial Property coverage part</a:t>
          </a:r>
          <a:endParaRPr lang="en-US" sz="1600" kern="1200" dirty="0">
            <a:latin typeface="Segoe UI" panose="020B0502040204020203" pitchFamily="34" charset="0"/>
            <a:cs typeface="Segoe UI" panose="020B0502040204020203" pitchFamily="34" charset="0"/>
          </a:endParaRPr>
        </a:p>
      </dsp:txBody>
      <dsp:txXfrm rot="-5400000">
        <a:off x="657157" y="1530073"/>
        <a:ext cx="3080751" cy="47291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8993" y="103718"/>
          <a:ext cx="911695" cy="709229"/>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357100"/>
        <a:ext cx="709229" cy="202466"/>
      </dsp:txXfrm>
    </dsp:sp>
    <dsp:sp modelId="{5DF62DFD-4FA4-479D-BACA-0B5672D793AE}">
      <dsp:nvSpPr>
        <dsp:cNvPr id="0" name=""/>
        <dsp:cNvSpPr/>
      </dsp:nvSpPr>
      <dsp:spPr>
        <a:xfrm rot="5400000">
          <a:off x="1922299" y="-1263866"/>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Coverages and Exclusions</a:t>
          </a:r>
          <a:endParaRPr lang="en-US" sz="1600" kern="1200" dirty="0">
            <a:latin typeface="Segoe UI" panose="020B0502040204020203" pitchFamily="34" charset="0"/>
            <a:cs typeface="Segoe UI" panose="020B0502040204020203" pitchFamily="34" charset="0"/>
          </a:endParaRPr>
        </a:p>
      </dsp:txBody>
      <dsp:txXfrm rot="-5400000">
        <a:off x="655947" y="31414"/>
        <a:ext cx="3096378" cy="534745"/>
      </dsp:txXfrm>
    </dsp:sp>
    <dsp:sp modelId="{CA3CA37D-96A6-40F5-8283-7F5E5E75CC28}">
      <dsp:nvSpPr>
        <dsp:cNvPr id="0" name=""/>
        <dsp:cNvSpPr/>
      </dsp:nvSpPr>
      <dsp:spPr>
        <a:xfrm rot="5400000">
          <a:off x="-126677" y="812483"/>
          <a:ext cx="911695" cy="69386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60" y="1050497"/>
        <a:ext cx="693862" cy="217833"/>
      </dsp:txXfrm>
    </dsp:sp>
    <dsp:sp modelId="{2F79F4EE-99A1-4CEC-8FEE-C636AD274778}">
      <dsp:nvSpPr>
        <dsp:cNvPr id="0" name=""/>
        <dsp:cNvSpPr/>
      </dsp:nvSpPr>
      <dsp:spPr>
        <a:xfrm rot="5400000">
          <a:off x="1914615" y="-562784"/>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 Limits and Rating Factors</a:t>
          </a:r>
          <a:endParaRPr lang="en-US" sz="1600" kern="1200" dirty="0">
            <a:latin typeface="Segoe UI" panose="020B0502040204020203" pitchFamily="34" charset="0"/>
            <a:cs typeface="Segoe UI" panose="020B0502040204020203" pitchFamily="34" charset="0"/>
          </a:endParaRPr>
        </a:p>
      </dsp:txBody>
      <dsp:txXfrm rot="-5400000">
        <a:off x="648263" y="732496"/>
        <a:ext cx="3096378" cy="534745"/>
      </dsp:txXfrm>
    </dsp:sp>
    <dsp:sp modelId="{3196A1B1-B062-4292-A00B-1AF4EFB306CF}">
      <dsp:nvSpPr>
        <dsp:cNvPr id="0" name=""/>
        <dsp:cNvSpPr/>
      </dsp:nvSpPr>
      <dsp:spPr>
        <a:xfrm rot="5400000">
          <a:off x="-139555" y="1526444"/>
          <a:ext cx="911695" cy="668104"/>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1738700"/>
        <a:ext cx="668104" cy="243591"/>
      </dsp:txXfrm>
    </dsp:sp>
    <dsp:sp modelId="{AD927985-2E20-4855-8300-EF608B954011}">
      <dsp:nvSpPr>
        <dsp:cNvPr id="0" name=""/>
        <dsp:cNvSpPr/>
      </dsp:nvSpPr>
      <dsp:spPr>
        <a:xfrm rot="5400000">
          <a:off x="1901737" y="138296"/>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Forms</a:t>
          </a:r>
          <a:endParaRPr lang="en-US" sz="1600" kern="1200" dirty="0">
            <a:latin typeface="Segoe UI" panose="020B0502040204020203" pitchFamily="34" charset="0"/>
            <a:cs typeface="Segoe UI" panose="020B0502040204020203" pitchFamily="34" charset="0"/>
          </a:endParaRPr>
        </a:p>
      </dsp:txBody>
      <dsp:txXfrm rot="-5400000">
        <a:off x="635385" y="1433576"/>
        <a:ext cx="3096378" cy="53474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40819" y="14326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331024"/>
        <a:ext cx="657157" cy="281639"/>
      </dsp:txXfrm>
    </dsp:sp>
    <dsp:sp modelId="{5DF62DFD-4FA4-479D-BACA-0B5672D793AE}">
      <dsp:nvSpPr>
        <dsp:cNvPr id="0" name=""/>
        <dsp:cNvSpPr/>
      </dsp:nvSpPr>
      <dsp:spPr>
        <a:xfrm rot="5400000">
          <a:off x="1905216" y="-1245614"/>
          <a:ext cx="610217" cy="3106335"/>
        </a:xfrm>
        <a:prstGeom prst="round2SameRect">
          <a:avLst/>
        </a:prstGeom>
        <a:no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Overview</a:t>
          </a:r>
          <a:endParaRPr lang="en-US" sz="1600" kern="1200" dirty="0">
            <a:latin typeface="Segoe UI" panose="020B0502040204020203" pitchFamily="34" charset="0"/>
            <a:cs typeface="Segoe UI" panose="020B0502040204020203" pitchFamily="34" charset="0"/>
          </a:endParaRPr>
        </a:p>
      </dsp:txBody>
      <dsp:txXfrm rot="-5400000">
        <a:off x="657157" y="32233"/>
        <a:ext cx="3076547" cy="550641"/>
      </dsp:txXfrm>
    </dsp:sp>
    <dsp:sp modelId="{CA3CA37D-96A6-40F5-8283-7F5E5E75CC28}">
      <dsp:nvSpPr>
        <dsp:cNvPr id="0" name=""/>
        <dsp:cNvSpPr/>
      </dsp:nvSpPr>
      <dsp:spPr>
        <a:xfrm rot="5400000">
          <a:off x="-140819" y="87275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1060513"/>
        <a:ext cx="657157" cy="281639"/>
      </dsp:txXfrm>
    </dsp:sp>
    <dsp:sp modelId="{2F79F4EE-99A1-4CEC-8FEE-C636AD274778}">
      <dsp:nvSpPr>
        <dsp:cNvPr id="0" name=""/>
        <dsp:cNvSpPr/>
      </dsp:nvSpPr>
      <dsp:spPr>
        <a:xfrm rot="5400000">
          <a:off x="1905216" y="-516124"/>
          <a:ext cx="610217"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Loss Exposures</a:t>
          </a:r>
          <a:endParaRPr lang="en-US" sz="1600" kern="1200" dirty="0">
            <a:latin typeface="Segoe UI" panose="020B0502040204020203" pitchFamily="34" charset="0"/>
            <a:cs typeface="Segoe UI" panose="020B0502040204020203" pitchFamily="34" charset="0"/>
          </a:endParaRPr>
        </a:p>
      </dsp:txBody>
      <dsp:txXfrm rot="-5400000">
        <a:off x="657157" y="761723"/>
        <a:ext cx="3076547" cy="550641"/>
      </dsp:txXfrm>
    </dsp:sp>
    <dsp:sp modelId="{3196A1B1-B062-4292-A00B-1AF4EFB306CF}">
      <dsp:nvSpPr>
        <dsp:cNvPr id="0" name=""/>
        <dsp:cNvSpPr/>
      </dsp:nvSpPr>
      <dsp:spPr>
        <a:xfrm rot="5400000">
          <a:off x="-140819" y="160224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n>
              <a:noFill/>
            </a:ln>
            <a:noFill/>
            <a:latin typeface="Segoe UI" panose="020B0502040204020203" pitchFamily="34" charset="0"/>
            <a:cs typeface="Segoe UI" panose="020B0502040204020203" pitchFamily="34" charset="0"/>
          </a:endParaRPr>
        </a:p>
      </dsp:txBody>
      <dsp:txXfrm rot="-5400000">
        <a:off x="1" y="1790003"/>
        <a:ext cx="657157" cy="281639"/>
      </dsp:txXfrm>
    </dsp:sp>
    <dsp:sp modelId="{AD927985-2E20-4855-8300-EF608B954011}">
      <dsp:nvSpPr>
        <dsp:cNvPr id="0" name=""/>
        <dsp:cNvSpPr/>
      </dsp:nvSpPr>
      <dsp:spPr>
        <a:xfrm rot="5400000">
          <a:off x="1948282" y="213364"/>
          <a:ext cx="524085"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Commercial Property coverage part</a:t>
          </a:r>
          <a:endParaRPr lang="en-US" sz="1600" kern="1200" dirty="0">
            <a:latin typeface="Segoe UI" panose="020B0502040204020203" pitchFamily="34" charset="0"/>
            <a:cs typeface="Segoe UI" panose="020B0502040204020203" pitchFamily="34" charset="0"/>
          </a:endParaRPr>
        </a:p>
      </dsp:txBody>
      <dsp:txXfrm rot="-5400000">
        <a:off x="657157" y="1530073"/>
        <a:ext cx="3080751" cy="47291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8993" y="103718"/>
          <a:ext cx="911695" cy="709229"/>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357100"/>
        <a:ext cx="709229" cy="202466"/>
      </dsp:txXfrm>
    </dsp:sp>
    <dsp:sp modelId="{5DF62DFD-4FA4-479D-BACA-0B5672D793AE}">
      <dsp:nvSpPr>
        <dsp:cNvPr id="0" name=""/>
        <dsp:cNvSpPr/>
      </dsp:nvSpPr>
      <dsp:spPr>
        <a:xfrm rot="5400000">
          <a:off x="1922299" y="-1263866"/>
          <a:ext cx="592601" cy="3125306"/>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Coverages and Exclusions</a:t>
          </a:r>
          <a:endParaRPr lang="en-US" sz="1600" kern="1200" dirty="0">
            <a:latin typeface="Segoe UI" panose="020B0502040204020203" pitchFamily="34" charset="0"/>
            <a:cs typeface="Segoe UI" panose="020B0502040204020203" pitchFamily="34" charset="0"/>
          </a:endParaRPr>
        </a:p>
      </dsp:txBody>
      <dsp:txXfrm rot="-5400000">
        <a:off x="655947" y="31414"/>
        <a:ext cx="3096378" cy="534745"/>
      </dsp:txXfrm>
    </dsp:sp>
    <dsp:sp modelId="{CA3CA37D-96A6-40F5-8283-7F5E5E75CC28}">
      <dsp:nvSpPr>
        <dsp:cNvPr id="0" name=""/>
        <dsp:cNvSpPr/>
      </dsp:nvSpPr>
      <dsp:spPr>
        <a:xfrm rot="5400000">
          <a:off x="-126677" y="812483"/>
          <a:ext cx="911695" cy="69386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60" y="1050497"/>
        <a:ext cx="693862" cy="217833"/>
      </dsp:txXfrm>
    </dsp:sp>
    <dsp:sp modelId="{2F79F4EE-99A1-4CEC-8FEE-C636AD274778}">
      <dsp:nvSpPr>
        <dsp:cNvPr id="0" name=""/>
        <dsp:cNvSpPr/>
      </dsp:nvSpPr>
      <dsp:spPr>
        <a:xfrm rot="5400000">
          <a:off x="1914615" y="-562784"/>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 Limits and Rating Factors</a:t>
          </a:r>
          <a:endParaRPr lang="en-US" sz="1600" kern="1200" dirty="0">
            <a:latin typeface="Segoe UI" panose="020B0502040204020203" pitchFamily="34" charset="0"/>
            <a:cs typeface="Segoe UI" panose="020B0502040204020203" pitchFamily="34" charset="0"/>
          </a:endParaRPr>
        </a:p>
      </dsp:txBody>
      <dsp:txXfrm rot="-5400000">
        <a:off x="648263" y="732496"/>
        <a:ext cx="3096378" cy="534745"/>
      </dsp:txXfrm>
    </dsp:sp>
    <dsp:sp modelId="{3196A1B1-B062-4292-A00B-1AF4EFB306CF}">
      <dsp:nvSpPr>
        <dsp:cNvPr id="0" name=""/>
        <dsp:cNvSpPr/>
      </dsp:nvSpPr>
      <dsp:spPr>
        <a:xfrm rot="5400000">
          <a:off x="-139555" y="1526444"/>
          <a:ext cx="911695" cy="668104"/>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1738700"/>
        <a:ext cx="668104" cy="243591"/>
      </dsp:txXfrm>
    </dsp:sp>
    <dsp:sp modelId="{AD927985-2E20-4855-8300-EF608B954011}">
      <dsp:nvSpPr>
        <dsp:cNvPr id="0" name=""/>
        <dsp:cNvSpPr/>
      </dsp:nvSpPr>
      <dsp:spPr>
        <a:xfrm rot="5400000">
          <a:off x="1901737" y="138296"/>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Forms</a:t>
          </a:r>
          <a:endParaRPr lang="en-US" sz="1600" kern="1200" dirty="0">
            <a:latin typeface="Segoe UI" panose="020B0502040204020203" pitchFamily="34" charset="0"/>
            <a:cs typeface="Segoe UI" panose="020B0502040204020203" pitchFamily="34" charset="0"/>
          </a:endParaRPr>
        </a:p>
      </dsp:txBody>
      <dsp:txXfrm rot="-5400000">
        <a:off x="635385" y="1433576"/>
        <a:ext cx="3096378" cy="53474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40819" y="14326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331024"/>
        <a:ext cx="657157" cy="281639"/>
      </dsp:txXfrm>
    </dsp:sp>
    <dsp:sp modelId="{5DF62DFD-4FA4-479D-BACA-0B5672D793AE}">
      <dsp:nvSpPr>
        <dsp:cNvPr id="0" name=""/>
        <dsp:cNvSpPr/>
      </dsp:nvSpPr>
      <dsp:spPr>
        <a:xfrm rot="5400000">
          <a:off x="1905216" y="-1245614"/>
          <a:ext cx="610217" cy="3106335"/>
        </a:xfrm>
        <a:prstGeom prst="round2SameRect">
          <a:avLst/>
        </a:prstGeom>
        <a:no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Overview</a:t>
          </a:r>
          <a:endParaRPr lang="en-US" sz="1600" kern="1200" dirty="0">
            <a:latin typeface="Segoe UI" panose="020B0502040204020203" pitchFamily="34" charset="0"/>
            <a:cs typeface="Segoe UI" panose="020B0502040204020203" pitchFamily="34" charset="0"/>
          </a:endParaRPr>
        </a:p>
      </dsp:txBody>
      <dsp:txXfrm rot="-5400000">
        <a:off x="657157" y="32233"/>
        <a:ext cx="3076547" cy="550641"/>
      </dsp:txXfrm>
    </dsp:sp>
    <dsp:sp modelId="{CA3CA37D-96A6-40F5-8283-7F5E5E75CC28}">
      <dsp:nvSpPr>
        <dsp:cNvPr id="0" name=""/>
        <dsp:cNvSpPr/>
      </dsp:nvSpPr>
      <dsp:spPr>
        <a:xfrm rot="5400000">
          <a:off x="-140819" y="87275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1060513"/>
        <a:ext cx="657157" cy="281639"/>
      </dsp:txXfrm>
    </dsp:sp>
    <dsp:sp modelId="{2F79F4EE-99A1-4CEC-8FEE-C636AD274778}">
      <dsp:nvSpPr>
        <dsp:cNvPr id="0" name=""/>
        <dsp:cNvSpPr/>
      </dsp:nvSpPr>
      <dsp:spPr>
        <a:xfrm rot="5400000">
          <a:off x="1905216" y="-516124"/>
          <a:ext cx="610217"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Loss Exposures</a:t>
          </a:r>
          <a:endParaRPr lang="en-US" sz="1600" kern="1200" dirty="0">
            <a:latin typeface="Segoe UI" panose="020B0502040204020203" pitchFamily="34" charset="0"/>
            <a:cs typeface="Segoe UI" panose="020B0502040204020203" pitchFamily="34" charset="0"/>
          </a:endParaRPr>
        </a:p>
      </dsp:txBody>
      <dsp:txXfrm rot="-5400000">
        <a:off x="657157" y="761723"/>
        <a:ext cx="3076547" cy="550641"/>
      </dsp:txXfrm>
    </dsp:sp>
    <dsp:sp modelId="{3196A1B1-B062-4292-A00B-1AF4EFB306CF}">
      <dsp:nvSpPr>
        <dsp:cNvPr id="0" name=""/>
        <dsp:cNvSpPr/>
      </dsp:nvSpPr>
      <dsp:spPr>
        <a:xfrm rot="5400000">
          <a:off x="-140819" y="160224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n>
              <a:noFill/>
            </a:ln>
            <a:noFill/>
            <a:latin typeface="Segoe UI" panose="020B0502040204020203" pitchFamily="34" charset="0"/>
            <a:cs typeface="Segoe UI" panose="020B0502040204020203" pitchFamily="34" charset="0"/>
          </a:endParaRPr>
        </a:p>
      </dsp:txBody>
      <dsp:txXfrm rot="-5400000">
        <a:off x="1" y="1790003"/>
        <a:ext cx="657157" cy="281639"/>
      </dsp:txXfrm>
    </dsp:sp>
    <dsp:sp modelId="{AD927985-2E20-4855-8300-EF608B954011}">
      <dsp:nvSpPr>
        <dsp:cNvPr id="0" name=""/>
        <dsp:cNvSpPr/>
      </dsp:nvSpPr>
      <dsp:spPr>
        <a:xfrm rot="5400000">
          <a:off x="1948282" y="213364"/>
          <a:ext cx="524085"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Commercial Property coverage part</a:t>
          </a:r>
          <a:endParaRPr lang="en-US" sz="1600" kern="1200" dirty="0">
            <a:latin typeface="Segoe UI" panose="020B0502040204020203" pitchFamily="34" charset="0"/>
            <a:cs typeface="Segoe UI" panose="020B0502040204020203" pitchFamily="34" charset="0"/>
          </a:endParaRPr>
        </a:p>
      </dsp:txBody>
      <dsp:txXfrm rot="-5400000">
        <a:off x="657157" y="1530073"/>
        <a:ext cx="3080751" cy="47291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8993" y="103718"/>
          <a:ext cx="911695" cy="709229"/>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357100"/>
        <a:ext cx="709229" cy="202466"/>
      </dsp:txXfrm>
    </dsp:sp>
    <dsp:sp modelId="{5DF62DFD-4FA4-479D-BACA-0B5672D793AE}">
      <dsp:nvSpPr>
        <dsp:cNvPr id="0" name=""/>
        <dsp:cNvSpPr/>
      </dsp:nvSpPr>
      <dsp:spPr>
        <a:xfrm rot="5400000">
          <a:off x="1922299" y="-1263866"/>
          <a:ext cx="592601" cy="3125306"/>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Coverages and Exclusions</a:t>
          </a:r>
          <a:endParaRPr lang="en-US" sz="1600" kern="1200" dirty="0">
            <a:latin typeface="Segoe UI" panose="020B0502040204020203" pitchFamily="34" charset="0"/>
            <a:cs typeface="Segoe UI" panose="020B0502040204020203" pitchFamily="34" charset="0"/>
          </a:endParaRPr>
        </a:p>
      </dsp:txBody>
      <dsp:txXfrm rot="-5400000">
        <a:off x="655947" y="31414"/>
        <a:ext cx="3096378" cy="534745"/>
      </dsp:txXfrm>
    </dsp:sp>
    <dsp:sp modelId="{CA3CA37D-96A6-40F5-8283-7F5E5E75CC28}">
      <dsp:nvSpPr>
        <dsp:cNvPr id="0" name=""/>
        <dsp:cNvSpPr/>
      </dsp:nvSpPr>
      <dsp:spPr>
        <a:xfrm rot="5400000">
          <a:off x="-126677" y="812483"/>
          <a:ext cx="911695" cy="69386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60" y="1050497"/>
        <a:ext cx="693862" cy="217833"/>
      </dsp:txXfrm>
    </dsp:sp>
    <dsp:sp modelId="{2F79F4EE-99A1-4CEC-8FEE-C636AD274778}">
      <dsp:nvSpPr>
        <dsp:cNvPr id="0" name=""/>
        <dsp:cNvSpPr/>
      </dsp:nvSpPr>
      <dsp:spPr>
        <a:xfrm rot="5400000">
          <a:off x="1914615" y="-562784"/>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 Limits and Rating Factors</a:t>
          </a:r>
          <a:endParaRPr lang="en-US" sz="1600" kern="1200" dirty="0">
            <a:latin typeface="Segoe UI" panose="020B0502040204020203" pitchFamily="34" charset="0"/>
            <a:cs typeface="Segoe UI" panose="020B0502040204020203" pitchFamily="34" charset="0"/>
          </a:endParaRPr>
        </a:p>
      </dsp:txBody>
      <dsp:txXfrm rot="-5400000">
        <a:off x="648263" y="732496"/>
        <a:ext cx="3096378" cy="534745"/>
      </dsp:txXfrm>
    </dsp:sp>
    <dsp:sp modelId="{3196A1B1-B062-4292-A00B-1AF4EFB306CF}">
      <dsp:nvSpPr>
        <dsp:cNvPr id="0" name=""/>
        <dsp:cNvSpPr/>
      </dsp:nvSpPr>
      <dsp:spPr>
        <a:xfrm rot="5400000">
          <a:off x="-139555" y="1526444"/>
          <a:ext cx="911695" cy="668104"/>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1738700"/>
        <a:ext cx="668104" cy="243591"/>
      </dsp:txXfrm>
    </dsp:sp>
    <dsp:sp modelId="{AD927985-2E20-4855-8300-EF608B954011}">
      <dsp:nvSpPr>
        <dsp:cNvPr id="0" name=""/>
        <dsp:cNvSpPr/>
      </dsp:nvSpPr>
      <dsp:spPr>
        <a:xfrm rot="5400000">
          <a:off x="1901737" y="138296"/>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Forms</a:t>
          </a:r>
          <a:endParaRPr lang="en-US" sz="1600" kern="1200" dirty="0">
            <a:latin typeface="Segoe UI" panose="020B0502040204020203" pitchFamily="34" charset="0"/>
            <a:cs typeface="Segoe UI" panose="020B0502040204020203" pitchFamily="34" charset="0"/>
          </a:endParaRPr>
        </a:p>
      </dsp:txBody>
      <dsp:txXfrm rot="-5400000">
        <a:off x="635385" y="1433576"/>
        <a:ext cx="3096378" cy="534745"/>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40819" y="14326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331024"/>
        <a:ext cx="657157" cy="281639"/>
      </dsp:txXfrm>
    </dsp:sp>
    <dsp:sp modelId="{5DF62DFD-4FA4-479D-BACA-0B5672D793AE}">
      <dsp:nvSpPr>
        <dsp:cNvPr id="0" name=""/>
        <dsp:cNvSpPr/>
      </dsp:nvSpPr>
      <dsp:spPr>
        <a:xfrm rot="5400000">
          <a:off x="1905216" y="-1245614"/>
          <a:ext cx="610217" cy="3106335"/>
        </a:xfrm>
        <a:prstGeom prst="round2SameRect">
          <a:avLst/>
        </a:prstGeom>
        <a:no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Overview</a:t>
          </a:r>
          <a:endParaRPr lang="en-US" sz="1600" kern="1200" dirty="0">
            <a:latin typeface="Segoe UI" panose="020B0502040204020203" pitchFamily="34" charset="0"/>
            <a:cs typeface="Segoe UI" panose="020B0502040204020203" pitchFamily="34" charset="0"/>
          </a:endParaRPr>
        </a:p>
      </dsp:txBody>
      <dsp:txXfrm rot="-5400000">
        <a:off x="657157" y="32233"/>
        <a:ext cx="3076547" cy="550641"/>
      </dsp:txXfrm>
    </dsp:sp>
    <dsp:sp modelId="{CA3CA37D-96A6-40F5-8283-7F5E5E75CC28}">
      <dsp:nvSpPr>
        <dsp:cNvPr id="0" name=""/>
        <dsp:cNvSpPr/>
      </dsp:nvSpPr>
      <dsp:spPr>
        <a:xfrm rot="5400000">
          <a:off x="-140819" y="87275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1060513"/>
        <a:ext cx="657157" cy="281639"/>
      </dsp:txXfrm>
    </dsp:sp>
    <dsp:sp modelId="{2F79F4EE-99A1-4CEC-8FEE-C636AD274778}">
      <dsp:nvSpPr>
        <dsp:cNvPr id="0" name=""/>
        <dsp:cNvSpPr/>
      </dsp:nvSpPr>
      <dsp:spPr>
        <a:xfrm rot="5400000">
          <a:off x="1905216" y="-516124"/>
          <a:ext cx="610217"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Loss Exposures</a:t>
          </a:r>
          <a:endParaRPr lang="en-US" sz="1600" kern="1200" dirty="0">
            <a:latin typeface="Segoe UI" panose="020B0502040204020203" pitchFamily="34" charset="0"/>
            <a:cs typeface="Segoe UI" panose="020B0502040204020203" pitchFamily="34" charset="0"/>
          </a:endParaRPr>
        </a:p>
      </dsp:txBody>
      <dsp:txXfrm rot="-5400000">
        <a:off x="657157" y="761723"/>
        <a:ext cx="3076547" cy="550641"/>
      </dsp:txXfrm>
    </dsp:sp>
    <dsp:sp modelId="{3196A1B1-B062-4292-A00B-1AF4EFB306CF}">
      <dsp:nvSpPr>
        <dsp:cNvPr id="0" name=""/>
        <dsp:cNvSpPr/>
      </dsp:nvSpPr>
      <dsp:spPr>
        <a:xfrm rot="5400000">
          <a:off x="-140819" y="160224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n>
              <a:noFill/>
            </a:ln>
            <a:noFill/>
            <a:latin typeface="Segoe UI" panose="020B0502040204020203" pitchFamily="34" charset="0"/>
            <a:cs typeface="Segoe UI" panose="020B0502040204020203" pitchFamily="34" charset="0"/>
          </a:endParaRPr>
        </a:p>
      </dsp:txBody>
      <dsp:txXfrm rot="-5400000">
        <a:off x="1" y="1790003"/>
        <a:ext cx="657157" cy="281639"/>
      </dsp:txXfrm>
    </dsp:sp>
    <dsp:sp modelId="{AD927985-2E20-4855-8300-EF608B954011}">
      <dsp:nvSpPr>
        <dsp:cNvPr id="0" name=""/>
        <dsp:cNvSpPr/>
      </dsp:nvSpPr>
      <dsp:spPr>
        <a:xfrm rot="5400000">
          <a:off x="1948282" y="213364"/>
          <a:ext cx="524085"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Commercial Property coverage part</a:t>
          </a:r>
          <a:endParaRPr lang="en-US" sz="1600" kern="1200" dirty="0">
            <a:latin typeface="Segoe UI" panose="020B0502040204020203" pitchFamily="34" charset="0"/>
            <a:cs typeface="Segoe UI" panose="020B0502040204020203" pitchFamily="34" charset="0"/>
          </a:endParaRPr>
        </a:p>
      </dsp:txBody>
      <dsp:txXfrm rot="-5400000">
        <a:off x="657157" y="1530073"/>
        <a:ext cx="3080751" cy="472917"/>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8993" y="103718"/>
          <a:ext cx="911695" cy="709229"/>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357100"/>
        <a:ext cx="709229" cy="202466"/>
      </dsp:txXfrm>
    </dsp:sp>
    <dsp:sp modelId="{5DF62DFD-4FA4-479D-BACA-0B5672D793AE}">
      <dsp:nvSpPr>
        <dsp:cNvPr id="0" name=""/>
        <dsp:cNvSpPr/>
      </dsp:nvSpPr>
      <dsp:spPr>
        <a:xfrm rot="5400000">
          <a:off x="1922299" y="-1263866"/>
          <a:ext cx="592601" cy="3125306"/>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Coverages and Exclusions</a:t>
          </a:r>
          <a:endParaRPr lang="en-US" sz="1600" kern="1200" dirty="0">
            <a:latin typeface="Segoe UI" panose="020B0502040204020203" pitchFamily="34" charset="0"/>
            <a:cs typeface="Segoe UI" panose="020B0502040204020203" pitchFamily="34" charset="0"/>
          </a:endParaRPr>
        </a:p>
      </dsp:txBody>
      <dsp:txXfrm rot="-5400000">
        <a:off x="655947" y="31414"/>
        <a:ext cx="3096378" cy="534745"/>
      </dsp:txXfrm>
    </dsp:sp>
    <dsp:sp modelId="{CA3CA37D-96A6-40F5-8283-7F5E5E75CC28}">
      <dsp:nvSpPr>
        <dsp:cNvPr id="0" name=""/>
        <dsp:cNvSpPr/>
      </dsp:nvSpPr>
      <dsp:spPr>
        <a:xfrm rot="5400000">
          <a:off x="-126677" y="812483"/>
          <a:ext cx="911695" cy="69386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60" y="1050497"/>
        <a:ext cx="693862" cy="217833"/>
      </dsp:txXfrm>
    </dsp:sp>
    <dsp:sp modelId="{2F79F4EE-99A1-4CEC-8FEE-C636AD274778}">
      <dsp:nvSpPr>
        <dsp:cNvPr id="0" name=""/>
        <dsp:cNvSpPr/>
      </dsp:nvSpPr>
      <dsp:spPr>
        <a:xfrm rot="5400000">
          <a:off x="1914615" y="-562784"/>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 Limits and Rating Factors</a:t>
          </a:r>
          <a:endParaRPr lang="en-US" sz="1600" kern="1200" dirty="0">
            <a:latin typeface="Segoe UI" panose="020B0502040204020203" pitchFamily="34" charset="0"/>
            <a:cs typeface="Segoe UI" panose="020B0502040204020203" pitchFamily="34" charset="0"/>
          </a:endParaRPr>
        </a:p>
      </dsp:txBody>
      <dsp:txXfrm rot="-5400000">
        <a:off x="648263" y="732496"/>
        <a:ext cx="3096378" cy="534745"/>
      </dsp:txXfrm>
    </dsp:sp>
    <dsp:sp modelId="{3196A1B1-B062-4292-A00B-1AF4EFB306CF}">
      <dsp:nvSpPr>
        <dsp:cNvPr id="0" name=""/>
        <dsp:cNvSpPr/>
      </dsp:nvSpPr>
      <dsp:spPr>
        <a:xfrm rot="5400000">
          <a:off x="-139555" y="1526444"/>
          <a:ext cx="911695" cy="668104"/>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1738700"/>
        <a:ext cx="668104" cy="243591"/>
      </dsp:txXfrm>
    </dsp:sp>
    <dsp:sp modelId="{AD927985-2E20-4855-8300-EF608B954011}">
      <dsp:nvSpPr>
        <dsp:cNvPr id="0" name=""/>
        <dsp:cNvSpPr/>
      </dsp:nvSpPr>
      <dsp:spPr>
        <a:xfrm rot="5400000">
          <a:off x="1901737" y="138296"/>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Forms</a:t>
          </a:r>
          <a:endParaRPr lang="en-US" sz="1600" kern="1200" dirty="0">
            <a:latin typeface="Segoe UI" panose="020B0502040204020203" pitchFamily="34" charset="0"/>
            <a:cs typeface="Segoe UI" panose="020B0502040204020203" pitchFamily="34" charset="0"/>
          </a:endParaRPr>
        </a:p>
      </dsp:txBody>
      <dsp:txXfrm rot="-5400000">
        <a:off x="635385" y="1433576"/>
        <a:ext cx="3096378" cy="534745"/>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40819" y="14326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331024"/>
        <a:ext cx="657157" cy="281639"/>
      </dsp:txXfrm>
    </dsp:sp>
    <dsp:sp modelId="{5DF62DFD-4FA4-479D-BACA-0B5672D793AE}">
      <dsp:nvSpPr>
        <dsp:cNvPr id="0" name=""/>
        <dsp:cNvSpPr/>
      </dsp:nvSpPr>
      <dsp:spPr>
        <a:xfrm rot="5400000">
          <a:off x="1905216" y="-1245614"/>
          <a:ext cx="610217" cy="3106335"/>
        </a:xfrm>
        <a:prstGeom prst="round2SameRect">
          <a:avLst/>
        </a:prstGeom>
        <a:no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Overview</a:t>
          </a:r>
          <a:endParaRPr lang="en-US" sz="1600" kern="1200" dirty="0">
            <a:latin typeface="Segoe UI" panose="020B0502040204020203" pitchFamily="34" charset="0"/>
            <a:cs typeface="Segoe UI" panose="020B0502040204020203" pitchFamily="34" charset="0"/>
          </a:endParaRPr>
        </a:p>
      </dsp:txBody>
      <dsp:txXfrm rot="-5400000">
        <a:off x="657157" y="32233"/>
        <a:ext cx="3076547" cy="550641"/>
      </dsp:txXfrm>
    </dsp:sp>
    <dsp:sp modelId="{CA3CA37D-96A6-40F5-8283-7F5E5E75CC28}">
      <dsp:nvSpPr>
        <dsp:cNvPr id="0" name=""/>
        <dsp:cNvSpPr/>
      </dsp:nvSpPr>
      <dsp:spPr>
        <a:xfrm rot="5400000">
          <a:off x="-140819" y="87275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1060513"/>
        <a:ext cx="657157" cy="281639"/>
      </dsp:txXfrm>
    </dsp:sp>
    <dsp:sp modelId="{2F79F4EE-99A1-4CEC-8FEE-C636AD274778}">
      <dsp:nvSpPr>
        <dsp:cNvPr id="0" name=""/>
        <dsp:cNvSpPr/>
      </dsp:nvSpPr>
      <dsp:spPr>
        <a:xfrm rot="5400000">
          <a:off x="1905216" y="-516124"/>
          <a:ext cx="610217"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Loss Exposures</a:t>
          </a:r>
          <a:endParaRPr lang="en-US" sz="1600" kern="1200" dirty="0">
            <a:latin typeface="Segoe UI" panose="020B0502040204020203" pitchFamily="34" charset="0"/>
            <a:cs typeface="Segoe UI" panose="020B0502040204020203" pitchFamily="34" charset="0"/>
          </a:endParaRPr>
        </a:p>
      </dsp:txBody>
      <dsp:txXfrm rot="-5400000">
        <a:off x="657157" y="761723"/>
        <a:ext cx="3076547" cy="550641"/>
      </dsp:txXfrm>
    </dsp:sp>
    <dsp:sp modelId="{3196A1B1-B062-4292-A00B-1AF4EFB306CF}">
      <dsp:nvSpPr>
        <dsp:cNvPr id="0" name=""/>
        <dsp:cNvSpPr/>
      </dsp:nvSpPr>
      <dsp:spPr>
        <a:xfrm rot="5400000">
          <a:off x="-140819" y="1602243"/>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n>
              <a:noFill/>
            </a:ln>
            <a:noFill/>
            <a:latin typeface="Segoe UI" panose="020B0502040204020203" pitchFamily="34" charset="0"/>
            <a:cs typeface="Segoe UI" panose="020B0502040204020203" pitchFamily="34" charset="0"/>
          </a:endParaRPr>
        </a:p>
      </dsp:txBody>
      <dsp:txXfrm rot="-5400000">
        <a:off x="1" y="1790003"/>
        <a:ext cx="657157" cy="281639"/>
      </dsp:txXfrm>
    </dsp:sp>
    <dsp:sp modelId="{AD927985-2E20-4855-8300-EF608B954011}">
      <dsp:nvSpPr>
        <dsp:cNvPr id="0" name=""/>
        <dsp:cNvSpPr/>
      </dsp:nvSpPr>
      <dsp:spPr>
        <a:xfrm rot="5400000">
          <a:off x="1948282" y="213364"/>
          <a:ext cx="524085" cy="3106335"/>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Commercial Property coverage part</a:t>
          </a:r>
          <a:endParaRPr lang="en-US" sz="1600" kern="1200" dirty="0">
            <a:latin typeface="Segoe UI" panose="020B0502040204020203" pitchFamily="34" charset="0"/>
            <a:cs typeface="Segoe UI" panose="020B0502040204020203" pitchFamily="34" charset="0"/>
          </a:endParaRPr>
        </a:p>
      </dsp:txBody>
      <dsp:txXfrm rot="-5400000">
        <a:off x="657157" y="1530073"/>
        <a:ext cx="3080751" cy="472917"/>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8993" y="103718"/>
          <a:ext cx="911695" cy="709229"/>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357100"/>
        <a:ext cx="709229" cy="202466"/>
      </dsp:txXfrm>
    </dsp:sp>
    <dsp:sp modelId="{5DF62DFD-4FA4-479D-BACA-0B5672D793AE}">
      <dsp:nvSpPr>
        <dsp:cNvPr id="0" name=""/>
        <dsp:cNvSpPr/>
      </dsp:nvSpPr>
      <dsp:spPr>
        <a:xfrm rot="5400000">
          <a:off x="1922299" y="-1263866"/>
          <a:ext cx="592601" cy="3125306"/>
        </a:xfrm>
        <a:prstGeom prst="round2SameRect">
          <a:avLst/>
        </a:prstGeom>
        <a:no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Coverages/ Additional Coverages</a:t>
          </a:r>
          <a:endParaRPr lang="en-US" sz="1600" kern="1200" dirty="0">
            <a:latin typeface="Segoe UI" panose="020B0502040204020203" pitchFamily="34" charset="0"/>
            <a:cs typeface="Segoe UI" panose="020B0502040204020203" pitchFamily="34" charset="0"/>
          </a:endParaRPr>
        </a:p>
      </dsp:txBody>
      <dsp:txXfrm rot="-5400000">
        <a:off x="655947" y="31414"/>
        <a:ext cx="3096378" cy="534745"/>
      </dsp:txXfrm>
    </dsp:sp>
    <dsp:sp modelId="{CA3CA37D-96A6-40F5-8283-7F5E5E75CC28}">
      <dsp:nvSpPr>
        <dsp:cNvPr id="0" name=""/>
        <dsp:cNvSpPr/>
      </dsp:nvSpPr>
      <dsp:spPr>
        <a:xfrm rot="5400000">
          <a:off x="-126677" y="812483"/>
          <a:ext cx="911695" cy="693862"/>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60" y="1050497"/>
        <a:ext cx="693862" cy="217833"/>
      </dsp:txXfrm>
    </dsp:sp>
    <dsp:sp modelId="{2F79F4EE-99A1-4CEC-8FEE-C636AD274778}">
      <dsp:nvSpPr>
        <dsp:cNvPr id="0" name=""/>
        <dsp:cNvSpPr/>
      </dsp:nvSpPr>
      <dsp:spPr>
        <a:xfrm rot="5400000">
          <a:off x="1914615" y="-562784"/>
          <a:ext cx="592601" cy="3125306"/>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smtClean="0">
              <a:latin typeface="Segoe UI" panose="020B0502040204020203" pitchFamily="34" charset="0"/>
              <a:cs typeface="Segoe UI" panose="020B0502040204020203" pitchFamily="34" charset="0"/>
            </a:rPr>
            <a:t>Coverage Limits and Rating Factors</a:t>
          </a:r>
          <a:endParaRPr lang="en-US" sz="1600" kern="1200" dirty="0">
            <a:latin typeface="Segoe UI" panose="020B0502040204020203" pitchFamily="34" charset="0"/>
            <a:cs typeface="Segoe UI" panose="020B0502040204020203" pitchFamily="34" charset="0"/>
          </a:endParaRPr>
        </a:p>
      </dsp:txBody>
      <dsp:txXfrm rot="-5400000">
        <a:off x="648263" y="732496"/>
        <a:ext cx="3096378" cy="534745"/>
      </dsp:txXfrm>
    </dsp:sp>
    <dsp:sp modelId="{3196A1B1-B062-4292-A00B-1AF4EFB306CF}">
      <dsp:nvSpPr>
        <dsp:cNvPr id="0" name=""/>
        <dsp:cNvSpPr/>
      </dsp:nvSpPr>
      <dsp:spPr>
        <a:xfrm rot="5400000">
          <a:off x="-139555" y="1526444"/>
          <a:ext cx="911695" cy="668104"/>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1738700"/>
        <a:ext cx="668104" cy="243591"/>
      </dsp:txXfrm>
    </dsp:sp>
    <dsp:sp modelId="{AD927985-2E20-4855-8300-EF608B954011}">
      <dsp:nvSpPr>
        <dsp:cNvPr id="0" name=""/>
        <dsp:cNvSpPr/>
      </dsp:nvSpPr>
      <dsp:spPr>
        <a:xfrm rot="5400000">
          <a:off x="1901737" y="138296"/>
          <a:ext cx="592601" cy="312530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Forms</a:t>
          </a:r>
          <a:endParaRPr lang="en-US" sz="1600" kern="1200" dirty="0">
            <a:latin typeface="Segoe UI" panose="020B0502040204020203" pitchFamily="34" charset="0"/>
            <a:cs typeface="Segoe UI" panose="020B0502040204020203" pitchFamily="34" charset="0"/>
          </a:endParaRPr>
        </a:p>
      </dsp:txBody>
      <dsp:txXfrm rot="-5400000">
        <a:off x="635385" y="1433576"/>
        <a:ext cx="3096378" cy="534745"/>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40819" y="14326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331024"/>
        <a:ext cx="657157" cy="281639"/>
      </dsp:txXfrm>
    </dsp:sp>
    <dsp:sp modelId="{5DF62DFD-4FA4-479D-BACA-0B5672D793AE}">
      <dsp:nvSpPr>
        <dsp:cNvPr id="0" name=""/>
        <dsp:cNvSpPr/>
      </dsp:nvSpPr>
      <dsp:spPr>
        <a:xfrm rot="5400000">
          <a:off x="1829016" y="-1169414"/>
          <a:ext cx="610217" cy="2953936"/>
        </a:xfrm>
        <a:prstGeom prst="round2SameRect">
          <a:avLst/>
        </a:prstGeom>
        <a:no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Overview</a:t>
          </a:r>
          <a:endParaRPr lang="en-US" sz="1600" kern="1200" dirty="0">
            <a:latin typeface="Segoe UI" panose="020B0502040204020203" pitchFamily="34" charset="0"/>
            <a:cs typeface="Segoe UI" panose="020B0502040204020203" pitchFamily="34" charset="0"/>
          </a:endParaRPr>
        </a:p>
      </dsp:txBody>
      <dsp:txXfrm rot="-5400000">
        <a:off x="657157" y="32233"/>
        <a:ext cx="2924148" cy="550641"/>
      </dsp:txXfrm>
    </dsp:sp>
    <dsp:sp modelId="{CA3CA37D-96A6-40F5-8283-7F5E5E75CC28}">
      <dsp:nvSpPr>
        <dsp:cNvPr id="0" name=""/>
        <dsp:cNvSpPr/>
      </dsp:nvSpPr>
      <dsp:spPr>
        <a:xfrm rot="5400000">
          <a:off x="-140819" y="87275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1060514"/>
        <a:ext cx="657157" cy="281639"/>
      </dsp:txXfrm>
    </dsp:sp>
    <dsp:sp modelId="{2F79F4EE-99A1-4CEC-8FEE-C636AD274778}">
      <dsp:nvSpPr>
        <dsp:cNvPr id="0" name=""/>
        <dsp:cNvSpPr/>
      </dsp:nvSpPr>
      <dsp:spPr>
        <a:xfrm rot="5400000">
          <a:off x="1829016" y="-439924"/>
          <a:ext cx="610217" cy="295393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Loss Exposures</a:t>
          </a:r>
          <a:endParaRPr lang="en-US" sz="1600" kern="1200" dirty="0">
            <a:latin typeface="Segoe UI" panose="020B0502040204020203" pitchFamily="34" charset="0"/>
            <a:cs typeface="Segoe UI" panose="020B0502040204020203" pitchFamily="34" charset="0"/>
          </a:endParaRPr>
        </a:p>
      </dsp:txBody>
      <dsp:txXfrm rot="-5400000">
        <a:off x="657157" y="761723"/>
        <a:ext cx="2924148" cy="550641"/>
      </dsp:txXfrm>
    </dsp:sp>
    <dsp:sp modelId="{3196A1B1-B062-4292-A00B-1AF4EFB306CF}">
      <dsp:nvSpPr>
        <dsp:cNvPr id="0" name=""/>
        <dsp:cNvSpPr/>
      </dsp:nvSpPr>
      <dsp:spPr>
        <a:xfrm rot="5400000">
          <a:off x="-140819" y="160224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n>
              <a:noFill/>
            </a:ln>
            <a:noFill/>
            <a:latin typeface="Segoe UI" panose="020B0502040204020203" pitchFamily="34" charset="0"/>
            <a:cs typeface="Segoe UI" panose="020B0502040204020203" pitchFamily="34" charset="0"/>
          </a:endParaRPr>
        </a:p>
      </dsp:txBody>
      <dsp:txXfrm rot="-5400000">
        <a:off x="1" y="1790004"/>
        <a:ext cx="657157" cy="281639"/>
      </dsp:txXfrm>
    </dsp:sp>
    <dsp:sp modelId="{AD927985-2E20-4855-8300-EF608B954011}">
      <dsp:nvSpPr>
        <dsp:cNvPr id="0" name=""/>
        <dsp:cNvSpPr/>
      </dsp:nvSpPr>
      <dsp:spPr>
        <a:xfrm rot="5400000">
          <a:off x="1872083" y="289565"/>
          <a:ext cx="524085" cy="295393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Commercial Property coverage part</a:t>
          </a:r>
          <a:endParaRPr lang="en-US" sz="1600" kern="1200" dirty="0">
            <a:latin typeface="Segoe UI" panose="020B0502040204020203" pitchFamily="34" charset="0"/>
            <a:cs typeface="Segoe UI" panose="020B0502040204020203" pitchFamily="34" charset="0"/>
          </a:endParaRPr>
        </a:p>
      </dsp:txBody>
      <dsp:txXfrm rot="-5400000">
        <a:off x="657158" y="1530074"/>
        <a:ext cx="2928352" cy="472917"/>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8993" y="103718"/>
          <a:ext cx="911695" cy="709229"/>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357100"/>
        <a:ext cx="709229" cy="202466"/>
      </dsp:txXfrm>
    </dsp:sp>
    <dsp:sp modelId="{5DF62DFD-4FA4-479D-BACA-0B5672D793AE}">
      <dsp:nvSpPr>
        <dsp:cNvPr id="0" name=""/>
        <dsp:cNvSpPr/>
      </dsp:nvSpPr>
      <dsp:spPr>
        <a:xfrm rot="5400000">
          <a:off x="1846100" y="-1187667"/>
          <a:ext cx="592601" cy="2972907"/>
        </a:xfrm>
        <a:prstGeom prst="round2SameRect">
          <a:avLst/>
        </a:prstGeom>
        <a:no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Coverages/ Additional Coverages</a:t>
          </a:r>
          <a:endParaRPr lang="en-US" sz="1600" kern="1200" dirty="0">
            <a:latin typeface="Segoe UI" panose="020B0502040204020203" pitchFamily="34" charset="0"/>
            <a:cs typeface="Segoe UI" panose="020B0502040204020203" pitchFamily="34" charset="0"/>
          </a:endParaRPr>
        </a:p>
      </dsp:txBody>
      <dsp:txXfrm rot="-5400000">
        <a:off x="655947" y="31414"/>
        <a:ext cx="2943979" cy="534745"/>
      </dsp:txXfrm>
    </dsp:sp>
    <dsp:sp modelId="{CA3CA37D-96A6-40F5-8283-7F5E5E75CC28}">
      <dsp:nvSpPr>
        <dsp:cNvPr id="0" name=""/>
        <dsp:cNvSpPr/>
      </dsp:nvSpPr>
      <dsp:spPr>
        <a:xfrm rot="5400000">
          <a:off x="-126677" y="812483"/>
          <a:ext cx="911695" cy="693862"/>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60" y="1050497"/>
        <a:ext cx="693862" cy="217833"/>
      </dsp:txXfrm>
    </dsp:sp>
    <dsp:sp modelId="{2F79F4EE-99A1-4CEC-8FEE-C636AD274778}">
      <dsp:nvSpPr>
        <dsp:cNvPr id="0" name=""/>
        <dsp:cNvSpPr/>
      </dsp:nvSpPr>
      <dsp:spPr>
        <a:xfrm rot="5400000">
          <a:off x="1838416" y="-486585"/>
          <a:ext cx="592601" cy="2972907"/>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smtClean="0">
              <a:latin typeface="Segoe UI" panose="020B0502040204020203" pitchFamily="34" charset="0"/>
              <a:cs typeface="Segoe UI" panose="020B0502040204020203" pitchFamily="34" charset="0"/>
            </a:rPr>
            <a:t>Coverage Limits and Rating Factors</a:t>
          </a:r>
          <a:endParaRPr lang="en-US" sz="1600" kern="1200" dirty="0">
            <a:latin typeface="Segoe UI" panose="020B0502040204020203" pitchFamily="34" charset="0"/>
            <a:cs typeface="Segoe UI" panose="020B0502040204020203" pitchFamily="34" charset="0"/>
          </a:endParaRPr>
        </a:p>
      </dsp:txBody>
      <dsp:txXfrm rot="-5400000">
        <a:off x="648263" y="732496"/>
        <a:ext cx="2943979" cy="534745"/>
      </dsp:txXfrm>
    </dsp:sp>
    <dsp:sp modelId="{3196A1B1-B062-4292-A00B-1AF4EFB306CF}">
      <dsp:nvSpPr>
        <dsp:cNvPr id="0" name=""/>
        <dsp:cNvSpPr/>
      </dsp:nvSpPr>
      <dsp:spPr>
        <a:xfrm rot="5400000">
          <a:off x="-139555" y="1526444"/>
          <a:ext cx="911695" cy="668104"/>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1738700"/>
        <a:ext cx="668104" cy="243591"/>
      </dsp:txXfrm>
    </dsp:sp>
    <dsp:sp modelId="{AD927985-2E20-4855-8300-EF608B954011}">
      <dsp:nvSpPr>
        <dsp:cNvPr id="0" name=""/>
        <dsp:cNvSpPr/>
      </dsp:nvSpPr>
      <dsp:spPr>
        <a:xfrm rot="5400000">
          <a:off x="1825537" y="214496"/>
          <a:ext cx="592601" cy="2972907"/>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Forms</a:t>
          </a:r>
          <a:endParaRPr lang="en-US" sz="1600" kern="1200" dirty="0">
            <a:latin typeface="Segoe UI" panose="020B0502040204020203" pitchFamily="34" charset="0"/>
            <a:cs typeface="Segoe UI" panose="020B0502040204020203" pitchFamily="34" charset="0"/>
          </a:endParaRPr>
        </a:p>
      </dsp:txBody>
      <dsp:txXfrm rot="-5400000">
        <a:off x="635384" y="1433577"/>
        <a:ext cx="2943979" cy="534745"/>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40819" y="14326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331024"/>
        <a:ext cx="657157" cy="281639"/>
      </dsp:txXfrm>
    </dsp:sp>
    <dsp:sp modelId="{5DF62DFD-4FA4-479D-BACA-0B5672D793AE}">
      <dsp:nvSpPr>
        <dsp:cNvPr id="0" name=""/>
        <dsp:cNvSpPr/>
      </dsp:nvSpPr>
      <dsp:spPr>
        <a:xfrm rot="5400000">
          <a:off x="1829016" y="-1169414"/>
          <a:ext cx="610217" cy="2953936"/>
        </a:xfrm>
        <a:prstGeom prst="round2SameRect">
          <a:avLst/>
        </a:prstGeom>
        <a:no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Overview</a:t>
          </a:r>
          <a:endParaRPr lang="en-US" sz="1600" kern="1200" dirty="0">
            <a:latin typeface="Segoe UI" panose="020B0502040204020203" pitchFamily="34" charset="0"/>
            <a:cs typeface="Segoe UI" panose="020B0502040204020203" pitchFamily="34" charset="0"/>
          </a:endParaRPr>
        </a:p>
      </dsp:txBody>
      <dsp:txXfrm rot="-5400000">
        <a:off x="657157" y="32233"/>
        <a:ext cx="2924148" cy="550641"/>
      </dsp:txXfrm>
    </dsp:sp>
    <dsp:sp modelId="{CA3CA37D-96A6-40F5-8283-7F5E5E75CC28}">
      <dsp:nvSpPr>
        <dsp:cNvPr id="0" name=""/>
        <dsp:cNvSpPr/>
      </dsp:nvSpPr>
      <dsp:spPr>
        <a:xfrm rot="5400000">
          <a:off x="-140819" y="87275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1060514"/>
        <a:ext cx="657157" cy="281639"/>
      </dsp:txXfrm>
    </dsp:sp>
    <dsp:sp modelId="{2F79F4EE-99A1-4CEC-8FEE-C636AD274778}">
      <dsp:nvSpPr>
        <dsp:cNvPr id="0" name=""/>
        <dsp:cNvSpPr/>
      </dsp:nvSpPr>
      <dsp:spPr>
        <a:xfrm rot="5400000">
          <a:off x="1829016" y="-439924"/>
          <a:ext cx="610217" cy="295393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Loss Exposures</a:t>
          </a:r>
          <a:endParaRPr lang="en-US" sz="1600" kern="1200" dirty="0">
            <a:latin typeface="Segoe UI" panose="020B0502040204020203" pitchFamily="34" charset="0"/>
            <a:cs typeface="Segoe UI" panose="020B0502040204020203" pitchFamily="34" charset="0"/>
          </a:endParaRPr>
        </a:p>
      </dsp:txBody>
      <dsp:txXfrm rot="-5400000">
        <a:off x="657157" y="761723"/>
        <a:ext cx="2924148" cy="550641"/>
      </dsp:txXfrm>
    </dsp:sp>
    <dsp:sp modelId="{3196A1B1-B062-4292-A00B-1AF4EFB306CF}">
      <dsp:nvSpPr>
        <dsp:cNvPr id="0" name=""/>
        <dsp:cNvSpPr/>
      </dsp:nvSpPr>
      <dsp:spPr>
        <a:xfrm rot="5400000">
          <a:off x="-140819" y="160224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n>
              <a:noFill/>
            </a:ln>
            <a:noFill/>
            <a:latin typeface="Segoe UI" panose="020B0502040204020203" pitchFamily="34" charset="0"/>
            <a:cs typeface="Segoe UI" panose="020B0502040204020203" pitchFamily="34" charset="0"/>
          </a:endParaRPr>
        </a:p>
      </dsp:txBody>
      <dsp:txXfrm rot="-5400000">
        <a:off x="1" y="1790004"/>
        <a:ext cx="657157" cy="281639"/>
      </dsp:txXfrm>
    </dsp:sp>
    <dsp:sp modelId="{AD927985-2E20-4855-8300-EF608B954011}">
      <dsp:nvSpPr>
        <dsp:cNvPr id="0" name=""/>
        <dsp:cNvSpPr/>
      </dsp:nvSpPr>
      <dsp:spPr>
        <a:xfrm rot="5400000">
          <a:off x="1872083" y="289565"/>
          <a:ext cx="524085" cy="295393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Commercial Property coverage part</a:t>
          </a:r>
          <a:endParaRPr lang="en-US" sz="1600" kern="1200" dirty="0">
            <a:latin typeface="Segoe UI" panose="020B0502040204020203" pitchFamily="34" charset="0"/>
            <a:cs typeface="Segoe UI" panose="020B0502040204020203" pitchFamily="34" charset="0"/>
          </a:endParaRPr>
        </a:p>
      </dsp:txBody>
      <dsp:txXfrm rot="-5400000">
        <a:off x="657158" y="1530074"/>
        <a:ext cx="2928352" cy="472917"/>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8993" y="103718"/>
          <a:ext cx="911695" cy="709229"/>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357100"/>
        <a:ext cx="709229" cy="202466"/>
      </dsp:txXfrm>
    </dsp:sp>
    <dsp:sp modelId="{5DF62DFD-4FA4-479D-BACA-0B5672D793AE}">
      <dsp:nvSpPr>
        <dsp:cNvPr id="0" name=""/>
        <dsp:cNvSpPr/>
      </dsp:nvSpPr>
      <dsp:spPr>
        <a:xfrm rot="5400000">
          <a:off x="1846100" y="-1187667"/>
          <a:ext cx="592601" cy="2972907"/>
        </a:xfrm>
        <a:prstGeom prst="round2SameRect">
          <a:avLst/>
        </a:prstGeom>
        <a:no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Coverages/ Additional Coverages</a:t>
          </a:r>
          <a:endParaRPr lang="en-US" sz="1600" kern="1200" dirty="0">
            <a:latin typeface="Segoe UI" panose="020B0502040204020203" pitchFamily="34" charset="0"/>
            <a:cs typeface="Segoe UI" panose="020B0502040204020203" pitchFamily="34" charset="0"/>
          </a:endParaRPr>
        </a:p>
      </dsp:txBody>
      <dsp:txXfrm rot="-5400000">
        <a:off x="655947" y="31414"/>
        <a:ext cx="2943979" cy="534745"/>
      </dsp:txXfrm>
    </dsp:sp>
    <dsp:sp modelId="{CA3CA37D-96A6-40F5-8283-7F5E5E75CC28}">
      <dsp:nvSpPr>
        <dsp:cNvPr id="0" name=""/>
        <dsp:cNvSpPr/>
      </dsp:nvSpPr>
      <dsp:spPr>
        <a:xfrm rot="5400000">
          <a:off x="-126677" y="812483"/>
          <a:ext cx="911695" cy="693862"/>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60" y="1050497"/>
        <a:ext cx="693862" cy="217833"/>
      </dsp:txXfrm>
    </dsp:sp>
    <dsp:sp modelId="{2F79F4EE-99A1-4CEC-8FEE-C636AD274778}">
      <dsp:nvSpPr>
        <dsp:cNvPr id="0" name=""/>
        <dsp:cNvSpPr/>
      </dsp:nvSpPr>
      <dsp:spPr>
        <a:xfrm rot="5400000">
          <a:off x="1838416" y="-486585"/>
          <a:ext cx="592601" cy="2972907"/>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smtClean="0">
              <a:latin typeface="Segoe UI" panose="020B0502040204020203" pitchFamily="34" charset="0"/>
              <a:cs typeface="Segoe UI" panose="020B0502040204020203" pitchFamily="34" charset="0"/>
            </a:rPr>
            <a:t>Coverage Limits and Rating Factors</a:t>
          </a:r>
          <a:endParaRPr lang="en-US" sz="1600" kern="1200" dirty="0">
            <a:latin typeface="Segoe UI" panose="020B0502040204020203" pitchFamily="34" charset="0"/>
            <a:cs typeface="Segoe UI" panose="020B0502040204020203" pitchFamily="34" charset="0"/>
          </a:endParaRPr>
        </a:p>
      </dsp:txBody>
      <dsp:txXfrm rot="-5400000">
        <a:off x="648263" y="732496"/>
        <a:ext cx="2943979" cy="534745"/>
      </dsp:txXfrm>
    </dsp:sp>
    <dsp:sp modelId="{3196A1B1-B062-4292-A00B-1AF4EFB306CF}">
      <dsp:nvSpPr>
        <dsp:cNvPr id="0" name=""/>
        <dsp:cNvSpPr/>
      </dsp:nvSpPr>
      <dsp:spPr>
        <a:xfrm rot="5400000">
          <a:off x="-139555" y="1526444"/>
          <a:ext cx="911695" cy="668104"/>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1738700"/>
        <a:ext cx="668104" cy="243591"/>
      </dsp:txXfrm>
    </dsp:sp>
    <dsp:sp modelId="{AD927985-2E20-4855-8300-EF608B954011}">
      <dsp:nvSpPr>
        <dsp:cNvPr id="0" name=""/>
        <dsp:cNvSpPr/>
      </dsp:nvSpPr>
      <dsp:spPr>
        <a:xfrm rot="5400000">
          <a:off x="1825537" y="214496"/>
          <a:ext cx="592601" cy="2972907"/>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Forms</a:t>
          </a:r>
          <a:endParaRPr lang="en-US" sz="1600" kern="1200" dirty="0">
            <a:latin typeface="Segoe UI" panose="020B0502040204020203" pitchFamily="34" charset="0"/>
            <a:cs typeface="Segoe UI" panose="020B0502040204020203" pitchFamily="34" charset="0"/>
          </a:endParaRPr>
        </a:p>
      </dsp:txBody>
      <dsp:txXfrm rot="-5400000">
        <a:off x="635384" y="1433577"/>
        <a:ext cx="2943979" cy="534745"/>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40819" y="14326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331024"/>
        <a:ext cx="657157" cy="281639"/>
      </dsp:txXfrm>
    </dsp:sp>
    <dsp:sp modelId="{5DF62DFD-4FA4-479D-BACA-0B5672D793AE}">
      <dsp:nvSpPr>
        <dsp:cNvPr id="0" name=""/>
        <dsp:cNvSpPr/>
      </dsp:nvSpPr>
      <dsp:spPr>
        <a:xfrm rot="5400000">
          <a:off x="1829016" y="-1169414"/>
          <a:ext cx="610217" cy="2953936"/>
        </a:xfrm>
        <a:prstGeom prst="round2SameRect">
          <a:avLst/>
        </a:prstGeom>
        <a:no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Overview</a:t>
          </a:r>
          <a:endParaRPr lang="en-US" sz="1600" kern="1200" dirty="0">
            <a:latin typeface="Segoe UI" panose="020B0502040204020203" pitchFamily="34" charset="0"/>
            <a:cs typeface="Segoe UI" panose="020B0502040204020203" pitchFamily="34" charset="0"/>
          </a:endParaRPr>
        </a:p>
      </dsp:txBody>
      <dsp:txXfrm rot="-5400000">
        <a:off x="657157" y="32233"/>
        <a:ext cx="2924148" cy="550641"/>
      </dsp:txXfrm>
    </dsp:sp>
    <dsp:sp modelId="{CA3CA37D-96A6-40F5-8283-7F5E5E75CC28}">
      <dsp:nvSpPr>
        <dsp:cNvPr id="0" name=""/>
        <dsp:cNvSpPr/>
      </dsp:nvSpPr>
      <dsp:spPr>
        <a:xfrm rot="5400000">
          <a:off x="-140819" y="87275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 y="1060514"/>
        <a:ext cx="657157" cy="281639"/>
      </dsp:txXfrm>
    </dsp:sp>
    <dsp:sp modelId="{2F79F4EE-99A1-4CEC-8FEE-C636AD274778}">
      <dsp:nvSpPr>
        <dsp:cNvPr id="0" name=""/>
        <dsp:cNvSpPr/>
      </dsp:nvSpPr>
      <dsp:spPr>
        <a:xfrm rot="5400000">
          <a:off x="1829016" y="-439924"/>
          <a:ext cx="610217" cy="295393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Loss Exposures</a:t>
          </a:r>
          <a:endParaRPr lang="en-US" sz="1600" kern="1200" dirty="0">
            <a:latin typeface="Segoe UI" panose="020B0502040204020203" pitchFamily="34" charset="0"/>
            <a:cs typeface="Segoe UI" panose="020B0502040204020203" pitchFamily="34" charset="0"/>
          </a:endParaRPr>
        </a:p>
      </dsp:txBody>
      <dsp:txXfrm rot="-5400000">
        <a:off x="657157" y="761723"/>
        <a:ext cx="2924148" cy="550641"/>
      </dsp:txXfrm>
    </dsp:sp>
    <dsp:sp modelId="{3196A1B1-B062-4292-A00B-1AF4EFB306CF}">
      <dsp:nvSpPr>
        <dsp:cNvPr id="0" name=""/>
        <dsp:cNvSpPr/>
      </dsp:nvSpPr>
      <dsp:spPr>
        <a:xfrm rot="5400000">
          <a:off x="-140819" y="1602244"/>
          <a:ext cx="938796" cy="65715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ln>
              <a:noFill/>
            </a:ln>
            <a:noFill/>
            <a:latin typeface="Segoe UI" panose="020B0502040204020203" pitchFamily="34" charset="0"/>
            <a:cs typeface="Segoe UI" panose="020B0502040204020203" pitchFamily="34" charset="0"/>
          </a:endParaRPr>
        </a:p>
      </dsp:txBody>
      <dsp:txXfrm rot="-5400000">
        <a:off x="1" y="1790004"/>
        <a:ext cx="657157" cy="281639"/>
      </dsp:txXfrm>
    </dsp:sp>
    <dsp:sp modelId="{AD927985-2E20-4855-8300-EF608B954011}">
      <dsp:nvSpPr>
        <dsp:cNvPr id="0" name=""/>
        <dsp:cNvSpPr/>
      </dsp:nvSpPr>
      <dsp:spPr>
        <a:xfrm rot="5400000">
          <a:off x="1872083" y="289565"/>
          <a:ext cx="524085" cy="295393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Commercial Property coverage part</a:t>
          </a:r>
          <a:endParaRPr lang="en-US" sz="1600" kern="1200" dirty="0">
            <a:latin typeface="Segoe UI" panose="020B0502040204020203" pitchFamily="34" charset="0"/>
            <a:cs typeface="Segoe UI" panose="020B0502040204020203" pitchFamily="34" charset="0"/>
          </a:endParaRPr>
        </a:p>
      </dsp:txBody>
      <dsp:txXfrm rot="-5400000">
        <a:off x="657158" y="1530074"/>
        <a:ext cx="2928352" cy="472917"/>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8993" y="103718"/>
          <a:ext cx="911695" cy="709229"/>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357100"/>
        <a:ext cx="709229" cy="202466"/>
      </dsp:txXfrm>
    </dsp:sp>
    <dsp:sp modelId="{5DF62DFD-4FA4-479D-BACA-0B5672D793AE}">
      <dsp:nvSpPr>
        <dsp:cNvPr id="0" name=""/>
        <dsp:cNvSpPr/>
      </dsp:nvSpPr>
      <dsp:spPr>
        <a:xfrm rot="5400000">
          <a:off x="1846100" y="-1187667"/>
          <a:ext cx="592601" cy="2972907"/>
        </a:xfrm>
        <a:prstGeom prst="round2SameRect">
          <a:avLst/>
        </a:prstGeom>
        <a:no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Coverages/ Additional Coverages</a:t>
          </a:r>
          <a:endParaRPr lang="en-US" sz="1600" kern="1200" dirty="0">
            <a:latin typeface="Segoe UI" panose="020B0502040204020203" pitchFamily="34" charset="0"/>
            <a:cs typeface="Segoe UI" panose="020B0502040204020203" pitchFamily="34" charset="0"/>
          </a:endParaRPr>
        </a:p>
      </dsp:txBody>
      <dsp:txXfrm rot="-5400000">
        <a:off x="655947" y="31414"/>
        <a:ext cx="2943979" cy="534745"/>
      </dsp:txXfrm>
    </dsp:sp>
    <dsp:sp modelId="{CA3CA37D-96A6-40F5-8283-7F5E5E75CC28}">
      <dsp:nvSpPr>
        <dsp:cNvPr id="0" name=""/>
        <dsp:cNvSpPr/>
      </dsp:nvSpPr>
      <dsp:spPr>
        <a:xfrm rot="5400000">
          <a:off x="-126677" y="812483"/>
          <a:ext cx="911695" cy="693862"/>
        </a:xfrm>
        <a:prstGeom prst="chevron">
          <a:avLst/>
        </a:prstGeom>
        <a:solidFill>
          <a:schemeClr val="accent1">
            <a:lumMod val="75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60" y="1050497"/>
        <a:ext cx="693862" cy="217833"/>
      </dsp:txXfrm>
    </dsp:sp>
    <dsp:sp modelId="{2F79F4EE-99A1-4CEC-8FEE-C636AD274778}">
      <dsp:nvSpPr>
        <dsp:cNvPr id="0" name=""/>
        <dsp:cNvSpPr/>
      </dsp:nvSpPr>
      <dsp:spPr>
        <a:xfrm rot="5400000">
          <a:off x="1838416" y="-486585"/>
          <a:ext cx="592601" cy="2972907"/>
        </a:xfrm>
        <a:prstGeom prst="round2SameRect">
          <a:avLst/>
        </a:prstGeom>
        <a:no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Coverage Limits and Rating Factors</a:t>
          </a:r>
          <a:endParaRPr lang="en-US" sz="1600" kern="1200" dirty="0">
            <a:latin typeface="Segoe UI" panose="020B0502040204020203" pitchFamily="34" charset="0"/>
            <a:cs typeface="Segoe UI" panose="020B0502040204020203" pitchFamily="34" charset="0"/>
          </a:endParaRPr>
        </a:p>
      </dsp:txBody>
      <dsp:txXfrm rot="-5400000">
        <a:off x="648263" y="732496"/>
        <a:ext cx="2943979" cy="534745"/>
      </dsp:txXfrm>
    </dsp:sp>
    <dsp:sp modelId="{3196A1B1-B062-4292-A00B-1AF4EFB306CF}">
      <dsp:nvSpPr>
        <dsp:cNvPr id="0" name=""/>
        <dsp:cNvSpPr/>
      </dsp:nvSpPr>
      <dsp:spPr>
        <a:xfrm rot="5400000">
          <a:off x="-139555" y="1526444"/>
          <a:ext cx="911695" cy="668104"/>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noFill/>
            <a:latin typeface="Segoe UI" panose="020B0502040204020203" pitchFamily="34" charset="0"/>
            <a:cs typeface="Segoe UI" panose="020B0502040204020203" pitchFamily="34" charset="0"/>
          </a:endParaRPr>
        </a:p>
      </dsp:txBody>
      <dsp:txXfrm rot="-5400000">
        <a:off x="-17759" y="1738700"/>
        <a:ext cx="668104" cy="243591"/>
      </dsp:txXfrm>
    </dsp:sp>
    <dsp:sp modelId="{AD927985-2E20-4855-8300-EF608B954011}">
      <dsp:nvSpPr>
        <dsp:cNvPr id="0" name=""/>
        <dsp:cNvSpPr/>
      </dsp:nvSpPr>
      <dsp:spPr>
        <a:xfrm rot="5400000">
          <a:off x="1825537" y="214496"/>
          <a:ext cx="592601" cy="2972907"/>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Segoe UI" panose="020B0502040204020203" pitchFamily="34" charset="0"/>
              <a:cs typeface="Segoe UI" panose="020B0502040204020203" pitchFamily="34" charset="0"/>
            </a:rPr>
            <a:t>Forms</a:t>
          </a:r>
          <a:endParaRPr lang="en-US" sz="1600" kern="1200" dirty="0">
            <a:latin typeface="Segoe UI" panose="020B0502040204020203" pitchFamily="34" charset="0"/>
            <a:cs typeface="Segoe UI" panose="020B0502040204020203" pitchFamily="34" charset="0"/>
          </a:endParaRPr>
        </a:p>
      </dsp:txBody>
      <dsp:txXfrm rot="-5400000">
        <a:off x="635384" y="1433577"/>
        <a:ext cx="2943979" cy="534745"/>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C6F6F8-1AC0-4D01-BEA1-308F81A1BEC2}" type="datetimeFigureOut">
              <a:rPr lang="en-US" smtClean="0"/>
              <a:t>3/28/2019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A57691-B56D-4694-A91B-D15F3ED3C037}" type="slidenum">
              <a:rPr lang="en-US" smtClean="0"/>
              <a:t>‹#›</a:t>
            </a:fld>
            <a:endParaRPr lang="en-US"/>
          </a:p>
        </p:txBody>
      </p:sp>
    </p:spTree>
    <p:extLst>
      <p:ext uri="{BB962C8B-B14F-4D97-AF65-F5344CB8AC3E}">
        <p14:creationId xmlns:p14="http://schemas.microsoft.com/office/powerpoint/2010/main" val="1344751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https://howmuch.net/costs/general-liability-insurance</a:t>
            </a:r>
            <a:endParaRPr lang="en-US" dirty="0"/>
          </a:p>
        </p:txBody>
      </p:sp>
      <p:sp>
        <p:nvSpPr>
          <p:cNvPr id="4" name="Slide Number Placeholder 3"/>
          <p:cNvSpPr>
            <a:spLocks noGrp="1"/>
          </p:cNvSpPr>
          <p:nvPr>
            <p:ph type="sldNum" sz="quarter" idx="10"/>
          </p:nvPr>
        </p:nvSpPr>
        <p:spPr/>
        <p:txBody>
          <a:bodyPr/>
          <a:lstStyle/>
          <a:p>
            <a:fld id="{B7A57691-B56D-4694-A91B-D15F3ED3C037}" type="slidenum">
              <a:rPr lang="en-US" smtClean="0"/>
              <a:t>3</a:t>
            </a:fld>
            <a:endParaRPr lang="en-US"/>
          </a:p>
        </p:txBody>
      </p:sp>
    </p:spTree>
    <p:extLst>
      <p:ext uri="{BB962C8B-B14F-4D97-AF65-F5344CB8AC3E}">
        <p14:creationId xmlns:p14="http://schemas.microsoft.com/office/powerpoint/2010/main" val="344070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Liquor liability - https://howmuch.net/costs/liquor-liability</a:t>
            </a:r>
          </a:p>
          <a:p>
            <a:r>
              <a:rPr lang="en-US" dirty="0" smtClean="0"/>
              <a:t>Product liability - https://howmuch.net/costs/product-liability-insurance</a:t>
            </a:r>
          </a:p>
          <a:p>
            <a:r>
              <a:rPr lang="en-US" dirty="0" smtClean="0"/>
              <a:t>E&amp;O - https://howmuch.net/costs/errors-and-omissions</a:t>
            </a:r>
          </a:p>
          <a:p>
            <a:r>
              <a:rPr lang="en-US" dirty="0" smtClean="0"/>
              <a:t>D&amp;O - https://howmuch.net/costs/directors-and-officers-insurance</a:t>
            </a:r>
          </a:p>
          <a:p>
            <a:r>
              <a:rPr lang="en-US" dirty="0" smtClean="0"/>
              <a:t>Cyber liability - https://howmuch.net/costs/cyber-liability</a:t>
            </a:r>
            <a:endParaRPr lang="en-US" dirty="0"/>
          </a:p>
        </p:txBody>
      </p:sp>
      <p:sp>
        <p:nvSpPr>
          <p:cNvPr id="4" name="Slide Number Placeholder 3"/>
          <p:cNvSpPr>
            <a:spLocks noGrp="1"/>
          </p:cNvSpPr>
          <p:nvPr>
            <p:ph type="sldNum" sz="quarter" idx="10"/>
          </p:nvPr>
        </p:nvSpPr>
        <p:spPr/>
        <p:txBody>
          <a:bodyPr/>
          <a:lstStyle/>
          <a:p>
            <a:fld id="{B7A57691-B56D-4694-A91B-D15F3ED3C037}" type="slidenum">
              <a:rPr lang="en-US" smtClean="0"/>
              <a:t>7</a:t>
            </a:fld>
            <a:endParaRPr lang="en-US"/>
          </a:p>
        </p:txBody>
      </p:sp>
    </p:spTree>
    <p:extLst>
      <p:ext uri="{BB962C8B-B14F-4D97-AF65-F5344CB8AC3E}">
        <p14:creationId xmlns:p14="http://schemas.microsoft.com/office/powerpoint/2010/main" val="3298678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529491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1712084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1892865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A57FDC6-F59E-4632-8367-1ACF8DB7596C}" type="datetimeFigureOut">
              <a:rPr lang="en-US" smtClean="0"/>
              <a:t>3/28/2019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634795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A57FDC6-F59E-4632-8367-1ACF8DB7596C}" type="datetimeFigureOut">
              <a:rPr lang="en-US" smtClean="0"/>
              <a:t>3/28/2019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48703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A57FDC6-F59E-4632-8367-1ACF8DB7596C}" type="datetimeFigureOut">
              <a:rPr lang="en-US" smtClean="0"/>
              <a:t>3/28/2019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885282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57FDC6-F59E-4632-8367-1ACF8DB7596C}" type="datetimeFigureOut">
              <a:rPr lang="en-US" smtClean="0"/>
              <a:t>3/28/2019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30482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57FDC6-F59E-4632-8367-1ACF8DB7596C}" type="datetimeFigureOut">
              <a:rPr lang="en-US" smtClean="0"/>
              <a:t>3/28/2019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3858063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57FDC6-F59E-4632-8367-1ACF8DB7596C}" type="datetimeFigureOut">
              <a:rPr lang="en-US" smtClean="0"/>
              <a:t>3/28/2019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3578773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788709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4165847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305821"/>
      </p:ext>
    </p:extLst>
  </p:cSld>
  <p:clrMapOvr>
    <a:masterClrMapping/>
  </p:clrMapOvr>
  <p:transition>
    <p:fade thruBlk="1"/>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4" name="TextBox 3"/>
          <p:cNvSpPr txBox="1"/>
          <p:nvPr userDrawn="1"/>
        </p:nvSpPr>
        <p:spPr>
          <a:xfrm>
            <a:off x="11371554" y="6363129"/>
            <a:ext cx="608274" cy="364439"/>
          </a:xfrm>
          <a:prstGeom prst="rect">
            <a:avLst/>
          </a:prstGeom>
          <a:noFill/>
        </p:spPr>
        <p:txBody>
          <a:bodyPr wrap="square" rtlCol="0">
            <a:spAutoFit/>
          </a:bodyPr>
          <a:lstStyle/>
          <a:p>
            <a:fld id="{65B66DB6-D71E-4B3E-9AE0-4919FDE04E8D}" type="slidenum">
              <a:rPr lang="en-US" sz="1776" smtClean="0">
                <a:solidFill>
                  <a:schemeClr val="tx1"/>
                </a:solidFill>
              </a:rPr>
              <a:t>‹#›</a:t>
            </a:fld>
            <a:endParaRPr lang="en-US" sz="1776" dirty="0">
              <a:solidFill>
                <a:schemeClr val="tx1"/>
              </a:solidFill>
            </a:endParaRP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2468" y="195809"/>
            <a:ext cx="1227358" cy="1083176"/>
          </a:xfrm>
          <a:prstGeom prst="rect">
            <a:avLst/>
          </a:prstGeom>
        </p:spPr>
      </p:pic>
    </p:spTree>
    <p:extLst>
      <p:ext uri="{BB962C8B-B14F-4D97-AF65-F5344CB8AC3E}">
        <p14:creationId xmlns:p14="http://schemas.microsoft.com/office/powerpoint/2010/main" val="2625624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57FDC6-F59E-4632-8367-1ACF8DB7596C}" type="datetimeFigureOut">
              <a:rPr lang="en-US" smtClean="0"/>
              <a:t>3/28/2019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CE6AAB-77F3-4DB9-8673-65DEA91D1CFB}" type="slidenum">
              <a:rPr lang="en-US" smtClean="0"/>
              <a:t>‹#›</a:t>
            </a:fld>
            <a:endParaRPr lang="en-US"/>
          </a:p>
        </p:txBody>
      </p:sp>
    </p:spTree>
    <p:extLst>
      <p:ext uri="{BB962C8B-B14F-4D97-AF65-F5344CB8AC3E}">
        <p14:creationId xmlns:p14="http://schemas.microsoft.com/office/powerpoint/2010/main" val="4286025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3.png"/><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4.xml"/><Relationship Id="rId13" Type="http://schemas.openxmlformats.org/officeDocument/2006/relationships/diagramData" Target="../diagrams/data5.xml"/><Relationship Id="rId18" Type="http://schemas.openxmlformats.org/officeDocument/2006/relationships/image" Target="../media/image4.png"/><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17" Type="http://schemas.microsoft.com/office/2007/relationships/diagramDrawing" Target="../diagrams/drawing5.xml"/><Relationship Id="rId2" Type="http://schemas.openxmlformats.org/officeDocument/2006/relationships/image" Target="../media/image3.png"/><Relationship Id="rId16" Type="http://schemas.openxmlformats.org/officeDocument/2006/relationships/diagramColors" Target="../diagrams/colors5.xml"/><Relationship Id="rId1" Type="http://schemas.openxmlformats.org/officeDocument/2006/relationships/slideLayout" Target="../slideLayouts/slideLayout13.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5" Type="http://schemas.openxmlformats.org/officeDocument/2006/relationships/diagramQuickStyle" Target="../diagrams/quickStyle5.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 Id="rId14" Type="http://schemas.openxmlformats.org/officeDocument/2006/relationships/diagramLayout" Target="../diagrams/layout5.xml"/></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7.xml"/><Relationship Id="rId13" Type="http://schemas.openxmlformats.org/officeDocument/2006/relationships/diagramData" Target="../diagrams/data8.xml"/><Relationship Id="rId3" Type="http://schemas.openxmlformats.org/officeDocument/2006/relationships/diagramData" Target="../diagrams/data6.xml"/><Relationship Id="rId7" Type="http://schemas.microsoft.com/office/2007/relationships/diagramDrawing" Target="../diagrams/drawing6.xml"/><Relationship Id="rId12" Type="http://schemas.microsoft.com/office/2007/relationships/diagramDrawing" Target="../diagrams/drawing7.xml"/><Relationship Id="rId17" Type="http://schemas.microsoft.com/office/2007/relationships/diagramDrawing" Target="../diagrams/drawing8.xml"/><Relationship Id="rId2" Type="http://schemas.openxmlformats.org/officeDocument/2006/relationships/image" Target="../media/image3.png"/><Relationship Id="rId16" Type="http://schemas.openxmlformats.org/officeDocument/2006/relationships/diagramColors" Target="../diagrams/colors8.xml"/><Relationship Id="rId1" Type="http://schemas.openxmlformats.org/officeDocument/2006/relationships/slideLayout" Target="../slideLayouts/slideLayout13.xml"/><Relationship Id="rId6" Type="http://schemas.openxmlformats.org/officeDocument/2006/relationships/diagramColors" Target="../diagrams/colors6.xml"/><Relationship Id="rId11" Type="http://schemas.openxmlformats.org/officeDocument/2006/relationships/diagramColors" Target="../diagrams/colors7.xml"/><Relationship Id="rId5" Type="http://schemas.openxmlformats.org/officeDocument/2006/relationships/diagramQuickStyle" Target="../diagrams/quickStyle6.xml"/><Relationship Id="rId15" Type="http://schemas.openxmlformats.org/officeDocument/2006/relationships/diagramQuickStyle" Target="../diagrams/quickStyle8.xml"/><Relationship Id="rId10" Type="http://schemas.openxmlformats.org/officeDocument/2006/relationships/diagramQuickStyle" Target="../diagrams/quickStyle7.xml"/><Relationship Id="rId4" Type="http://schemas.openxmlformats.org/officeDocument/2006/relationships/diagramLayout" Target="../diagrams/layout6.xml"/><Relationship Id="rId9" Type="http://schemas.openxmlformats.org/officeDocument/2006/relationships/diagramLayout" Target="../diagrams/layout7.xml"/><Relationship Id="rId14" Type="http://schemas.openxmlformats.org/officeDocument/2006/relationships/diagramLayout" Target="../diagrams/layout8.xml"/></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10.xml"/><Relationship Id="rId13" Type="http://schemas.openxmlformats.org/officeDocument/2006/relationships/diagramData" Target="../diagrams/data11.xml"/><Relationship Id="rId3" Type="http://schemas.openxmlformats.org/officeDocument/2006/relationships/diagramData" Target="../diagrams/data9.xml"/><Relationship Id="rId7" Type="http://schemas.microsoft.com/office/2007/relationships/diagramDrawing" Target="../diagrams/drawing9.xml"/><Relationship Id="rId12" Type="http://schemas.microsoft.com/office/2007/relationships/diagramDrawing" Target="../diagrams/drawing10.xml"/><Relationship Id="rId17" Type="http://schemas.microsoft.com/office/2007/relationships/diagramDrawing" Target="../diagrams/drawing11.xml"/><Relationship Id="rId2" Type="http://schemas.openxmlformats.org/officeDocument/2006/relationships/image" Target="../media/image3.png"/><Relationship Id="rId16" Type="http://schemas.openxmlformats.org/officeDocument/2006/relationships/diagramColors" Target="../diagrams/colors11.xml"/><Relationship Id="rId1" Type="http://schemas.openxmlformats.org/officeDocument/2006/relationships/slideLayout" Target="../slideLayouts/slideLayout13.xml"/><Relationship Id="rId6" Type="http://schemas.openxmlformats.org/officeDocument/2006/relationships/diagramColors" Target="../diagrams/colors9.xml"/><Relationship Id="rId11" Type="http://schemas.openxmlformats.org/officeDocument/2006/relationships/diagramColors" Target="../diagrams/colors10.xml"/><Relationship Id="rId5" Type="http://schemas.openxmlformats.org/officeDocument/2006/relationships/diagramQuickStyle" Target="../diagrams/quickStyle9.xml"/><Relationship Id="rId15" Type="http://schemas.openxmlformats.org/officeDocument/2006/relationships/diagramQuickStyle" Target="../diagrams/quickStyle11.xml"/><Relationship Id="rId10" Type="http://schemas.openxmlformats.org/officeDocument/2006/relationships/diagramQuickStyle" Target="../diagrams/quickStyle10.xml"/><Relationship Id="rId4" Type="http://schemas.openxmlformats.org/officeDocument/2006/relationships/diagramLayout" Target="../diagrams/layout9.xml"/><Relationship Id="rId9" Type="http://schemas.openxmlformats.org/officeDocument/2006/relationships/diagramLayout" Target="../diagrams/layout10.xml"/><Relationship Id="rId14" Type="http://schemas.openxmlformats.org/officeDocument/2006/relationships/diagramLayout" Target="../diagrams/layout11.xml"/></Relationships>
</file>

<file path=ppt/slides/_rels/slide7.xml.rels><?xml version="1.0" encoding="UTF-8" standalone="yes"?>
<Relationships xmlns="http://schemas.openxmlformats.org/package/2006/relationships"><Relationship Id="rId8" Type="http://schemas.microsoft.com/office/2007/relationships/diagramDrawing" Target="../diagrams/drawing12.xml"/><Relationship Id="rId13" Type="http://schemas.microsoft.com/office/2007/relationships/diagramDrawing" Target="../diagrams/drawing13.xml"/><Relationship Id="rId18" Type="http://schemas.microsoft.com/office/2007/relationships/diagramDrawing" Target="../diagrams/drawing14.xml"/><Relationship Id="rId3" Type="http://schemas.openxmlformats.org/officeDocument/2006/relationships/image" Target="../media/image3.png"/><Relationship Id="rId7" Type="http://schemas.openxmlformats.org/officeDocument/2006/relationships/diagramColors" Target="../diagrams/colors12.xml"/><Relationship Id="rId12" Type="http://schemas.openxmlformats.org/officeDocument/2006/relationships/diagramColors" Target="../diagrams/colors13.xml"/><Relationship Id="rId17" Type="http://schemas.openxmlformats.org/officeDocument/2006/relationships/diagramColors" Target="../diagrams/colors14.xml"/><Relationship Id="rId2" Type="http://schemas.openxmlformats.org/officeDocument/2006/relationships/notesSlide" Target="../notesSlides/notesSlide2.xml"/><Relationship Id="rId16" Type="http://schemas.openxmlformats.org/officeDocument/2006/relationships/diagramQuickStyle" Target="../diagrams/quickStyle14.xml"/><Relationship Id="rId1" Type="http://schemas.openxmlformats.org/officeDocument/2006/relationships/slideLayout" Target="../slideLayouts/slideLayout13.xml"/><Relationship Id="rId6" Type="http://schemas.openxmlformats.org/officeDocument/2006/relationships/diagramQuickStyle" Target="../diagrams/quickStyle12.xml"/><Relationship Id="rId11" Type="http://schemas.openxmlformats.org/officeDocument/2006/relationships/diagramQuickStyle" Target="../diagrams/quickStyle13.xml"/><Relationship Id="rId5" Type="http://schemas.openxmlformats.org/officeDocument/2006/relationships/diagramLayout" Target="../diagrams/layout12.xml"/><Relationship Id="rId15" Type="http://schemas.openxmlformats.org/officeDocument/2006/relationships/diagramLayout" Target="../diagrams/layout14.xml"/><Relationship Id="rId10" Type="http://schemas.openxmlformats.org/officeDocument/2006/relationships/diagramLayout" Target="../diagrams/layout13.xml"/><Relationship Id="rId4" Type="http://schemas.openxmlformats.org/officeDocument/2006/relationships/diagramData" Target="../diagrams/data12.xml"/><Relationship Id="rId9" Type="http://schemas.openxmlformats.org/officeDocument/2006/relationships/diagramData" Target="../diagrams/data13.xml"/><Relationship Id="rId14" Type="http://schemas.openxmlformats.org/officeDocument/2006/relationships/diagramData" Target="../diagrams/data14.xml"/></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16.xml"/><Relationship Id="rId13" Type="http://schemas.openxmlformats.org/officeDocument/2006/relationships/diagramData" Target="../diagrams/data17.xml"/><Relationship Id="rId3" Type="http://schemas.openxmlformats.org/officeDocument/2006/relationships/diagramData" Target="../diagrams/data15.xml"/><Relationship Id="rId7" Type="http://schemas.microsoft.com/office/2007/relationships/diagramDrawing" Target="../diagrams/drawing15.xml"/><Relationship Id="rId12" Type="http://schemas.microsoft.com/office/2007/relationships/diagramDrawing" Target="../diagrams/drawing16.xml"/><Relationship Id="rId17" Type="http://schemas.microsoft.com/office/2007/relationships/diagramDrawing" Target="../diagrams/drawing17.xml"/><Relationship Id="rId2" Type="http://schemas.openxmlformats.org/officeDocument/2006/relationships/image" Target="../media/image3.png"/><Relationship Id="rId16" Type="http://schemas.openxmlformats.org/officeDocument/2006/relationships/diagramColors" Target="../diagrams/colors17.xml"/><Relationship Id="rId1" Type="http://schemas.openxmlformats.org/officeDocument/2006/relationships/slideLayout" Target="../slideLayouts/slideLayout13.xml"/><Relationship Id="rId6" Type="http://schemas.openxmlformats.org/officeDocument/2006/relationships/diagramColors" Target="../diagrams/colors15.xml"/><Relationship Id="rId11" Type="http://schemas.openxmlformats.org/officeDocument/2006/relationships/diagramColors" Target="../diagrams/colors16.xml"/><Relationship Id="rId5" Type="http://schemas.openxmlformats.org/officeDocument/2006/relationships/diagramQuickStyle" Target="../diagrams/quickStyle15.xml"/><Relationship Id="rId15" Type="http://schemas.openxmlformats.org/officeDocument/2006/relationships/diagramQuickStyle" Target="../diagrams/quickStyle17.xml"/><Relationship Id="rId10" Type="http://schemas.openxmlformats.org/officeDocument/2006/relationships/diagramQuickStyle" Target="../diagrams/quickStyle16.xml"/><Relationship Id="rId4" Type="http://schemas.openxmlformats.org/officeDocument/2006/relationships/diagramLayout" Target="../diagrams/layout15.xml"/><Relationship Id="rId9" Type="http://schemas.openxmlformats.org/officeDocument/2006/relationships/diagramLayout" Target="../diagrams/layout16.xml"/><Relationship Id="rId14" Type="http://schemas.openxmlformats.org/officeDocument/2006/relationships/diagramLayout" Target="../diagrams/layout17.xml"/></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19.xml"/><Relationship Id="rId13" Type="http://schemas.openxmlformats.org/officeDocument/2006/relationships/diagramData" Target="../diagrams/data20.xml"/><Relationship Id="rId3" Type="http://schemas.openxmlformats.org/officeDocument/2006/relationships/diagramData" Target="../diagrams/data18.xml"/><Relationship Id="rId7" Type="http://schemas.microsoft.com/office/2007/relationships/diagramDrawing" Target="../diagrams/drawing18.xml"/><Relationship Id="rId12" Type="http://schemas.microsoft.com/office/2007/relationships/diagramDrawing" Target="../diagrams/drawing19.xml"/><Relationship Id="rId17" Type="http://schemas.microsoft.com/office/2007/relationships/diagramDrawing" Target="../diagrams/drawing20.xml"/><Relationship Id="rId2" Type="http://schemas.openxmlformats.org/officeDocument/2006/relationships/image" Target="../media/image3.png"/><Relationship Id="rId16" Type="http://schemas.openxmlformats.org/officeDocument/2006/relationships/diagramColors" Target="../diagrams/colors20.xml"/><Relationship Id="rId1" Type="http://schemas.openxmlformats.org/officeDocument/2006/relationships/slideLayout" Target="../slideLayouts/slideLayout13.xml"/><Relationship Id="rId6" Type="http://schemas.openxmlformats.org/officeDocument/2006/relationships/diagramColors" Target="../diagrams/colors18.xml"/><Relationship Id="rId11" Type="http://schemas.openxmlformats.org/officeDocument/2006/relationships/diagramColors" Target="../diagrams/colors19.xml"/><Relationship Id="rId5" Type="http://schemas.openxmlformats.org/officeDocument/2006/relationships/diagramQuickStyle" Target="../diagrams/quickStyle18.xml"/><Relationship Id="rId15" Type="http://schemas.openxmlformats.org/officeDocument/2006/relationships/diagramQuickStyle" Target="../diagrams/quickStyle20.xml"/><Relationship Id="rId10" Type="http://schemas.openxmlformats.org/officeDocument/2006/relationships/diagramQuickStyle" Target="../diagrams/quickStyle19.xml"/><Relationship Id="rId4" Type="http://schemas.openxmlformats.org/officeDocument/2006/relationships/diagramLayout" Target="../diagrams/layout18.xml"/><Relationship Id="rId9" Type="http://schemas.openxmlformats.org/officeDocument/2006/relationships/diagramLayout" Target="../diagrams/layout19.xml"/><Relationship Id="rId14" Type="http://schemas.openxmlformats.org/officeDocument/2006/relationships/diagramLayout" Target="../diagrams/layout20.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22.xml"/><Relationship Id="rId13" Type="http://schemas.openxmlformats.org/officeDocument/2006/relationships/diagramData" Target="../diagrams/data23.xml"/><Relationship Id="rId3" Type="http://schemas.openxmlformats.org/officeDocument/2006/relationships/diagramData" Target="../diagrams/data21.xml"/><Relationship Id="rId7" Type="http://schemas.microsoft.com/office/2007/relationships/diagramDrawing" Target="../diagrams/drawing21.xml"/><Relationship Id="rId12" Type="http://schemas.microsoft.com/office/2007/relationships/diagramDrawing" Target="../diagrams/drawing22.xml"/><Relationship Id="rId17" Type="http://schemas.microsoft.com/office/2007/relationships/diagramDrawing" Target="../diagrams/drawing23.xml"/><Relationship Id="rId2" Type="http://schemas.openxmlformats.org/officeDocument/2006/relationships/image" Target="../media/image3.png"/><Relationship Id="rId16" Type="http://schemas.openxmlformats.org/officeDocument/2006/relationships/diagramColors" Target="../diagrams/colors23.xml"/><Relationship Id="rId1" Type="http://schemas.openxmlformats.org/officeDocument/2006/relationships/slideLayout" Target="../slideLayouts/slideLayout13.xml"/><Relationship Id="rId6" Type="http://schemas.openxmlformats.org/officeDocument/2006/relationships/diagramColors" Target="../diagrams/colors21.xml"/><Relationship Id="rId11" Type="http://schemas.openxmlformats.org/officeDocument/2006/relationships/diagramColors" Target="../diagrams/colors22.xml"/><Relationship Id="rId5" Type="http://schemas.openxmlformats.org/officeDocument/2006/relationships/diagramQuickStyle" Target="../diagrams/quickStyle21.xml"/><Relationship Id="rId15" Type="http://schemas.openxmlformats.org/officeDocument/2006/relationships/diagramQuickStyle" Target="../diagrams/quickStyle23.xml"/><Relationship Id="rId10" Type="http://schemas.openxmlformats.org/officeDocument/2006/relationships/diagramQuickStyle" Target="../diagrams/quickStyle22.xml"/><Relationship Id="rId4" Type="http://schemas.openxmlformats.org/officeDocument/2006/relationships/diagramLayout" Target="../diagrams/layout21.xml"/><Relationship Id="rId9" Type="http://schemas.openxmlformats.org/officeDocument/2006/relationships/diagramLayout" Target="../diagrams/layout22.xml"/><Relationship Id="rId14" Type="http://schemas.openxmlformats.org/officeDocument/2006/relationships/diagramLayout" Target="../diagrams/layout23.xml"/></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25.xml"/><Relationship Id="rId13" Type="http://schemas.openxmlformats.org/officeDocument/2006/relationships/diagramData" Target="../diagrams/data26.xml"/><Relationship Id="rId3" Type="http://schemas.openxmlformats.org/officeDocument/2006/relationships/diagramData" Target="../diagrams/data24.xml"/><Relationship Id="rId7" Type="http://schemas.microsoft.com/office/2007/relationships/diagramDrawing" Target="../diagrams/drawing24.xml"/><Relationship Id="rId12" Type="http://schemas.microsoft.com/office/2007/relationships/diagramDrawing" Target="../diagrams/drawing25.xml"/><Relationship Id="rId17" Type="http://schemas.microsoft.com/office/2007/relationships/diagramDrawing" Target="../diagrams/drawing26.xml"/><Relationship Id="rId2" Type="http://schemas.openxmlformats.org/officeDocument/2006/relationships/image" Target="../media/image3.png"/><Relationship Id="rId16" Type="http://schemas.openxmlformats.org/officeDocument/2006/relationships/diagramColors" Target="../diagrams/colors26.xml"/><Relationship Id="rId1" Type="http://schemas.openxmlformats.org/officeDocument/2006/relationships/slideLayout" Target="../slideLayouts/slideLayout13.xml"/><Relationship Id="rId6" Type="http://schemas.openxmlformats.org/officeDocument/2006/relationships/diagramColors" Target="../diagrams/colors24.xml"/><Relationship Id="rId11" Type="http://schemas.openxmlformats.org/officeDocument/2006/relationships/diagramColors" Target="../diagrams/colors25.xml"/><Relationship Id="rId5" Type="http://schemas.openxmlformats.org/officeDocument/2006/relationships/diagramQuickStyle" Target="../diagrams/quickStyle24.xml"/><Relationship Id="rId15" Type="http://schemas.openxmlformats.org/officeDocument/2006/relationships/diagramQuickStyle" Target="../diagrams/quickStyle26.xml"/><Relationship Id="rId10" Type="http://schemas.openxmlformats.org/officeDocument/2006/relationships/diagramQuickStyle" Target="../diagrams/quickStyle25.xml"/><Relationship Id="rId4" Type="http://schemas.openxmlformats.org/officeDocument/2006/relationships/diagramLayout" Target="../diagrams/layout24.xml"/><Relationship Id="rId9" Type="http://schemas.openxmlformats.org/officeDocument/2006/relationships/diagramLayout" Target="../diagrams/layout25.xml"/><Relationship Id="rId14" Type="http://schemas.openxmlformats.org/officeDocument/2006/relationships/diagramLayout" Target="../diagrams/layout26.xml"/></Relationships>
</file>

<file path=ppt/slides/_rels/slide12.xml.rels><?xml version="1.0" encoding="UTF-8" standalone="yes"?>
<Relationships xmlns="http://schemas.openxmlformats.org/package/2006/relationships"><Relationship Id="rId8" Type="http://schemas.microsoft.com/office/2007/relationships/diagramDrawing" Target="../diagrams/drawing27.xml"/><Relationship Id="rId13" Type="http://schemas.microsoft.com/office/2007/relationships/diagramDrawing" Target="../diagrams/drawing28.xml"/><Relationship Id="rId18" Type="http://schemas.microsoft.com/office/2007/relationships/diagramDrawing" Target="../diagrams/drawing29.xml"/><Relationship Id="rId3" Type="http://schemas.openxmlformats.org/officeDocument/2006/relationships/image" Target="../media/image3.png"/><Relationship Id="rId7" Type="http://schemas.openxmlformats.org/officeDocument/2006/relationships/diagramColors" Target="../diagrams/colors27.xml"/><Relationship Id="rId12" Type="http://schemas.openxmlformats.org/officeDocument/2006/relationships/diagramColors" Target="../diagrams/colors28.xml"/><Relationship Id="rId17" Type="http://schemas.openxmlformats.org/officeDocument/2006/relationships/diagramColors" Target="../diagrams/colors29.xml"/><Relationship Id="rId2" Type="http://schemas.openxmlformats.org/officeDocument/2006/relationships/slideLayout" Target="../slideLayouts/slideLayout13.xml"/><Relationship Id="rId16" Type="http://schemas.openxmlformats.org/officeDocument/2006/relationships/diagramQuickStyle" Target="../diagrams/quickStyle29.xml"/><Relationship Id="rId20" Type="http://schemas.openxmlformats.org/officeDocument/2006/relationships/image" Target="../media/image5.wmf"/><Relationship Id="rId1" Type="http://schemas.openxmlformats.org/officeDocument/2006/relationships/vmlDrawing" Target="../drawings/vmlDrawing1.vml"/><Relationship Id="rId6" Type="http://schemas.openxmlformats.org/officeDocument/2006/relationships/diagramQuickStyle" Target="../diagrams/quickStyle27.xml"/><Relationship Id="rId11" Type="http://schemas.openxmlformats.org/officeDocument/2006/relationships/diagramQuickStyle" Target="../diagrams/quickStyle28.xml"/><Relationship Id="rId5" Type="http://schemas.openxmlformats.org/officeDocument/2006/relationships/diagramLayout" Target="../diagrams/layout27.xml"/><Relationship Id="rId15" Type="http://schemas.openxmlformats.org/officeDocument/2006/relationships/diagramLayout" Target="../diagrams/layout29.xml"/><Relationship Id="rId10" Type="http://schemas.openxmlformats.org/officeDocument/2006/relationships/diagramLayout" Target="../diagrams/layout28.xml"/><Relationship Id="rId19" Type="http://schemas.openxmlformats.org/officeDocument/2006/relationships/oleObject" Target="../embeddings/oleObject1.bin"/><Relationship Id="rId4" Type="http://schemas.openxmlformats.org/officeDocument/2006/relationships/diagramData" Target="../diagrams/data27.xml"/><Relationship Id="rId9" Type="http://schemas.openxmlformats.org/officeDocument/2006/relationships/diagramData" Target="../diagrams/data28.xml"/><Relationship Id="rId14" Type="http://schemas.openxmlformats.org/officeDocument/2006/relationships/diagramData" Target="../diagrams/data29.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41047" y="1398856"/>
            <a:ext cx="4342251" cy="3835655"/>
          </a:xfrm>
          <a:prstGeom prst="rect">
            <a:avLst/>
          </a:prstGeom>
        </p:spPr>
      </p:pic>
      <p:sp>
        <p:nvSpPr>
          <p:cNvPr id="2" name="Rectangle 1"/>
          <p:cNvSpPr/>
          <p:nvPr/>
        </p:nvSpPr>
        <p:spPr>
          <a:xfrm>
            <a:off x="3052293" y="5562531"/>
            <a:ext cx="6825803" cy="1169551"/>
          </a:xfrm>
          <a:prstGeom prst="rect">
            <a:avLst/>
          </a:prstGeom>
        </p:spPr>
        <p:txBody>
          <a:bodyPr wrap="square">
            <a:spAutoFit/>
          </a:bodyPr>
          <a:lstStyle/>
          <a:p>
            <a:pPr algn="ctr"/>
            <a:r>
              <a:rPr lang="en-US" sz="3500" dirty="0">
                <a:latin typeface="Segoe UI Semibold" panose="020B0702040204020203" pitchFamily="34" charset="0"/>
                <a:cs typeface="Segoe UI Semibold" panose="020B0702040204020203" pitchFamily="34" charset="0"/>
              </a:rPr>
              <a:t>Commercial </a:t>
            </a:r>
            <a:r>
              <a:rPr lang="en-US" sz="3500" dirty="0" smtClean="0">
                <a:latin typeface="Segoe UI Semibold" panose="020B0702040204020203" pitchFamily="34" charset="0"/>
                <a:cs typeface="Segoe UI Semibold" panose="020B0702040204020203" pitchFamily="34" charset="0"/>
              </a:rPr>
              <a:t>General Liability Insurance</a:t>
            </a:r>
            <a:endParaRPr lang="en-US" sz="3500" dirty="0">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248196187"/>
      </p:ext>
    </p:extLst>
  </p:cSld>
  <p:clrMapOvr>
    <a:masterClrMapping/>
  </p:clrMapOvr>
  <p:transition>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
        <p:nvSpPr>
          <p:cNvPr id="8" name="TextBox 7"/>
          <p:cNvSpPr txBox="1"/>
          <p:nvPr/>
        </p:nvSpPr>
        <p:spPr>
          <a:xfrm>
            <a:off x="5569" y="-794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altLang="en-US" sz="3454" dirty="0" smtClean="0">
                <a:solidFill>
                  <a:schemeClr val="tx1"/>
                </a:solidFill>
                <a:latin typeface="Segoe UI Semibold" panose="020B0702040204020203" pitchFamily="34" charset="0"/>
                <a:cs typeface="Segoe UI Semibold" panose="020B0702040204020203" pitchFamily="34" charset="0"/>
              </a:rPr>
              <a:t>Objectives</a:t>
            </a:r>
            <a:endParaRPr lang="en-US" altLang="en-US" sz="3454" dirty="0">
              <a:solidFill>
                <a:schemeClr val="tx1"/>
              </a:solidFill>
              <a:latin typeface="Segoe UI Semibold" panose="020B0702040204020203" pitchFamily="34" charset="0"/>
              <a:cs typeface="Segoe UI Semibold" panose="020B0702040204020203" pitchFamily="34" charset="0"/>
            </a:endParaRPr>
          </a:p>
        </p:txBody>
      </p:sp>
      <p:sp>
        <p:nvSpPr>
          <p:cNvPr id="9" name="TextBox 8"/>
          <p:cNvSpPr txBox="1"/>
          <p:nvPr/>
        </p:nvSpPr>
        <p:spPr>
          <a:xfrm>
            <a:off x="1661843" y="1630570"/>
            <a:ext cx="9474003" cy="3908762"/>
          </a:xfrm>
          <a:prstGeom prst="rect">
            <a:avLst/>
          </a:prstGeom>
          <a:noFill/>
        </p:spPr>
        <p:txBody>
          <a:bodyPr wrap="square" rtlCol="0">
            <a:spAutoFit/>
          </a:bodyPr>
          <a:lstStyle/>
          <a:p>
            <a:pPr marL="285750" indent="-285750" algn="just">
              <a:lnSpc>
                <a:spcPct val="90000"/>
              </a:lnSpc>
              <a:spcBef>
                <a:spcPts val="592"/>
              </a:spcBef>
              <a:spcAft>
                <a:spcPts val="592"/>
              </a:spcAft>
              <a:buClr>
                <a:srgbClr val="C00000"/>
              </a:buClr>
              <a:buFont typeface="Arial" panose="020B0604020202020204" pitchFamily="34" charset="0"/>
              <a:buChar char="•"/>
              <a:defRPr/>
            </a:pPr>
            <a:r>
              <a:rPr lang="en-US" sz="2200" dirty="0">
                <a:latin typeface="Segoe UI Light" panose="020B0502040204020203" pitchFamily="34" charset="0"/>
                <a:cs typeface="Arial" pitchFamily="34" charset="0"/>
              </a:rPr>
              <a:t>To provides an overview on what is Commercial General Liability Insurance and why it is required</a:t>
            </a:r>
          </a:p>
          <a:p>
            <a:pPr marL="285750" indent="-285750" algn="just">
              <a:lnSpc>
                <a:spcPct val="90000"/>
              </a:lnSpc>
              <a:spcBef>
                <a:spcPts val="592"/>
              </a:spcBef>
              <a:spcAft>
                <a:spcPts val="592"/>
              </a:spcAft>
              <a:buClr>
                <a:srgbClr val="C00000"/>
              </a:buClr>
              <a:buFont typeface="Arial" panose="020B0604020202020204" pitchFamily="34" charset="0"/>
              <a:buChar char="•"/>
              <a:defRPr/>
            </a:pPr>
            <a:r>
              <a:rPr lang="en-US" sz="2200" dirty="0">
                <a:latin typeface="Segoe UI Light" panose="020B0502040204020203" pitchFamily="34" charset="0"/>
                <a:cs typeface="Arial" pitchFamily="34" charset="0"/>
              </a:rPr>
              <a:t>To provide an understanding on loss exposures covered under CGL policy and their corresponding Financial consequences</a:t>
            </a:r>
          </a:p>
          <a:p>
            <a:pPr marL="285750" indent="-285750" algn="just">
              <a:lnSpc>
                <a:spcPct val="90000"/>
              </a:lnSpc>
              <a:spcBef>
                <a:spcPts val="592"/>
              </a:spcBef>
              <a:spcAft>
                <a:spcPts val="592"/>
              </a:spcAft>
              <a:buClr>
                <a:srgbClr val="C00000"/>
              </a:buClr>
              <a:buFont typeface="Arial" panose="020B0604020202020204" pitchFamily="34" charset="0"/>
              <a:buChar char="•"/>
              <a:defRPr/>
            </a:pPr>
            <a:r>
              <a:rPr lang="en-US" sz="2200" dirty="0">
                <a:latin typeface="Segoe UI Light" panose="020B0502040204020203" pitchFamily="34" charset="0"/>
                <a:cs typeface="Arial" pitchFamily="34" charset="0"/>
              </a:rPr>
              <a:t>To provide an understanding on the components of a CGL coverage parts</a:t>
            </a:r>
          </a:p>
          <a:p>
            <a:pPr marL="285750" indent="-285750" algn="just">
              <a:lnSpc>
                <a:spcPct val="90000"/>
              </a:lnSpc>
              <a:spcBef>
                <a:spcPts val="592"/>
              </a:spcBef>
              <a:spcAft>
                <a:spcPts val="592"/>
              </a:spcAft>
              <a:buClr>
                <a:srgbClr val="C00000"/>
              </a:buClr>
              <a:buFont typeface="Arial" panose="020B0604020202020204" pitchFamily="34" charset="0"/>
              <a:buChar char="•"/>
              <a:defRPr/>
            </a:pPr>
            <a:r>
              <a:rPr lang="en-US" sz="2200" dirty="0">
                <a:latin typeface="Segoe UI Light" panose="020B0502040204020203" pitchFamily="34" charset="0"/>
                <a:cs typeface="Arial" pitchFamily="34" charset="0"/>
              </a:rPr>
              <a:t>To provide an understanding on coverages in CGL  (Coverages/Additional Coverages/Coverage Extensions)</a:t>
            </a:r>
          </a:p>
          <a:p>
            <a:pPr marL="285750" indent="-285750" algn="just">
              <a:lnSpc>
                <a:spcPct val="90000"/>
              </a:lnSpc>
              <a:spcBef>
                <a:spcPts val="592"/>
              </a:spcBef>
              <a:spcAft>
                <a:spcPts val="592"/>
              </a:spcAft>
              <a:buClr>
                <a:srgbClr val="C00000"/>
              </a:buClr>
              <a:buFont typeface="Arial" panose="020B0604020202020204" pitchFamily="34" charset="0"/>
              <a:buChar char="•"/>
              <a:defRPr/>
            </a:pPr>
            <a:r>
              <a:rPr lang="en-US" sz="2200" dirty="0">
                <a:latin typeface="Segoe UI Light" panose="020B0502040204020203" pitchFamily="34" charset="0"/>
                <a:cs typeface="Arial" pitchFamily="34" charset="0"/>
              </a:rPr>
              <a:t>To provide an understanding on limits and rating factors applicable for the </a:t>
            </a:r>
            <a:r>
              <a:rPr lang="en-US" sz="2200" dirty="0" smtClean="0">
                <a:latin typeface="Segoe UI Light" panose="020B0502040204020203" pitchFamily="34" charset="0"/>
                <a:cs typeface="Arial" pitchFamily="34" charset="0"/>
              </a:rPr>
              <a:t>coverages</a:t>
            </a:r>
          </a:p>
          <a:p>
            <a:pPr marL="285750" indent="-285750" algn="just">
              <a:lnSpc>
                <a:spcPct val="90000"/>
              </a:lnSpc>
              <a:spcBef>
                <a:spcPts val="592"/>
              </a:spcBef>
              <a:spcAft>
                <a:spcPts val="592"/>
              </a:spcAft>
              <a:buClr>
                <a:srgbClr val="C00000"/>
              </a:buClr>
              <a:buFont typeface="Arial" panose="020B0604020202020204" pitchFamily="34" charset="0"/>
              <a:buChar char="•"/>
              <a:defRPr/>
            </a:pPr>
            <a:r>
              <a:rPr lang="en-US" sz="2200" dirty="0" smtClean="0">
                <a:latin typeface="Segoe UI Light" panose="020B0502040204020203" pitchFamily="34" charset="0"/>
                <a:cs typeface="Arial" pitchFamily="34" charset="0"/>
              </a:rPr>
              <a:t>To study the applicable coverage forms</a:t>
            </a:r>
            <a:endParaRPr lang="en-US" sz="2200" dirty="0">
              <a:latin typeface="Segoe UI Light" panose="020B0502040204020203" pitchFamily="34" charset="0"/>
              <a:cs typeface="Arial" pitchFamily="34" charset="0"/>
            </a:endParaRPr>
          </a:p>
        </p:txBody>
      </p:sp>
      <p:sp>
        <p:nvSpPr>
          <p:cNvPr id="2" name="TextBox 1"/>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Tree>
    <p:extLst>
      <p:ext uri="{BB962C8B-B14F-4D97-AF65-F5344CB8AC3E}">
        <p14:creationId xmlns:p14="http://schemas.microsoft.com/office/powerpoint/2010/main" val="4145113748"/>
      </p:ext>
    </p:extLst>
  </p:cSld>
  <p:clrMapOvr>
    <a:masterClrMapping/>
  </p:clrMapOvr>
  <p:transition>
    <p:fade thruBlk="1"/>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3852925334"/>
              </p:ext>
            </p:extLst>
          </p:nvPr>
        </p:nvGraphicFramePr>
        <p:xfrm>
          <a:off x="8109370" y="1281864"/>
          <a:ext cx="3763493" cy="24026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Diagram 2"/>
          <p:cNvGraphicFramePr/>
          <p:nvPr>
            <p:extLst>
              <p:ext uri="{D42A27DB-BD31-4B8C-83A1-F6EECF244321}">
                <p14:modId xmlns:p14="http://schemas.microsoft.com/office/powerpoint/2010/main" val="2540273651"/>
              </p:ext>
            </p:extLst>
          </p:nvPr>
        </p:nvGraphicFramePr>
        <p:xfrm>
          <a:off x="8076523" y="3395013"/>
          <a:ext cx="3796340" cy="168127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5" name="Picture 4"/>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342746" y="545610"/>
            <a:ext cx="9804188" cy="264653"/>
          </a:xfrm>
          <a:prstGeom prst="rect">
            <a:avLst/>
          </a:prstGeom>
        </p:spPr>
      </p:pic>
      <p:sp>
        <p:nvSpPr>
          <p:cNvPr id="6" name="Rectangle 5"/>
          <p:cNvSpPr/>
          <p:nvPr/>
        </p:nvSpPr>
        <p:spPr>
          <a:xfrm>
            <a:off x="470315" y="54047"/>
            <a:ext cx="5927520"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Commercial General Liability</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9" name="TextBox 8"/>
          <p:cNvSpPr txBox="1"/>
          <p:nvPr/>
        </p:nvSpPr>
        <p:spPr>
          <a:xfrm>
            <a:off x="857774" y="1281864"/>
            <a:ext cx="7016984" cy="5561587"/>
          </a:xfrm>
          <a:prstGeom prst="rect">
            <a:avLst/>
          </a:prstGeom>
          <a:noFill/>
        </p:spPr>
        <p:txBody>
          <a:bodyPr wrap="square" rtlCol="0">
            <a:spAutoFit/>
          </a:bodyPr>
          <a:lstStyle/>
          <a:p>
            <a:pPr marL="222449" indent="-222449">
              <a:lnSpc>
                <a:spcPct val="90000"/>
              </a:lnSpc>
              <a:spcBef>
                <a:spcPts val="592"/>
              </a:spcBef>
              <a:spcAft>
                <a:spcPts val="592"/>
              </a:spcAft>
              <a:buClr>
                <a:srgbClr val="C00000"/>
              </a:buClr>
              <a:defRPr/>
            </a:pPr>
            <a:r>
              <a:rPr lang="en-US" sz="2467" b="1" dirty="0">
                <a:latin typeface="Segoe UI Light" panose="020B0502040204020203" pitchFamily="34" charset="0"/>
                <a:cs typeface="Arial" pitchFamily="34" charset="0"/>
              </a:rPr>
              <a:t>	</a:t>
            </a:r>
            <a:r>
              <a:rPr lang="en-US" sz="2467" b="1" dirty="0" smtClean="0">
                <a:solidFill>
                  <a:srgbClr val="00B0F0"/>
                </a:solidFill>
                <a:latin typeface="Segoe UI Light" panose="020B0502040204020203" pitchFamily="34" charset="0"/>
                <a:cs typeface="Arial" pitchFamily="34" charset="0"/>
              </a:rPr>
              <a:t>What is Commercial General Liability Insurance?</a:t>
            </a:r>
          </a:p>
          <a:p>
            <a:pPr marL="742950" lvl="1" indent="-285750">
              <a:spcBef>
                <a:spcPct val="20000"/>
              </a:spcBef>
              <a:buClr>
                <a:prstClr val="black"/>
              </a:buClr>
              <a:buFont typeface="Wingdings" panose="05000000000000000000" pitchFamily="2" charset="2"/>
              <a:buChar char="v"/>
              <a:defRPr/>
            </a:pPr>
            <a:r>
              <a:rPr lang="en-US" sz="1600" dirty="0">
                <a:solidFill>
                  <a:prstClr val="black"/>
                </a:solidFill>
                <a:latin typeface="Segoe UI" panose="020B0502040204020203" pitchFamily="34" charset="0"/>
                <a:cs typeface="Segoe UI" panose="020B0502040204020203" pitchFamily="34" charset="0"/>
              </a:rPr>
              <a:t>Provides coverage for the liability arising out of a person’s or an organization’s activities as part of his business</a:t>
            </a:r>
          </a:p>
          <a:p>
            <a:pPr>
              <a:spcBef>
                <a:spcPct val="20000"/>
              </a:spcBef>
              <a:buClr>
                <a:prstClr val="black"/>
              </a:buClr>
              <a:defRPr/>
            </a:pPr>
            <a:endParaRPr lang="en-US" sz="1600" dirty="0">
              <a:solidFill>
                <a:prstClr val="black"/>
              </a:solidFill>
              <a:latin typeface="Segoe UI" panose="020B0502040204020203" pitchFamily="34" charset="0"/>
              <a:cs typeface="Segoe UI" panose="020B0502040204020203" pitchFamily="34" charset="0"/>
            </a:endParaRPr>
          </a:p>
          <a:p>
            <a:pPr marL="742950" lvl="1" indent="-285750">
              <a:spcBef>
                <a:spcPct val="20000"/>
              </a:spcBef>
              <a:buClr>
                <a:prstClr val="black"/>
              </a:buClr>
              <a:buFont typeface="Wingdings" panose="05000000000000000000" pitchFamily="2" charset="2"/>
              <a:buChar char="v"/>
              <a:defRPr/>
            </a:pPr>
            <a:r>
              <a:rPr lang="en-US" altLang="en-US" sz="1600" dirty="0">
                <a:latin typeface="Segoe UI" panose="020B0502040204020203" pitchFamily="34" charset="0"/>
                <a:cs typeface="Segoe UI" panose="020B0502040204020203" pitchFamily="34" charset="0"/>
              </a:rPr>
              <a:t>It intends to cover individuals, organizations, companies with partnerships, JVs, LLC etc.</a:t>
            </a:r>
          </a:p>
          <a:p>
            <a:pPr>
              <a:spcBef>
                <a:spcPct val="20000"/>
              </a:spcBef>
              <a:buClr>
                <a:prstClr val="black"/>
              </a:buClr>
              <a:defRPr/>
            </a:pPr>
            <a:endParaRPr lang="en-US" sz="2800" dirty="0">
              <a:solidFill>
                <a:prstClr val="black"/>
              </a:solidFill>
            </a:endParaRPr>
          </a:p>
          <a:p>
            <a:pPr>
              <a:spcBef>
                <a:spcPts val="592"/>
              </a:spcBef>
              <a:spcAft>
                <a:spcPts val="592"/>
              </a:spcAft>
              <a:buClr>
                <a:srgbClr val="C00000"/>
              </a:buClr>
              <a:defRPr/>
            </a:pPr>
            <a:endParaRPr lang="en-US" sz="2000" dirty="0" smtClean="0">
              <a:latin typeface="Segoe UI" panose="020B0502040204020203" pitchFamily="34" charset="0"/>
              <a:cs typeface="Segoe UI" panose="020B0502040204020203" pitchFamily="34" charset="0"/>
            </a:endParaRPr>
          </a:p>
          <a:p>
            <a:pPr>
              <a:spcBef>
                <a:spcPts val="592"/>
              </a:spcBef>
              <a:spcAft>
                <a:spcPts val="592"/>
              </a:spcAft>
              <a:buClr>
                <a:srgbClr val="C00000"/>
              </a:buClr>
              <a:defRPr/>
            </a:pPr>
            <a:endParaRPr lang="en-US" sz="2000" dirty="0">
              <a:latin typeface="Segoe UI" panose="020B0502040204020203" pitchFamily="34" charset="0"/>
              <a:cs typeface="Segoe UI" panose="020B0502040204020203" pitchFamily="34" charset="0"/>
            </a:endParaRPr>
          </a:p>
          <a:p>
            <a:pPr>
              <a:spcBef>
                <a:spcPts val="592"/>
              </a:spcBef>
              <a:spcAft>
                <a:spcPts val="592"/>
              </a:spcAft>
              <a:buClr>
                <a:srgbClr val="C00000"/>
              </a:buClr>
              <a:defRPr/>
            </a:pPr>
            <a:endParaRPr lang="en-US" sz="2000" dirty="0" smtClean="0">
              <a:latin typeface="Segoe UI" panose="020B0502040204020203" pitchFamily="34" charset="0"/>
              <a:cs typeface="Segoe UI" panose="020B0502040204020203" pitchFamily="34" charset="0"/>
            </a:endParaRPr>
          </a:p>
          <a:p>
            <a:pPr>
              <a:spcBef>
                <a:spcPts val="592"/>
              </a:spcBef>
              <a:spcAft>
                <a:spcPts val="592"/>
              </a:spcAft>
              <a:buClr>
                <a:srgbClr val="C00000"/>
              </a:buClr>
              <a:defRPr/>
            </a:pPr>
            <a:endParaRPr lang="en-US" sz="2000" dirty="0">
              <a:latin typeface="Segoe UI" panose="020B0502040204020203" pitchFamily="34" charset="0"/>
              <a:cs typeface="Segoe UI" panose="020B0502040204020203" pitchFamily="34" charset="0"/>
            </a:endParaRPr>
          </a:p>
          <a:p>
            <a:pPr>
              <a:spcBef>
                <a:spcPts val="592"/>
              </a:spcBef>
              <a:spcAft>
                <a:spcPts val="592"/>
              </a:spcAft>
              <a:buClr>
                <a:srgbClr val="C00000"/>
              </a:buClr>
              <a:defRPr/>
            </a:pPr>
            <a:endParaRPr lang="en-US" sz="2000" dirty="0" smtClean="0">
              <a:latin typeface="Segoe UI" panose="020B0502040204020203" pitchFamily="34" charset="0"/>
              <a:cs typeface="Segoe UI" panose="020B0502040204020203" pitchFamily="34" charset="0"/>
            </a:endParaRPr>
          </a:p>
          <a:p>
            <a:pPr>
              <a:spcBef>
                <a:spcPts val="592"/>
              </a:spcBef>
              <a:spcAft>
                <a:spcPts val="592"/>
              </a:spcAft>
              <a:buClr>
                <a:srgbClr val="C00000"/>
              </a:buClr>
              <a:defRPr/>
            </a:pPr>
            <a:endParaRPr lang="en-US" sz="2000" dirty="0">
              <a:latin typeface="Segoe UI" panose="020B0502040204020203" pitchFamily="34" charset="0"/>
              <a:cs typeface="Segoe UI" panose="020B0502040204020203" pitchFamily="34" charset="0"/>
            </a:endParaRPr>
          </a:p>
          <a:p>
            <a:pPr>
              <a:spcBef>
                <a:spcPts val="592"/>
              </a:spcBef>
              <a:spcAft>
                <a:spcPts val="592"/>
              </a:spcAft>
              <a:buClr>
                <a:srgbClr val="C00000"/>
              </a:buClr>
              <a:defRPr/>
            </a:pPr>
            <a:endParaRPr lang="en-US" sz="2000" dirty="0">
              <a:latin typeface="Segoe UI" panose="020B0502040204020203" pitchFamily="34" charset="0"/>
              <a:cs typeface="Segoe UI" panose="020B0502040204020203" pitchFamily="34" charset="0"/>
            </a:endParaRPr>
          </a:p>
        </p:txBody>
      </p:sp>
      <p:sp>
        <p:nvSpPr>
          <p:cNvPr id="34" name="Rectangle 33"/>
          <p:cNvSpPr>
            <a:spLocks noChangeArrowheads="1"/>
          </p:cNvSpPr>
          <p:nvPr/>
        </p:nvSpPr>
        <p:spPr bwMode="auto">
          <a:xfrm>
            <a:off x="3284603" y="3327141"/>
            <a:ext cx="2066334" cy="533400"/>
          </a:xfrm>
          <a:prstGeom prst="rect">
            <a:avLst/>
          </a:prstGeom>
          <a:solidFill>
            <a:schemeClr val="bg1">
              <a:lumMod val="65000"/>
            </a:schemeClr>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indent="-342900" algn="ctr">
              <a:defRPr/>
            </a:pPr>
            <a:r>
              <a:rPr lang="en-US" sz="1600" b="1" dirty="0" smtClean="0">
                <a:solidFill>
                  <a:prstClr val="white"/>
                </a:solidFill>
              </a:rPr>
              <a:t>Liability</a:t>
            </a:r>
            <a:endParaRPr lang="en-US" sz="1600" b="1" dirty="0">
              <a:solidFill>
                <a:prstClr val="white"/>
              </a:solidFill>
            </a:endParaRPr>
          </a:p>
        </p:txBody>
      </p:sp>
      <p:sp>
        <p:nvSpPr>
          <p:cNvPr id="35" name="Rectangle 34"/>
          <p:cNvSpPr>
            <a:spLocks noChangeArrowheads="1"/>
          </p:cNvSpPr>
          <p:nvPr/>
        </p:nvSpPr>
        <p:spPr bwMode="auto">
          <a:xfrm>
            <a:off x="857772" y="4197769"/>
            <a:ext cx="2101383" cy="533400"/>
          </a:xfrm>
          <a:prstGeom prst="rect">
            <a:avLst/>
          </a:prstGeom>
          <a:solidFill>
            <a:schemeClr val="bg1">
              <a:lumMod val="65000"/>
            </a:schemeClr>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indent="-342900" algn="ctr">
              <a:defRPr/>
            </a:pPr>
            <a:r>
              <a:rPr lang="en-US" sz="1400" b="1" dirty="0" smtClean="0">
                <a:solidFill>
                  <a:prstClr val="white"/>
                </a:solidFill>
              </a:rPr>
              <a:t>Premises and operations</a:t>
            </a:r>
            <a:endParaRPr lang="en-US" sz="1400" b="1" dirty="0">
              <a:solidFill>
                <a:prstClr val="white"/>
              </a:solidFill>
            </a:endParaRPr>
          </a:p>
        </p:txBody>
      </p:sp>
      <p:sp>
        <p:nvSpPr>
          <p:cNvPr id="36" name="Rectangle 35"/>
          <p:cNvSpPr>
            <a:spLocks noChangeArrowheads="1"/>
          </p:cNvSpPr>
          <p:nvPr/>
        </p:nvSpPr>
        <p:spPr bwMode="auto">
          <a:xfrm>
            <a:off x="3302473" y="4183857"/>
            <a:ext cx="2127584" cy="533400"/>
          </a:xfrm>
          <a:prstGeom prst="rect">
            <a:avLst/>
          </a:prstGeom>
          <a:solidFill>
            <a:schemeClr val="bg1">
              <a:lumMod val="65000"/>
            </a:schemeClr>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indent="-342900" algn="ctr">
              <a:defRPr/>
            </a:pPr>
            <a:r>
              <a:rPr lang="en-US" sz="1400" b="1" dirty="0" smtClean="0">
                <a:solidFill>
                  <a:prstClr val="white"/>
                </a:solidFill>
              </a:rPr>
              <a:t>Products and completed operations</a:t>
            </a:r>
            <a:endParaRPr lang="en-US" sz="1400" b="1" dirty="0">
              <a:solidFill>
                <a:prstClr val="white"/>
              </a:solidFill>
            </a:endParaRPr>
          </a:p>
        </p:txBody>
      </p:sp>
      <p:sp>
        <p:nvSpPr>
          <p:cNvPr id="37" name="Rectangle 36"/>
          <p:cNvSpPr>
            <a:spLocks noChangeArrowheads="1"/>
          </p:cNvSpPr>
          <p:nvPr/>
        </p:nvSpPr>
        <p:spPr bwMode="auto">
          <a:xfrm>
            <a:off x="5773376" y="4197769"/>
            <a:ext cx="1948923" cy="533400"/>
          </a:xfrm>
          <a:prstGeom prst="rect">
            <a:avLst/>
          </a:prstGeom>
          <a:solidFill>
            <a:schemeClr val="bg1">
              <a:lumMod val="65000"/>
            </a:schemeClr>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indent="-342900" algn="ctr">
              <a:defRPr/>
            </a:pPr>
            <a:r>
              <a:rPr lang="en-US" sz="1400" b="1" dirty="0" smtClean="0">
                <a:solidFill>
                  <a:prstClr val="white"/>
                </a:solidFill>
              </a:rPr>
              <a:t>Personal and advertising  injury</a:t>
            </a:r>
            <a:endParaRPr lang="en-US" sz="1400" b="1" dirty="0">
              <a:solidFill>
                <a:prstClr val="white"/>
              </a:solidFill>
            </a:endParaRPr>
          </a:p>
        </p:txBody>
      </p:sp>
      <p:sp>
        <p:nvSpPr>
          <p:cNvPr id="39" name="Rectangle 38"/>
          <p:cNvSpPr>
            <a:spLocks noChangeArrowheads="1"/>
          </p:cNvSpPr>
          <p:nvPr/>
        </p:nvSpPr>
        <p:spPr bwMode="auto">
          <a:xfrm>
            <a:off x="5784643" y="5209726"/>
            <a:ext cx="1937656" cy="1155168"/>
          </a:xfrm>
          <a:prstGeom prst="rect">
            <a:avLst/>
          </a:prstGeom>
          <a:solidFill>
            <a:schemeClr val="bg1">
              <a:lumMod val="65000"/>
            </a:schemeClr>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indent="-342900">
              <a:defRPr/>
            </a:pPr>
            <a:r>
              <a:rPr lang="fr-FR" sz="1400" dirty="0" smtClean="0">
                <a:solidFill>
                  <a:prstClr val="white"/>
                </a:solidFill>
              </a:rPr>
              <a:t>-       Acts of </a:t>
            </a:r>
            <a:r>
              <a:rPr lang="fr-FR" sz="1400" dirty="0">
                <a:solidFill>
                  <a:prstClr val="white"/>
                </a:solidFill>
              </a:rPr>
              <a:t>n</a:t>
            </a:r>
            <a:r>
              <a:rPr lang="fr-FR" sz="1400" dirty="0" smtClean="0">
                <a:solidFill>
                  <a:prstClr val="white"/>
                </a:solidFill>
              </a:rPr>
              <a:t>egligence</a:t>
            </a:r>
            <a:endParaRPr lang="fr-FR" sz="1400" dirty="0">
              <a:solidFill>
                <a:prstClr val="white"/>
              </a:solidFill>
            </a:endParaRPr>
          </a:p>
          <a:p>
            <a:pPr marL="342900" indent="-342900">
              <a:buFontTx/>
              <a:buChar char="-"/>
              <a:defRPr/>
            </a:pPr>
            <a:r>
              <a:rPr lang="fr-FR" sz="1400" dirty="0" err="1" smtClean="0">
                <a:solidFill>
                  <a:prstClr val="white"/>
                </a:solidFill>
              </a:rPr>
              <a:t>Libel</a:t>
            </a:r>
            <a:endParaRPr lang="fr-FR" sz="1400" dirty="0">
              <a:solidFill>
                <a:prstClr val="white"/>
              </a:solidFill>
            </a:endParaRPr>
          </a:p>
          <a:p>
            <a:pPr marL="342900" indent="-342900">
              <a:buFontTx/>
              <a:buChar char="-"/>
              <a:defRPr/>
            </a:pPr>
            <a:r>
              <a:rPr lang="fr-FR" sz="1400" dirty="0" smtClean="0">
                <a:solidFill>
                  <a:prstClr val="white"/>
                </a:solidFill>
              </a:rPr>
              <a:t>Slander</a:t>
            </a:r>
          </a:p>
          <a:p>
            <a:pPr marL="342900" indent="-342900">
              <a:buFontTx/>
              <a:buChar char="-"/>
              <a:defRPr/>
            </a:pPr>
            <a:r>
              <a:rPr lang="fr-FR" sz="1400" dirty="0" err="1" smtClean="0">
                <a:solidFill>
                  <a:prstClr val="white"/>
                </a:solidFill>
              </a:rPr>
              <a:t>Wrongful</a:t>
            </a:r>
            <a:r>
              <a:rPr lang="fr-FR" sz="1400" dirty="0" smtClean="0">
                <a:solidFill>
                  <a:prstClr val="white"/>
                </a:solidFill>
              </a:rPr>
              <a:t> </a:t>
            </a:r>
            <a:r>
              <a:rPr lang="fr-FR" sz="1400" dirty="0" err="1" smtClean="0">
                <a:solidFill>
                  <a:prstClr val="white"/>
                </a:solidFill>
              </a:rPr>
              <a:t>eviction</a:t>
            </a:r>
            <a:endParaRPr lang="fr-FR" sz="1400" dirty="0" smtClean="0">
              <a:solidFill>
                <a:prstClr val="white"/>
              </a:solidFill>
            </a:endParaRPr>
          </a:p>
        </p:txBody>
      </p:sp>
      <p:sp>
        <p:nvSpPr>
          <p:cNvPr id="42" name="Rectangle 41"/>
          <p:cNvSpPr>
            <a:spLocks noChangeArrowheads="1"/>
          </p:cNvSpPr>
          <p:nvPr/>
        </p:nvSpPr>
        <p:spPr bwMode="auto">
          <a:xfrm>
            <a:off x="1943935" y="5202770"/>
            <a:ext cx="2068088" cy="1155168"/>
          </a:xfrm>
          <a:prstGeom prst="rect">
            <a:avLst/>
          </a:prstGeom>
          <a:solidFill>
            <a:schemeClr val="bg1">
              <a:lumMod val="65000"/>
            </a:schemeClr>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indent="-342900">
              <a:defRPr/>
            </a:pPr>
            <a:endParaRPr lang="fr-FR" sz="1400" dirty="0">
              <a:solidFill>
                <a:prstClr val="white"/>
              </a:solidFill>
            </a:endParaRPr>
          </a:p>
        </p:txBody>
      </p:sp>
      <p:sp>
        <p:nvSpPr>
          <p:cNvPr id="43" name="TextBox 12"/>
          <p:cNvSpPr txBox="1"/>
          <p:nvPr/>
        </p:nvSpPr>
        <p:spPr>
          <a:xfrm>
            <a:off x="2237199" y="5507040"/>
            <a:ext cx="1481559" cy="52322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smtClean="0">
                <a:solidFill>
                  <a:schemeClr val="bg1"/>
                </a:solidFill>
              </a:rPr>
              <a:t>- Bodily injury</a:t>
            </a:r>
          </a:p>
          <a:p>
            <a:r>
              <a:rPr lang="en-US" sz="1400" dirty="0" smtClean="0">
                <a:solidFill>
                  <a:schemeClr val="bg1"/>
                </a:solidFill>
              </a:rPr>
              <a:t>- Physical damage</a:t>
            </a:r>
            <a:endParaRPr lang="en-US" sz="1400" dirty="0">
              <a:solidFill>
                <a:schemeClr val="bg1"/>
              </a:solidFill>
            </a:endParaRPr>
          </a:p>
        </p:txBody>
      </p:sp>
      <p:cxnSp>
        <p:nvCxnSpPr>
          <p:cNvPr id="45" name="Straight Arrow Connector 44"/>
          <p:cNvCxnSpPr/>
          <p:nvPr/>
        </p:nvCxnSpPr>
        <p:spPr>
          <a:xfrm flipH="1">
            <a:off x="2941285" y="3860541"/>
            <a:ext cx="777473" cy="30427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Straight Arrow Connector 45"/>
          <p:cNvCxnSpPr/>
          <p:nvPr/>
        </p:nvCxnSpPr>
        <p:spPr>
          <a:xfrm flipH="1">
            <a:off x="4366266" y="3882427"/>
            <a:ext cx="1" cy="28238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p:cNvCxnSpPr/>
          <p:nvPr/>
        </p:nvCxnSpPr>
        <p:spPr>
          <a:xfrm>
            <a:off x="5013775" y="3860541"/>
            <a:ext cx="680480" cy="32331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4" name="Straight Arrow Connector 53"/>
          <p:cNvCxnSpPr/>
          <p:nvPr/>
        </p:nvCxnSpPr>
        <p:spPr>
          <a:xfrm>
            <a:off x="6747837" y="4731169"/>
            <a:ext cx="0" cy="4190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7" name="Straight Arrow Connector 56"/>
          <p:cNvCxnSpPr/>
          <p:nvPr/>
        </p:nvCxnSpPr>
        <p:spPr>
          <a:xfrm flipH="1">
            <a:off x="3274807" y="4731169"/>
            <a:ext cx="1091460" cy="47855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0" name="Straight Arrow Connector 59"/>
          <p:cNvCxnSpPr>
            <a:stCxn id="35" idx="2"/>
            <a:endCxn id="42" idx="0"/>
          </p:cNvCxnSpPr>
          <p:nvPr/>
        </p:nvCxnSpPr>
        <p:spPr>
          <a:xfrm>
            <a:off x="1908464" y="4731169"/>
            <a:ext cx="1069515" cy="47160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5" name="TextBox 64"/>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Tree>
    <p:extLst>
      <p:ext uri="{BB962C8B-B14F-4D97-AF65-F5344CB8AC3E}">
        <p14:creationId xmlns:p14="http://schemas.microsoft.com/office/powerpoint/2010/main" val="34576047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2746" y="545610"/>
            <a:ext cx="9804188" cy="264653"/>
          </a:xfrm>
          <a:prstGeom prst="rect">
            <a:avLst/>
          </a:prstGeom>
        </p:spPr>
      </p:pic>
      <p:sp>
        <p:nvSpPr>
          <p:cNvPr id="3" name="Rectangle 2"/>
          <p:cNvSpPr/>
          <p:nvPr/>
        </p:nvSpPr>
        <p:spPr>
          <a:xfrm>
            <a:off x="470315" y="54047"/>
            <a:ext cx="5927520"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Commercial General Liability</a:t>
            </a:r>
            <a:endParaRPr lang="en-IN" sz="3454" b="1" dirty="0">
              <a:solidFill>
                <a:prstClr val="black"/>
              </a:solidFill>
              <a:latin typeface="Segoe UI Semibold" panose="020B0702040204020203" pitchFamily="34" charset="0"/>
              <a:cs typeface="BrowalliaUPC" panose="020B0604020202020204" pitchFamily="34" charset="-34"/>
            </a:endParaRPr>
          </a:p>
        </p:txBody>
      </p:sp>
      <p:graphicFrame>
        <p:nvGraphicFramePr>
          <p:cNvPr id="4" name="Diagram 3"/>
          <p:cNvGraphicFramePr/>
          <p:nvPr>
            <p:extLst>
              <p:ext uri="{D42A27DB-BD31-4B8C-83A1-F6EECF244321}">
                <p14:modId xmlns:p14="http://schemas.microsoft.com/office/powerpoint/2010/main" val="2871572634"/>
              </p:ext>
            </p:extLst>
          </p:nvPr>
        </p:nvGraphicFramePr>
        <p:xfrm>
          <a:off x="8109370" y="1281864"/>
          <a:ext cx="3763493" cy="24026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p:cNvGraphicFramePr/>
          <p:nvPr>
            <p:extLst>
              <p:ext uri="{D42A27DB-BD31-4B8C-83A1-F6EECF244321}">
                <p14:modId xmlns:p14="http://schemas.microsoft.com/office/powerpoint/2010/main" val="3580889785"/>
              </p:ext>
            </p:extLst>
          </p:nvPr>
        </p:nvGraphicFramePr>
        <p:xfrm>
          <a:off x="8109370" y="3425780"/>
          <a:ext cx="3763493" cy="231883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6" name="Diagram 5"/>
          <p:cNvGraphicFramePr/>
          <p:nvPr>
            <p:extLst>
              <p:ext uri="{D42A27DB-BD31-4B8C-83A1-F6EECF244321}">
                <p14:modId xmlns:p14="http://schemas.microsoft.com/office/powerpoint/2010/main" val="2358735023"/>
              </p:ext>
            </p:extLst>
          </p:nvPr>
        </p:nvGraphicFramePr>
        <p:xfrm>
          <a:off x="8109371" y="5512159"/>
          <a:ext cx="3763492" cy="845779"/>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7" name="Rectangle 6"/>
          <p:cNvSpPr/>
          <p:nvPr/>
        </p:nvSpPr>
        <p:spPr>
          <a:xfrm>
            <a:off x="1110017" y="1323975"/>
            <a:ext cx="6096000" cy="1703095"/>
          </a:xfrm>
          <a:prstGeom prst="rect">
            <a:avLst/>
          </a:prstGeom>
        </p:spPr>
        <p:txBody>
          <a:bodyPr>
            <a:spAutoFit/>
          </a:bodyPr>
          <a:lstStyle/>
          <a:p>
            <a:r>
              <a:rPr lang="en-US" sz="2467" b="1" dirty="0">
                <a:solidFill>
                  <a:srgbClr val="00B0F0"/>
                </a:solidFill>
                <a:latin typeface="Segoe UI Light" panose="020B0502040204020203" pitchFamily="34" charset="0"/>
                <a:cs typeface="Arial" pitchFamily="34" charset="0"/>
              </a:rPr>
              <a:t>Loss Exposures </a:t>
            </a:r>
          </a:p>
          <a:p>
            <a:pPr marL="285750" indent="-285750">
              <a:buFont typeface="Wingdings" panose="05000000000000000000" pitchFamily="2" charset="2"/>
              <a:buChar char="v"/>
            </a:pPr>
            <a:endParaRPr lang="en-US" sz="1600" dirty="0">
              <a:solidFill>
                <a:prstClr val="black"/>
              </a:solidFill>
              <a:latin typeface="Segoe UI" panose="020B0502040204020203" pitchFamily="34" charset="0"/>
              <a:cs typeface="Segoe UI" panose="020B0502040204020203" pitchFamily="34" charset="0"/>
            </a:endParaRPr>
          </a:p>
          <a:p>
            <a:pPr marL="742950" lvl="1" indent="-285750">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Premises Liability Exposure</a:t>
            </a:r>
          </a:p>
          <a:p>
            <a:pPr marL="742950" lvl="1" indent="-285750">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Operations Liability Exposure </a:t>
            </a:r>
          </a:p>
          <a:p>
            <a:pPr marL="742950" lvl="1" indent="-285750">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Products Liability Exposure</a:t>
            </a:r>
          </a:p>
          <a:p>
            <a:pPr marL="742950" lvl="1" indent="-285750">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Completed Operations Liability Exposure </a:t>
            </a:r>
          </a:p>
        </p:txBody>
      </p:sp>
      <p:pic>
        <p:nvPicPr>
          <p:cNvPr id="8" name="Picture 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712504" y="3025061"/>
            <a:ext cx="3296793" cy="3470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Tree>
    <p:extLst>
      <p:ext uri="{BB962C8B-B14F-4D97-AF65-F5344CB8AC3E}">
        <p14:creationId xmlns:p14="http://schemas.microsoft.com/office/powerpoint/2010/main" val="18230251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2746" y="545610"/>
            <a:ext cx="9804188" cy="264653"/>
          </a:xfrm>
          <a:prstGeom prst="rect">
            <a:avLst/>
          </a:prstGeom>
        </p:spPr>
      </p:pic>
      <p:sp>
        <p:nvSpPr>
          <p:cNvPr id="3" name="Rectangle 2"/>
          <p:cNvSpPr/>
          <p:nvPr/>
        </p:nvSpPr>
        <p:spPr>
          <a:xfrm>
            <a:off x="470315" y="54047"/>
            <a:ext cx="5927520"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Commercial General Liability</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4" name="TextBox 3"/>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graphicFrame>
        <p:nvGraphicFramePr>
          <p:cNvPr id="8" name="Diagram 7"/>
          <p:cNvGraphicFramePr/>
          <p:nvPr>
            <p:extLst>
              <p:ext uri="{D42A27DB-BD31-4B8C-83A1-F6EECF244321}">
                <p14:modId xmlns:p14="http://schemas.microsoft.com/office/powerpoint/2010/main" val="3594890895"/>
              </p:ext>
            </p:extLst>
          </p:nvPr>
        </p:nvGraphicFramePr>
        <p:xfrm>
          <a:off x="8109370" y="1281864"/>
          <a:ext cx="3763493" cy="24026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9" name="Diagram 8"/>
          <p:cNvGraphicFramePr/>
          <p:nvPr>
            <p:extLst>
              <p:ext uri="{D42A27DB-BD31-4B8C-83A1-F6EECF244321}">
                <p14:modId xmlns:p14="http://schemas.microsoft.com/office/powerpoint/2010/main" val="1394090306"/>
              </p:ext>
            </p:extLst>
          </p:nvPr>
        </p:nvGraphicFramePr>
        <p:xfrm>
          <a:off x="8109370" y="3425780"/>
          <a:ext cx="3763493" cy="231883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0" name="Diagram 9"/>
          <p:cNvGraphicFramePr/>
          <p:nvPr>
            <p:extLst>
              <p:ext uri="{D42A27DB-BD31-4B8C-83A1-F6EECF244321}">
                <p14:modId xmlns:p14="http://schemas.microsoft.com/office/powerpoint/2010/main" val="2873486044"/>
              </p:ext>
            </p:extLst>
          </p:nvPr>
        </p:nvGraphicFramePr>
        <p:xfrm>
          <a:off x="8109371" y="5512159"/>
          <a:ext cx="3763492" cy="845779"/>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11" name="TextBox 10"/>
          <p:cNvSpPr txBox="1"/>
          <p:nvPr/>
        </p:nvSpPr>
        <p:spPr>
          <a:xfrm>
            <a:off x="540106" y="1121956"/>
            <a:ext cx="7500936" cy="461665"/>
          </a:xfrm>
          <a:prstGeom prst="rect">
            <a:avLst/>
          </a:prstGeom>
          <a:noFill/>
        </p:spPr>
        <p:txBody>
          <a:bodyPr wrap="square" rtlCol="0">
            <a:spAutoFit/>
          </a:bodyPr>
          <a:lstStyle/>
          <a:p>
            <a:r>
              <a:rPr lang="en-US" sz="2400" dirty="0" smtClean="0">
                <a:solidFill>
                  <a:srgbClr val="00B0F0"/>
                </a:solidFill>
                <a:latin typeface="Segoe UI" panose="020B0502040204020203" pitchFamily="34" charset="0"/>
                <a:cs typeface="Segoe UI" panose="020B0502040204020203" pitchFamily="34" charset="0"/>
              </a:rPr>
              <a:t>Components of CGL Coverage Part</a:t>
            </a:r>
            <a:endParaRPr lang="en-US" sz="2400" dirty="0">
              <a:solidFill>
                <a:srgbClr val="00B0F0"/>
              </a:solidFill>
              <a:latin typeface="Segoe UI" panose="020B0502040204020203" pitchFamily="34" charset="0"/>
              <a:cs typeface="Segoe UI" panose="020B0502040204020203" pitchFamily="34" charset="0"/>
            </a:endParaRPr>
          </a:p>
        </p:txBody>
      </p:sp>
      <p:sp>
        <p:nvSpPr>
          <p:cNvPr id="12" name="Rounded Rectangle 11"/>
          <p:cNvSpPr/>
          <p:nvPr/>
        </p:nvSpPr>
        <p:spPr>
          <a:xfrm>
            <a:off x="919754" y="1921160"/>
            <a:ext cx="2457450" cy="7858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881063" y="2920386"/>
            <a:ext cx="2457450" cy="7858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4063136" y="2918325"/>
            <a:ext cx="2457450" cy="7858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2458729" y="4125626"/>
            <a:ext cx="2457450" cy="7858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1534701" y="2075851"/>
            <a:ext cx="1743075" cy="369332"/>
          </a:xfrm>
          <a:prstGeom prst="rect">
            <a:avLst/>
          </a:prstGeom>
          <a:noFill/>
        </p:spPr>
        <p:txBody>
          <a:bodyPr wrap="square" rtlCol="0">
            <a:spAutoFit/>
          </a:bodyPr>
          <a:lstStyle/>
          <a:p>
            <a:r>
              <a:rPr lang="en-US" dirty="0" smtClean="0"/>
              <a:t>Declaration</a:t>
            </a:r>
            <a:endParaRPr lang="en-US" dirty="0"/>
          </a:p>
        </p:txBody>
      </p:sp>
      <p:sp>
        <p:nvSpPr>
          <p:cNvPr id="20" name="TextBox 19"/>
          <p:cNvSpPr txBox="1"/>
          <p:nvPr/>
        </p:nvSpPr>
        <p:spPr>
          <a:xfrm>
            <a:off x="1357897" y="3126565"/>
            <a:ext cx="1743075" cy="369332"/>
          </a:xfrm>
          <a:prstGeom prst="rect">
            <a:avLst/>
          </a:prstGeom>
          <a:noFill/>
        </p:spPr>
        <p:txBody>
          <a:bodyPr wrap="square" rtlCol="0">
            <a:spAutoFit/>
          </a:bodyPr>
          <a:lstStyle/>
          <a:p>
            <a:r>
              <a:rPr lang="en-US" dirty="0" smtClean="0"/>
              <a:t>Coverage Form</a:t>
            </a:r>
            <a:endParaRPr lang="en-US" dirty="0"/>
          </a:p>
        </p:txBody>
      </p:sp>
      <p:sp>
        <p:nvSpPr>
          <p:cNvPr id="21" name="TextBox 20"/>
          <p:cNvSpPr txBox="1"/>
          <p:nvPr/>
        </p:nvSpPr>
        <p:spPr>
          <a:xfrm>
            <a:off x="4523792" y="3096537"/>
            <a:ext cx="1743075" cy="369332"/>
          </a:xfrm>
          <a:prstGeom prst="rect">
            <a:avLst/>
          </a:prstGeom>
          <a:noFill/>
        </p:spPr>
        <p:txBody>
          <a:bodyPr wrap="square" rtlCol="0">
            <a:spAutoFit/>
          </a:bodyPr>
          <a:lstStyle/>
          <a:p>
            <a:r>
              <a:rPr lang="en-US" dirty="0" smtClean="0"/>
              <a:t>Coverage Form</a:t>
            </a:r>
            <a:endParaRPr lang="en-US" dirty="0"/>
          </a:p>
        </p:txBody>
      </p:sp>
      <p:sp>
        <p:nvSpPr>
          <p:cNvPr id="25" name="TextBox 24"/>
          <p:cNvSpPr txBox="1"/>
          <p:nvPr/>
        </p:nvSpPr>
        <p:spPr>
          <a:xfrm>
            <a:off x="2936926" y="4307392"/>
            <a:ext cx="2086851" cy="369332"/>
          </a:xfrm>
          <a:prstGeom prst="rect">
            <a:avLst/>
          </a:prstGeom>
          <a:noFill/>
        </p:spPr>
        <p:txBody>
          <a:bodyPr wrap="square" rtlCol="0">
            <a:spAutoFit/>
          </a:bodyPr>
          <a:lstStyle/>
          <a:p>
            <a:r>
              <a:rPr lang="en-US" dirty="0" smtClean="0"/>
              <a:t>Endorsements</a:t>
            </a:r>
            <a:endParaRPr lang="en-US" dirty="0"/>
          </a:p>
        </p:txBody>
      </p:sp>
      <p:sp>
        <p:nvSpPr>
          <p:cNvPr id="26" name="TextBox 25"/>
          <p:cNvSpPr txBox="1"/>
          <p:nvPr/>
        </p:nvSpPr>
        <p:spPr>
          <a:xfrm>
            <a:off x="3443311" y="2992938"/>
            <a:ext cx="521493" cy="646331"/>
          </a:xfrm>
          <a:prstGeom prst="rect">
            <a:avLst/>
          </a:prstGeom>
          <a:noFill/>
        </p:spPr>
        <p:txBody>
          <a:bodyPr wrap="square" rtlCol="0">
            <a:spAutoFit/>
          </a:bodyPr>
          <a:lstStyle/>
          <a:p>
            <a:r>
              <a:rPr lang="en-US" sz="1200" dirty="0" smtClean="0"/>
              <a:t>One or more</a:t>
            </a:r>
            <a:endParaRPr lang="en-US" sz="1200" dirty="0"/>
          </a:p>
        </p:txBody>
      </p:sp>
      <p:sp>
        <p:nvSpPr>
          <p:cNvPr id="27" name="TextBox 26"/>
          <p:cNvSpPr txBox="1"/>
          <p:nvPr/>
        </p:nvSpPr>
        <p:spPr>
          <a:xfrm>
            <a:off x="3458859" y="2163271"/>
            <a:ext cx="521493" cy="646331"/>
          </a:xfrm>
          <a:prstGeom prst="rect">
            <a:avLst/>
          </a:prstGeom>
          <a:noFill/>
        </p:spPr>
        <p:txBody>
          <a:bodyPr wrap="square" rtlCol="0">
            <a:spAutoFit/>
          </a:bodyPr>
          <a:lstStyle/>
          <a:p>
            <a:r>
              <a:rPr lang="en-US" sz="1200" dirty="0" smtClean="0"/>
              <a:t>One or more</a:t>
            </a:r>
            <a:endParaRPr lang="en-US" sz="1200" dirty="0"/>
          </a:p>
        </p:txBody>
      </p:sp>
      <p:sp>
        <p:nvSpPr>
          <p:cNvPr id="28" name="Rounded Rectangle 27"/>
          <p:cNvSpPr/>
          <p:nvPr/>
        </p:nvSpPr>
        <p:spPr>
          <a:xfrm>
            <a:off x="4062007" y="1945203"/>
            <a:ext cx="2457450" cy="7858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4728507" y="2117930"/>
            <a:ext cx="1743075" cy="369332"/>
          </a:xfrm>
          <a:prstGeom prst="rect">
            <a:avLst/>
          </a:prstGeom>
          <a:noFill/>
        </p:spPr>
        <p:txBody>
          <a:bodyPr wrap="square" rtlCol="0">
            <a:spAutoFit/>
          </a:bodyPr>
          <a:lstStyle/>
          <a:p>
            <a:r>
              <a:rPr lang="en-US" dirty="0" smtClean="0"/>
              <a:t>Declaration</a:t>
            </a:r>
            <a:endParaRPr lang="en-US" dirty="0"/>
          </a:p>
        </p:txBody>
      </p:sp>
    </p:spTree>
    <p:extLst>
      <p:ext uri="{BB962C8B-B14F-4D97-AF65-F5344CB8AC3E}">
        <p14:creationId xmlns:p14="http://schemas.microsoft.com/office/powerpoint/2010/main" val="36108041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2746" y="545610"/>
            <a:ext cx="9804188" cy="264653"/>
          </a:xfrm>
          <a:prstGeom prst="rect">
            <a:avLst/>
          </a:prstGeom>
        </p:spPr>
      </p:pic>
      <p:sp>
        <p:nvSpPr>
          <p:cNvPr id="3" name="Rectangle 2"/>
          <p:cNvSpPr/>
          <p:nvPr/>
        </p:nvSpPr>
        <p:spPr>
          <a:xfrm>
            <a:off x="470315" y="54047"/>
            <a:ext cx="5927520"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Commercial General Liability</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4" name="TextBox 3"/>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graphicFrame>
        <p:nvGraphicFramePr>
          <p:cNvPr id="5" name="Diagram 4"/>
          <p:cNvGraphicFramePr/>
          <p:nvPr>
            <p:extLst>
              <p:ext uri="{D42A27DB-BD31-4B8C-83A1-F6EECF244321}">
                <p14:modId xmlns:p14="http://schemas.microsoft.com/office/powerpoint/2010/main" val="1743148457"/>
              </p:ext>
            </p:extLst>
          </p:nvPr>
        </p:nvGraphicFramePr>
        <p:xfrm>
          <a:off x="8109370" y="1281864"/>
          <a:ext cx="3763493" cy="24026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p:cNvGraphicFramePr/>
          <p:nvPr>
            <p:extLst>
              <p:ext uri="{D42A27DB-BD31-4B8C-83A1-F6EECF244321}">
                <p14:modId xmlns:p14="http://schemas.microsoft.com/office/powerpoint/2010/main" val="3185950939"/>
              </p:ext>
            </p:extLst>
          </p:nvPr>
        </p:nvGraphicFramePr>
        <p:xfrm>
          <a:off x="8109370" y="3425780"/>
          <a:ext cx="3763493" cy="231883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7" name="Diagram 6"/>
          <p:cNvGraphicFramePr/>
          <p:nvPr>
            <p:extLst>
              <p:ext uri="{D42A27DB-BD31-4B8C-83A1-F6EECF244321}">
                <p14:modId xmlns:p14="http://schemas.microsoft.com/office/powerpoint/2010/main" val="3581882596"/>
              </p:ext>
            </p:extLst>
          </p:nvPr>
        </p:nvGraphicFramePr>
        <p:xfrm>
          <a:off x="8109371" y="5512159"/>
          <a:ext cx="3763492" cy="845779"/>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8" name="Rectangle 7"/>
          <p:cNvSpPr/>
          <p:nvPr/>
        </p:nvSpPr>
        <p:spPr>
          <a:xfrm>
            <a:off x="342746" y="810263"/>
            <a:ext cx="7613899" cy="3600986"/>
          </a:xfrm>
          <a:prstGeom prst="rect">
            <a:avLst/>
          </a:prstGeom>
        </p:spPr>
        <p:txBody>
          <a:bodyPr wrap="square">
            <a:spAutoFit/>
          </a:bodyPr>
          <a:lstStyle/>
          <a:p>
            <a:r>
              <a:rPr lang="en-US" sz="2400" dirty="0" smtClean="0">
                <a:solidFill>
                  <a:srgbClr val="00B0F0"/>
                </a:solidFill>
                <a:latin typeface="Segoe UI" panose="020B0502040204020203" pitchFamily="34" charset="0"/>
                <a:cs typeface="Segoe UI" panose="020B0502040204020203" pitchFamily="34" charset="0"/>
              </a:rPr>
              <a:t>Coverages</a:t>
            </a:r>
          </a:p>
          <a:p>
            <a:endParaRPr lang="en-US" sz="1200" dirty="0" smtClean="0">
              <a:solidFill>
                <a:srgbClr val="00B0F0"/>
              </a:solidFill>
              <a:latin typeface="Segoe UI" panose="020B0502040204020203" pitchFamily="34" charset="0"/>
              <a:cs typeface="Segoe UI" panose="020B0502040204020203" pitchFamily="34" charset="0"/>
            </a:endParaRPr>
          </a:p>
          <a:p>
            <a:pPr marL="742950" lvl="1" indent="-285750">
              <a:buFont typeface="Arial" panose="020B0604020202020204" pitchFamily="34" charset="0"/>
              <a:buChar char="•"/>
            </a:pPr>
            <a:r>
              <a:rPr lang="en-US" sz="1600" b="1" dirty="0" smtClean="0">
                <a:solidFill>
                  <a:prstClr val="black"/>
                </a:solidFill>
                <a:latin typeface="Segoe UI" panose="020B0502040204020203" pitchFamily="34" charset="0"/>
                <a:cs typeface="Segoe UI" panose="020B0502040204020203" pitchFamily="34" charset="0"/>
              </a:rPr>
              <a:t>Coverage </a:t>
            </a:r>
            <a:r>
              <a:rPr lang="en-US" sz="1600" b="1" dirty="0">
                <a:solidFill>
                  <a:prstClr val="black"/>
                </a:solidFill>
                <a:latin typeface="Segoe UI" panose="020B0502040204020203" pitchFamily="34" charset="0"/>
                <a:cs typeface="Segoe UI" panose="020B0502040204020203" pitchFamily="34" charset="0"/>
              </a:rPr>
              <a:t>A - Bodily Injury and Property Damage Liability</a:t>
            </a:r>
          </a:p>
          <a:p>
            <a:pPr marL="1200150" lvl="2" indent="-285750">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Insures against claims arising out of premises, operations, products, completed operations and contractual liability exposures</a:t>
            </a:r>
          </a:p>
          <a:p>
            <a:pPr marL="1200150" lvl="2" indent="-285750">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Covers bodily injury, sickness or disease sustained by a person, including death, pain and suffering</a:t>
            </a:r>
          </a:p>
          <a:p>
            <a:pPr marL="1200150" lvl="2" indent="-285750">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Covers physical injury to tangible property, including loss of use, and loss of use of the property that is not damaged</a:t>
            </a:r>
          </a:p>
          <a:p>
            <a:pPr marL="1200150" lvl="2"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To be insured the bodily injury or the property damage must be caused by a single occurrence</a:t>
            </a:r>
          </a:p>
          <a:p>
            <a:pPr marL="1200150" lvl="2" indent="-285750" algn="just">
              <a:buFont typeface="Arial" panose="020B0604020202020204" pitchFamily="34" charset="0"/>
              <a:buChar char="•"/>
            </a:pPr>
            <a:r>
              <a:rPr lang="en-US" sz="1600" dirty="0">
                <a:latin typeface="Segoe UI" panose="020B0502040204020203" pitchFamily="34" charset="0"/>
                <a:cs typeface="Segoe UI" panose="020B0502040204020203" pitchFamily="34" charset="0"/>
              </a:rPr>
              <a:t>The loss must have occurred in the coverage territory which includes United States, Puerto Rico and Canada</a:t>
            </a:r>
          </a:p>
          <a:p>
            <a:pPr marL="1200150" lvl="2"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Insurer’s duty to defend are broader than it’s duty to pay damages</a:t>
            </a:r>
          </a:p>
        </p:txBody>
      </p:sp>
      <p:sp>
        <p:nvSpPr>
          <p:cNvPr id="9" name="Rectangle 8"/>
          <p:cNvSpPr/>
          <p:nvPr/>
        </p:nvSpPr>
        <p:spPr>
          <a:xfrm>
            <a:off x="386075" y="4595915"/>
            <a:ext cx="7570570" cy="1815882"/>
          </a:xfrm>
          <a:prstGeom prst="rect">
            <a:avLst/>
          </a:prstGeom>
        </p:spPr>
        <p:txBody>
          <a:bodyPr wrap="square">
            <a:spAutoFit/>
          </a:bodyPr>
          <a:lstStyle/>
          <a:p>
            <a:pPr marL="742950" lvl="1" indent="-285750">
              <a:buFont typeface="Arial" panose="020B0604020202020204" pitchFamily="34" charset="0"/>
              <a:buChar char="•"/>
            </a:pPr>
            <a:r>
              <a:rPr lang="en-US" sz="1600" b="1" dirty="0">
                <a:solidFill>
                  <a:prstClr val="black"/>
                </a:solidFill>
                <a:latin typeface="Segoe UI" panose="020B0502040204020203" pitchFamily="34" charset="0"/>
                <a:cs typeface="Segoe UI" panose="020B0502040204020203" pitchFamily="34" charset="0"/>
              </a:rPr>
              <a:t>Coverage B - Personal and Advertising Injury Liability</a:t>
            </a:r>
          </a:p>
          <a:p>
            <a:pPr marL="1200150" lvl="2" indent="-285750">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Insures against claims based on torts such as libel, slander, wrongful eviction etc.</a:t>
            </a:r>
          </a:p>
          <a:p>
            <a:pPr marL="1200150" lvl="2" indent="-285750" algn="just">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Also protects against claims of oral or written publications and copyright infringement</a:t>
            </a:r>
          </a:p>
          <a:p>
            <a:pPr marL="1200150" lvl="2" indent="-285750">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The coverage territory is worldwide for coverage B</a:t>
            </a:r>
          </a:p>
          <a:p>
            <a:pPr marL="1200150" lvl="2" indent="-285750">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Insurer also defends the insured if the insured is held legally liable</a:t>
            </a:r>
          </a:p>
        </p:txBody>
      </p:sp>
    </p:spTree>
    <p:extLst>
      <p:ext uri="{BB962C8B-B14F-4D97-AF65-F5344CB8AC3E}">
        <p14:creationId xmlns:p14="http://schemas.microsoft.com/office/powerpoint/2010/main" val="10773746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42746" y="545610"/>
            <a:ext cx="9804188" cy="264653"/>
          </a:xfrm>
          <a:prstGeom prst="rect">
            <a:avLst/>
          </a:prstGeom>
        </p:spPr>
      </p:pic>
      <p:sp>
        <p:nvSpPr>
          <p:cNvPr id="3" name="Rectangle 2"/>
          <p:cNvSpPr/>
          <p:nvPr/>
        </p:nvSpPr>
        <p:spPr>
          <a:xfrm>
            <a:off x="470315" y="54047"/>
            <a:ext cx="5927520"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Commercial General Liability</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4" name="TextBox 3"/>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graphicFrame>
        <p:nvGraphicFramePr>
          <p:cNvPr id="8" name="Diagram 7"/>
          <p:cNvGraphicFramePr/>
          <p:nvPr>
            <p:extLst>
              <p:ext uri="{D42A27DB-BD31-4B8C-83A1-F6EECF244321}">
                <p14:modId xmlns:p14="http://schemas.microsoft.com/office/powerpoint/2010/main" val="2794057842"/>
              </p:ext>
            </p:extLst>
          </p:nvPr>
        </p:nvGraphicFramePr>
        <p:xfrm>
          <a:off x="8109370" y="1281864"/>
          <a:ext cx="3763493" cy="24026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9" name="Diagram 8"/>
          <p:cNvGraphicFramePr/>
          <p:nvPr>
            <p:extLst>
              <p:ext uri="{D42A27DB-BD31-4B8C-83A1-F6EECF244321}">
                <p14:modId xmlns:p14="http://schemas.microsoft.com/office/powerpoint/2010/main" val="871293721"/>
              </p:ext>
            </p:extLst>
          </p:nvPr>
        </p:nvGraphicFramePr>
        <p:xfrm>
          <a:off x="8109370" y="3425780"/>
          <a:ext cx="3763493" cy="231883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aphicFrame>
        <p:nvGraphicFramePr>
          <p:cNvPr id="10" name="Diagram 9"/>
          <p:cNvGraphicFramePr/>
          <p:nvPr>
            <p:extLst>
              <p:ext uri="{D42A27DB-BD31-4B8C-83A1-F6EECF244321}">
                <p14:modId xmlns:p14="http://schemas.microsoft.com/office/powerpoint/2010/main" val="3882430664"/>
              </p:ext>
            </p:extLst>
          </p:nvPr>
        </p:nvGraphicFramePr>
        <p:xfrm>
          <a:off x="8109371" y="5512159"/>
          <a:ext cx="3763492" cy="845779"/>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
        <p:nvSpPr>
          <p:cNvPr id="11" name="Rectangle 10"/>
          <p:cNvSpPr/>
          <p:nvPr/>
        </p:nvSpPr>
        <p:spPr>
          <a:xfrm>
            <a:off x="470314" y="963859"/>
            <a:ext cx="7295261" cy="2062103"/>
          </a:xfrm>
          <a:prstGeom prst="rect">
            <a:avLst/>
          </a:prstGeom>
        </p:spPr>
        <p:txBody>
          <a:bodyPr wrap="square">
            <a:spAutoFit/>
          </a:bodyPr>
          <a:lstStyle/>
          <a:p>
            <a:pPr marL="742950" lvl="1" indent="-285750">
              <a:buFont typeface="Arial" panose="020B0604020202020204" pitchFamily="34" charset="0"/>
              <a:buChar char="•"/>
            </a:pPr>
            <a:r>
              <a:rPr lang="en-US" sz="1600" b="1" dirty="0">
                <a:solidFill>
                  <a:prstClr val="black"/>
                </a:solidFill>
                <a:latin typeface="Segoe UI" panose="020B0502040204020203" pitchFamily="34" charset="0"/>
                <a:cs typeface="Segoe UI" panose="020B0502040204020203" pitchFamily="34" charset="0"/>
              </a:rPr>
              <a:t>Coverage C - Medical Payments</a:t>
            </a:r>
          </a:p>
          <a:p>
            <a:pPr marL="1200150" lvl="2" indent="-285750">
              <a:buFont typeface="Arial" panose="020B0604020202020204" pitchFamily="34" charset="0"/>
              <a:buChar char="•"/>
            </a:pPr>
            <a:r>
              <a:rPr lang="en-US" sz="1600" dirty="0">
                <a:solidFill>
                  <a:prstClr val="black"/>
                </a:solidFill>
                <a:latin typeface="Segoe UI" panose="020B0502040204020203" pitchFamily="34" charset="0"/>
                <a:cs typeface="Segoe UI" panose="020B0502040204020203" pitchFamily="34" charset="0"/>
              </a:rPr>
              <a:t>Covers for medical expenses including funeral expenses for bodily injury caused by an accident on premises owned or rented by the insured, including the ways adjacent to such premises (also from operations away from the premises)</a:t>
            </a:r>
          </a:p>
          <a:p>
            <a:pPr marL="1200150" lvl="2" indent="-285750">
              <a:buFont typeface="Arial" panose="020B0604020202020204" pitchFamily="34" charset="0"/>
              <a:buChar char="•"/>
            </a:pPr>
            <a:r>
              <a:rPr lang="en-US" sz="1600" dirty="0" smtClean="0">
                <a:solidFill>
                  <a:prstClr val="black"/>
                </a:solidFill>
                <a:latin typeface="Segoe UI" panose="020B0502040204020203" pitchFamily="34" charset="0"/>
                <a:cs typeface="Segoe UI" panose="020B0502040204020203" pitchFamily="34" charset="0"/>
              </a:rPr>
              <a:t>The expenses must have incurred and reported within one year after the date of the accident</a:t>
            </a:r>
          </a:p>
          <a:p>
            <a:pPr marL="1200150" lvl="2" indent="-285750">
              <a:buFont typeface="Arial" panose="020B0604020202020204" pitchFamily="34" charset="0"/>
              <a:buChar char="•"/>
            </a:pPr>
            <a:r>
              <a:rPr lang="en-US" sz="1600" dirty="0" smtClean="0">
                <a:solidFill>
                  <a:prstClr val="black"/>
                </a:solidFill>
                <a:latin typeface="Segoe UI" panose="020B0502040204020203" pitchFamily="34" charset="0"/>
                <a:cs typeface="Segoe UI" panose="020B0502040204020203" pitchFamily="34" charset="0"/>
              </a:rPr>
              <a:t>Coverage </a:t>
            </a:r>
            <a:r>
              <a:rPr lang="en-US" sz="1600" dirty="0">
                <a:solidFill>
                  <a:prstClr val="black"/>
                </a:solidFill>
                <a:latin typeface="Segoe UI" panose="020B0502040204020203" pitchFamily="34" charset="0"/>
                <a:cs typeface="Segoe UI" panose="020B0502040204020203" pitchFamily="34" charset="0"/>
              </a:rPr>
              <a:t>is provided despite liability</a:t>
            </a:r>
          </a:p>
        </p:txBody>
      </p:sp>
      <p:sp>
        <p:nvSpPr>
          <p:cNvPr id="13" name="Rectangle 12"/>
          <p:cNvSpPr/>
          <p:nvPr/>
        </p:nvSpPr>
        <p:spPr>
          <a:xfrm>
            <a:off x="1069944" y="3034025"/>
            <a:ext cx="6096000" cy="2923877"/>
          </a:xfrm>
          <a:prstGeom prst="rect">
            <a:avLst/>
          </a:prstGeom>
        </p:spPr>
        <p:txBody>
          <a:bodyPr>
            <a:spAutoFit/>
          </a:bodyPr>
          <a:lstStyle/>
          <a:p>
            <a:r>
              <a:rPr lang="en-US" sz="2400" dirty="0" smtClean="0">
                <a:solidFill>
                  <a:srgbClr val="00B0F0"/>
                </a:solidFill>
                <a:latin typeface="Segoe UI" panose="020B0502040204020203" pitchFamily="34" charset="0"/>
                <a:cs typeface="Segoe UI" panose="020B0502040204020203" pitchFamily="34" charset="0"/>
              </a:rPr>
              <a:t>Exclusions:</a:t>
            </a:r>
            <a:endParaRPr lang="en-US" sz="1600" b="1" dirty="0"/>
          </a:p>
          <a:p>
            <a:pPr marL="742950" lvl="1" indent="-285750">
              <a:buFont typeface="Arial" panose="020B0604020202020204" pitchFamily="34" charset="0"/>
              <a:buChar char="•"/>
            </a:pPr>
            <a:r>
              <a:rPr lang="en-US" sz="1600" b="1" dirty="0">
                <a:latin typeface="Segoe UI" panose="020B0502040204020203" pitchFamily="34" charset="0"/>
                <a:cs typeface="Segoe UI" panose="020B0502040204020203" pitchFamily="34" charset="0"/>
              </a:rPr>
              <a:t>Coverage A – Exclusions</a:t>
            </a:r>
          </a:p>
          <a:p>
            <a:pPr marL="1200150" lvl="2"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Expected or intended injury</a:t>
            </a:r>
          </a:p>
          <a:p>
            <a:pPr marL="1200150" lvl="2"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Contractual liability</a:t>
            </a:r>
          </a:p>
          <a:p>
            <a:pPr marL="1200150" lvl="2"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Liquor liability</a:t>
            </a:r>
          </a:p>
          <a:p>
            <a:pPr marL="1200150" lvl="2"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Pollution</a:t>
            </a:r>
          </a:p>
          <a:p>
            <a:pPr marL="1200150" lvl="2"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Aircraft, Auto or Watercraft</a:t>
            </a:r>
          </a:p>
          <a:p>
            <a:pPr marL="1200150" lvl="2"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War</a:t>
            </a:r>
          </a:p>
          <a:p>
            <a:pPr marL="1200150" lvl="2"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Mobile equipment</a:t>
            </a:r>
          </a:p>
          <a:p>
            <a:pPr marL="1200150" lvl="2"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Personal and advertising injury</a:t>
            </a:r>
          </a:p>
          <a:p>
            <a:pPr marL="1200150" lvl="2"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Electronic data</a:t>
            </a:r>
          </a:p>
        </p:txBody>
      </p:sp>
    </p:spTree>
    <p:extLst>
      <p:ext uri="{BB962C8B-B14F-4D97-AF65-F5344CB8AC3E}">
        <p14:creationId xmlns:p14="http://schemas.microsoft.com/office/powerpoint/2010/main" val="2113859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2746" y="545610"/>
            <a:ext cx="9804188" cy="264653"/>
          </a:xfrm>
          <a:prstGeom prst="rect">
            <a:avLst/>
          </a:prstGeom>
        </p:spPr>
      </p:pic>
      <p:sp>
        <p:nvSpPr>
          <p:cNvPr id="3" name="Rectangle 2"/>
          <p:cNvSpPr/>
          <p:nvPr/>
        </p:nvSpPr>
        <p:spPr>
          <a:xfrm>
            <a:off x="470315" y="54047"/>
            <a:ext cx="5927520"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Commercial General Liability</a:t>
            </a:r>
            <a:endParaRPr lang="en-IN" sz="3454" b="1" dirty="0">
              <a:solidFill>
                <a:prstClr val="black"/>
              </a:solidFill>
              <a:latin typeface="Segoe UI Semibold" panose="020B0702040204020203" pitchFamily="34" charset="0"/>
              <a:cs typeface="BrowalliaUPC" panose="020B0604020202020204" pitchFamily="34" charset="-34"/>
            </a:endParaRPr>
          </a:p>
        </p:txBody>
      </p:sp>
      <p:graphicFrame>
        <p:nvGraphicFramePr>
          <p:cNvPr id="4" name="Diagram 3"/>
          <p:cNvGraphicFramePr/>
          <p:nvPr>
            <p:extLst>
              <p:ext uri="{D42A27DB-BD31-4B8C-83A1-F6EECF244321}">
                <p14:modId xmlns:p14="http://schemas.microsoft.com/office/powerpoint/2010/main" val="1238631161"/>
              </p:ext>
            </p:extLst>
          </p:nvPr>
        </p:nvGraphicFramePr>
        <p:xfrm>
          <a:off x="8109370" y="1281864"/>
          <a:ext cx="3763493" cy="24026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p:cNvGraphicFramePr/>
          <p:nvPr>
            <p:extLst>
              <p:ext uri="{D42A27DB-BD31-4B8C-83A1-F6EECF244321}">
                <p14:modId xmlns:p14="http://schemas.microsoft.com/office/powerpoint/2010/main" val="4107454804"/>
              </p:ext>
            </p:extLst>
          </p:nvPr>
        </p:nvGraphicFramePr>
        <p:xfrm>
          <a:off x="8109370" y="3425780"/>
          <a:ext cx="3763493" cy="231883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6" name="Diagram 5"/>
          <p:cNvGraphicFramePr/>
          <p:nvPr>
            <p:extLst>
              <p:ext uri="{D42A27DB-BD31-4B8C-83A1-F6EECF244321}">
                <p14:modId xmlns:p14="http://schemas.microsoft.com/office/powerpoint/2010/main" val="3956745594"/>
              </p:ext>
            </p:extLst>
          </p:nvPr>
        </p:nvGraphicFramePr>
        <p:xfrm>
          <a:off x="8109371" y="5512159"/>
          <a:ext cx="3763492" cy="845779"/>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7" name="TextBox 6"/>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8" name="Rectangle 7"/>
          <p:cNvSpPr/>
          <p:nvPr/>
        </p:nvSpPr>
        <p:spPr>
          <a:xfrm>
            <a:off x="470315" y="1117456"/>
            <a:ext cx="6096000" cy="2554545"/>
          </a:xfrm>
          <a:prstGeom prst="rect">
            <a:avLst/>
          </a:prstGeom>
        </p:spPr>
        <p:txBody>
          <a:bodyPr>
            <a:spAutoFit/>
          </a:bodyPr>
          <a:lstStyle/>
          <a:p>
            <a:pPr marL="742950" lvl="1" indent="-285750">
              <a:buFont typeface="Arial" panose="020B0604020202020204" pitchFamily="34" charset="0"/>
              <a:buChar char="•"/>
            </a:pPr>
            <a:r>
              <a:rPr lang="en-US" sz="1600" b="1" dirty="0">
                <a:latin typeface="Segoe UI" panose="020B0502040204020203" pitchFamily="34" charset="0"/>
                <a:cs typeface="Segoe UI" panose="020B0502040204020203" pitchFamily="34" charset="0"/>
              </a:rPr>
              <a:t>Coverage B – Exclusions</a:t>
            </a:r>
          </a:p>
          <a:p>
            <a:pPr marL="1200150" lvl="2"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Criminal acts</a:t>
            </a:r>
          </a:p>
          <a:p>
            <a:pPr marL="1200150" lvl="2"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Knowing violation of rights of others</a:t>
            </a:r>
          </a:p>
          <a:p>
            <a:pPr marL="1200150" lvl="2"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Material published with knowledge of falsity</a:t>
            </a:r>
          </a:p>
          <a:p>
            <a:pPr marL="1200150" lvl="2"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Electronic chatroom or bulletin boards</a:t>
            </a:r>
          </a:p>
          <a:p>
            <a:pPr marL="742950" lvl="1" indent="-285750">
              <a:buFont typeface="Arial" panose="020B0604020202020204" pitchFamily="34" charset="0"/>
              <a:buChar char="•"/>
            </a:pPr>
            <a:r>
              <a:rPr lang="en-US" sz="1600" b="1" dirty="0">
                <a:latin typeface="Segoe UI" panose="020B0502040204020203" pitchFamily="34" charset="0"/>
                <a:cs typeface="Segoe UI" panose="020B0502040204020203" pitchFamily="34" charset="0"/>
              </a:rPr>
              <a:t>Coverage C – Exclusions</a:t>
            </a:r>
          </a:p>
          <a:p>
            <a:pPr marL="1200150" lvl="2"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Any insured</a:t>
            </a:r>
          </a:p>
          <a:p>
            <a:pPr marL="1200150" lvl="2"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Anyone hired to work for the insured</a:t>
            </a:r>
          </a:p>
          <a:p>
            <a:pPr marL="1200150" lvl="2"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A person entitled for worker’s compensation benefits</a:t>
            </a:r>
          </a:p>
        </p:txBody>
      </p:sp>
      <p:sp>
        <p:nvSpPr>
          <p:cNvPr id="9" name="Rectangle 8"/>
          <p:cNvSpPr/>
          <p:nvPr/>
        </p:nvSpPr>
        <p:spPr>
          <a:xfrm>
            <a:off x="922985" y="4174950"/>
            <a:ext cx="7023279" cy="1569660"/>
          </a:xfrm>
          <a:prstGeom prst="rect">
            <a:avLst/>
          </a:prstGeom>
        </p:spPr>
        <p:txBody>
          <a:bodyPr wrap="square">
            <a:spAutoFit/>
          </a:bodyPr>
          <a:lstStyle/>
          <a:p>
            <a:pPr marL="285750" indent="-285750">
              <a:buFont typeface="Arial" panose="020B0604020202020204" pitchFamily="34" charset="0"/>
              <a:buChar char="•"/>
            </a:pPr>
            <a:r>
              <a:rPr lang="en-US" sz="1600" dirty="0"/>
              <a:t>CGL policy also provides supplementary payments </a:t>
            </a:r>
          </a:p>
          <a:p>
            <a:pPr marL="742950" lvl="1" indent="-285750">
              <a:buFont typeface="Arial" panose="020B0604020202020204" pitchFamily="34" charset="0"/>
              <a:buChar char="•"/>
            </a:pPr>
            <a:r>
              <a:rPr lang="en-US" sz="1600" dirty="0"/>
              <a:t>Fees for attorneys</a:t>
            </a:r>
          </a:p>
          <a:p>
            <a:pPr marL="742950" lvl="1" indent="-285750">
              <a:buFont typeface="Arial" panose="020B0604020202020204" pitchFamily="34" charset="0"/>
              <a:buChar char="•"/>
            </a:pPr>
            <a:r>
              <a:rPr lang="en-US" sz="1600" dirty="0"/>
              <a:t>Cost of bail bonds</a:t>
            </a:r>
          </a:p>
          <a:p>
            <a:pPr marL="742950" lvl="1" indent="-285750">
              <a:buFont typeface="Arial" panose="020B0604020202020204" pitchFamily="34" charset="0"/>
              <a:buChar char="•"/>
            </a:pPr>
            <a:r>
              <a:rPr lang="en-US" sz="1600" dirty="0"/>
              <a:t>Loss of earnings</a:t>
            </a:r>
          </a:p>
          <a:p>
            <a:pPr marL="742950" lvl="1" indent="-285750">
              <a:buFont typeface="Arial" panose="020B0604020202020204" pitchFamily="34" charset="0"/>
              <a:buChar char="•"/>
            </a:pPr>
            <a:r>
              <a:rPr lang="en-US" sz="1600" dirty="0"/>
              <a:t>Interest on judgements</a:t>
            </a:r>
          </a:p>
          <a:p>
            <a:endParaRPr lang="en-US" sz="1600" dirty="0"/>
          </a:p>
        </p:txBody>
      </p:sp>
    </p:spTree>
    <p:extLst>
      <p:ext uri="{BB962C8B-B14F-4D97-AF65-F5344CB8AC3E}">
        <p14:creationId xmlns:p14="http://schemas.microsoft.com/office/powerpoint/2010/main" val="5541030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2746" y="545610"/>
            <a:ext cx="9804188" cy="264653"/>
          </a:xfrm>
          <a:prstGeom prst="rect">
            <a:avLst/>
          </a:prstGeom>
        </p:spPr>
      </p:pic>
      <p:sp>
        <p:nvSpPr>
          <p:cNvPr id="3" name="Rectangle 2"/>
          <p:cNvSpPr/>
          <p:nvPr/>
        </p:nvSpPr>
        <p:spPr>
          <a:xfrm>
            <a:off x="470315" y="54047"/>
            <a:ext cx="5927520"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Commercial General Liability</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4" name="TextBox 3"/>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graphicFrame>
        <p:nvGraphicFramePr>
          <p:cNvPr id="5" name="Diagram 4"/>
          <p:cNvGraphicFramePr/>
          <p:nvPr>
            <p:extLst>
              <p:ext uri="{D42A27DB-BD31-4B8C-83A1-F6EECF244321}">
                <p14:modId xmlns:p14="http://schemas.microsoft.com/office/powerpoint/2010/main" val="3182715965"/>
              </p:ext>
            </p:extLst>
          </p:nvPr>
        </p:nvGraphicFramePr>
        <p:xfrm>
          <a:off x="8314207" y="1356300"/>
          <a:ext cx="3763493" cy="24026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p:cNvGraphicFramePr/>
          <p:nvPr>
            <p:extLst>
              <p:ext uri="{D42A27DB-BD31-4B8C-83A1-F6EECF244321}">
                <p14:modId xmlns:p14="http://schemas.microsoft.com/office/powerpoint/2010/main" val="2356261360"/>
              </p:ext>
            </p:extLst>
          </p:nvPr>
        </p:nvGraphicFramePr>
        <p:xfrm>
          <a:off x="8314207" y="3500216"/>
          <a:ext cx="3763493" cy="231883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7" name="Diagram 6"/>
          <p:cNvGraphicFramePr/>
          <p:nvPr>
            <p:extLst>
              <p:ext uri="{D42A27DB-BD31-4B8C-83A1-F6EECF244321}">
                <p14:modId xmlns:p14="http://schemas.microsoft.com/office/powerpoint/2010/main" val="2429143900"/>
              </p:ext>
            </p:extLst>
          </p:nvPr>
        </p:nvGraphicFramePr>
        <p:xfrm>
          <a:off x="8314208" y="5586595"/>
          <a:ext cx="3763492" cy="845779"/>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8" name="Rectangle 7"/>
          <p:cNvSpPr/>
          <p:nvPr/>
        </p:nvSpPr>
        <p:spPr>
          <a:xfrm>
            <a:off x="470315" y="1043189"/>
            <a:ext cx="7514586" cy="3908762"/>
          </a:xfrm>
          <a:prstGeom prst="rect">
            <a:avLst/>
          </a:prstGeom>
        </p:spPr>
        <p:txBody>
          <a:bodyPr wrap="square">
            <a:spAutoFit/>
          </a:bodyPr>
          <a:lstStyle/>
          <a:p>
            <a:r>
              <a:rPr lang="en-US" sz="2400" dirty="0" smtClean="0">
                <a:solidFill>
                  <a:srgbClr val="00B0F0"/>
                </a:solidFill>
                <a:latin typeface="Segoe UI" panose="020B0502040204020203" pitchFamily="34" charset="0"/>
                <a:cs typeface="Segoe UI" panose="020B0502040204020203" pitchFamily="34" charset="0"/>
              </a:rPr>
              <a:t>Limits:</a:t>
            </a:r>
            <a:endParaRPr lang="en-US" sz="1600" dirty="0"/>
          </a:p>
          <a:p>
            <a:pPr marL="285750" indent="-285750">
              <a:buFont typeface="Arial" panose="020B0604020202020204" pitchFamily="34" charset="0"/>
              <a:buChar char="•"/>
            </a:pPr>
            <a:r>
              <a:rPr lang="en-US" sz="1600" dirty="0" smtClean="0">
                <a:latin typeface="Segoe UI" panose="020B0502040204020203" pitchFamily="34" charset="0"/>
                <a:cs typeface="Segoe UI" panose="020B0502040204020203" pitchFamily="34" charset="0"/>
              </a:rPr>
              <a:t>Per </a:t>
            </a:r>
            <a:r>
              <a:rPr lang="en-US" sz="1600" dirty="0">
                <a:latin typeface="Segoe UI" panose="020B0502040204020203" pitchFamily="34" charset="0"/>
                <a:cs typeface="Segoe UI" panose="020B0502040204020203" pitchFamily="34" charset="0"/>
              </a:rPr>
              <a:t>occurrence limit specifies the maximum amount per occurrence. Sub-limits include </a:t>
            </a:r>
            <a:r>
              <a:rPr lang="en-US" sz="1600" b="1" dirty="0">
                <a:latin typeface="Segoe UI" panose="020B0502040204020203" pitchFamily="34" charset="0"/>
                <a:cs typeface="Segoe UI" panose="020B0502040204020203" pitchFamily="34" charset="0"/>
              </a:rPr>
              <a:t>Damage to premises rented to you </a:t>
            </a:r>
            <a:r>
              <a:rPr lang="en-US" sz="1600" dirty="0">
                <a:latin typeface="Segoe UI" panose="020B0502040204020203" pitchFamily="34" charset="0"/>
                <a:cs typeface="Segoe UI" panose="020B0502040204020203" pitchFamily="34" charset="0"/>
              </a:rPr>
              <a:t>(basic $ 100,000) and </a:t>
            </a:r>
            <a:r>
              <a:rPr lang="en-US" sz="1600" b="1" dirty="0">
                <a:latin typeface="Segoe UI" panose="020B0502040204020203" pitchFamily="34" charset="0"/>
                <a:cs typeface="Segoe UI" panose="020B0502040204020203" pitchFamily="34" charset="0"/>
              </a:rPr>
              <a:t>Medical expense limit </a:t>
            </a:r>
            <a:r>
              <a:rPr lang="en-US" sz="1600" dirty="0">
                <a:latin typeface="Segoe UI" panose="020B0502040204020203" pitchFamily="34" charset="0"/>
                <a:cs typeface="Segoe UI" panose="020B0502040204020203" pitchFamily="34" charset="0"/>
              </a:rPr>
              <a:t>for one person (basic $ 5,000)</a:t>
            </a:r>
          </a:p>
          <a:p>
            <a:pPr marL="285750" indent="-285750">
              <a:buFont typeface="Wingdings" panose="05000000000000000000" pitchFamily="2" charset="2"/>
              <a:buChar char="v"/>
            </a:pPr>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CGL coverage form has two limits along with a limit for each covered occurrence. These cap the amount to be paid for the entire policy </a:t>
            </a:r>
            <a:r>
              <a:rPr lang="en-US" sz="1600" dirty="0" smtClean="0">
                <a:latin typeface="Segoe UI" panose="020B0502040204020203" pitchFamily="34" charset="0"/>
                <a:cs typeface="Segoe UI" panose="020B0502040204020203" pitchFamily="34" charset="0"/>
              </a:rPr>
              <a:t>period</a:t>
            </a:r>
          </a:p>
          <a:p>
            <a:pPr marL="285750" indent="-285750">
              <a:buFont typeface="Arial" panose="020B0604020202020204" pitchFamily="34" charset="0"/>
              <a:buChar char="•"/>
            </a:pPr>
            <a:endParaRPr lang="en-US" sz="1600" dirty="0">
              <a:latin typeface="Segoe UI" panose="020B0502040204020203" pitchFamily="34" charset="0"/>
              <a:cs typeface="Segoe UI" panose="020B0502040204020203" pitchFamily="34" charset="0"/>
            </a:endParaRPr>
          </a:p>
          <a:p>
            <a:pPr marL="742950" lvl="1" indent="-285750">
              <a:buFont typeface="Arial" panose="020B0604020202020204" pitchFamily="34" charset="0"/>
              <a:buChar char="•"/>
            </a:pPr>
            <a:r>
              <a:rPr lang="en-US" sz="1600" b="1" dirty="0">
                <a:latin typeface="Segoe UI" panose="020B0502040204020203" pitchFamily="34" charset="0"/>
                <a:cs typeface="Segoe UI" panose="020B0502040204020203" pitchFamily="34" charset="0"/>
              </a:rPr>
              <a:t>General aggregate limit </a:t>
            </a:r>
            <a:r>
              <a:rPr lang="en-US" sz="1600" dirty="0">
                <a:latin typeface="Segoe UI" panose="020B0502040204020203" pitchFamily="34" charset="0"/>
                <a:cs typeface="Segoe UI" panose="020B0502040204020203" pitchFamily="34" charset="0"/>
              </a:rPr>
              <a:t>– Maximum the insurer will pay for the sum of damages under </a:t>
            </a:r>
            <a:r>
              <a:rPr lang="en-US" sz="1600" dirty="0" err="1">
                <a:latin typeface="Segoe UI" panose="020B0502040204020203" pitchFamily="34" charset="0"/>
                <a:cs typeface="Segoe UI" panose="020B0502040204020203" pitchFamily="34" charset="0"/>
              </a:rPr>
              <a:t>Cov</a:t>
            </a:r>
            <a:r>
              <a:rPr lang="en-US" sz="1600" dirty="0">
                <a:latin typeface="Segoe UI" panose="020B0502040204020203" pitchFamily="34" charset="0"/>
                <a:cs typeface="Segoe UI" panose="020B0502040204020203" pitchFamily="34" charset="0"/>
              </a:rPr>
              <a:t> A (except those arising from products-completed operations), </a:t>
            </a:r>
            <a:r>
              <a:rPr lang="en-US" sz="1600" dirty="0" err="1">
                <a:latin typeface="Segoe UI" panose="020B0502040204020203" pitchFamily="34" charset="0"/>
                <a:cs typeface="Segoe UI" panose="020B0502040204020203" pitchFamily="34" charset="0"/>
              </a:rPr>
              <a:t>Cov</a:t>
            </a:r>
            <a:r>
              <a:rPr lang="en-US" sz="1600" dirty="0">
                <a:latin typeface="Segoe UI" panose="020B0502040204020203" pitchFamily="34" charset="0"/>
                <a:cs typeface="Segoe UI" panose="020B0502040204020203" pitchFamily="34" charset="0"/>
              </a:rPr>
              <a:t> B and </a:t>
            </a:r>
            <a:r>
              <a:rPr lang="en-US" sz="1600" dirty="0" err="1">
                <a:latin typeface="Segoe UI" panose="020B0502040204020203" pitchFamily="34" charset="0"/>
                <a:cs typeface="Segoe UI" panose="020B0502040204020203" pitchFamily="34" charset="0"/>
              </a:rPr>
              <a:t>Cov</a:t>
            </a:r>
            <a:r>
              <a:rPr lang="en-US" sz="1600" dirty="0">
                <a:latin typeface="Segoe UI" panose="020B0502040204020203" pitchFamily="34" charset="0"/>
                <a:cs typeface="Segoe UI" panose="020B0502040204020203" pitchFamily="34" charset="0"/>
              </a:rPr>
              <a:t> </a:t>
            </a:r>
            <a:r>
              <a:rPr lang="en-US" sz="1600" dirty="0" smtClean="0">
                <a:latin typeface="Segoe UI" panose="020B0502040204020203" pitchFamily="34" charset="0"/>
                <a:cs typeface="Segoe UI" panose="020B0502040204020203" pitchFamily="34" charset="0"/>
              </a:rPr>
              <a:t>C</a:t>
            </a:r>
          </a:p>
          <a:p>
            <a:pPr marL="742950" lvl="1" indent="-285750">
              <a:buFont typeface="Arial" panose="020B0604020202020204" pitchFamily="34" charset="0"/>
              <a:buChar char="•"/>
            </a:pPr>
            <a:endParaRPr lang="en-US" sz="1600" dirty="0">
              <a:latin typeface="Segoe UI" panose="020B0502040204020203" pitchFamily="34" charset="0"/>
              <a:cs typeface="Segoe UI" panose="020B0502040204020203" pitchFamily="34" charset="0"/>
            </a:endParaRPr>
          </a:p>
          <a:p>
            <a:pPr marL="742950" lvl="1" indent="-285750">
              <a:buFont typeface="Arial" panose="020B0604020202020204" pitchFamily="34" charset="0"/>
              <a:buChar char="•"/>
            </a:pPr>
            <a:r>
              <a:rPr lang="en-US" sz="1600" b="1" dirty="0">
                <a:latin typeface="Segoe UI" panose="020B0502040204020203" pitchFamily="34" charset="0"/>
                <a:cs typeface="Segoe UI" panose="020B0502040204020203" pitchFamily="34" charset="0"/>
              </a:rPr>
              <a:t>Products-completed operations aggregate limit</a:t>
            </a:r>
            <a:r>
              <a:rPr lang="en-US" sz="1600" dirty="0">
                <a:latin typeface="Segoe UI" panose="020B0502040204020203" pitchFamily="34" charset="0"/>
                <a:cs typeface="Segoe UI" panose="020B0502040204020203" pitchFamily="34" charset="0"/>
              </a:rPr>
              <a:t> – Maximum the insurer will pay in </a:t>
            </a:r>
            <a:r>
              <a:rPr lang="en-US" sz="1600" dirty="0" err="1">
                <a:latin typeface="Segoe UI" panose="020B0502040204020203" pitchFamily="34" charset="0"/>
                <a:cs typeface="Segoe UI" panose="020B0502040204020203" pitchFamily="34" charset="0"/>
              </a:rPr>
              <a:t>Cov</a:t>
            </a:r>
            <a:r>
              <a:rPr lang="en-US" sz="1600" dirty="0">
                <a:latin typeface="Segoe UI" panose="020B0502040204020203" pitchFamily="34" charset="0"/>
                <a:cs typeface="Segoe UI" panose="020B0502040204020203" pitchFamily="34" charset="0"/>
              </a:rPr>
              <a:t> A for bodily injury or property damage arising out of products-completed operations hazard</a:t>
            </a:r>
            <a:endParaRPr lang="en-US" sz="1600" b="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2266306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2746" y="545610"/>
            <a:ext cx="9804188" cy="264653"/>
          </a:xfrm>
          <a:prstGeom prst="rect">
            <a:avLst/>
          </a:prstGeom>
        </p:spPr>
      </p:pic>
      <p:sp>
        <p:nvSpPr>
          <p:cNvPr id="3" name="Rectangle 2"/>
          <p:cNvSpPr/>
          <p:nvPr/>
        </p:nvSpPr>
        <p:spPr>
          <a:xfrm>
            <a:off x="470315" y="54047"/>
            <a:ext cx="5927520"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Commercial General Liability</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4" name="TextBox 3"/>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5" name="Oval 4"/>
          <p:cNvSpPr/>
          <p:nvPr/>
        </p:nvSpPr>
        <p:spPr>
          <a:xfrm>
            <a:off x="470315" y="1208122"/>
            <a:ext cx="2743200" cy="2514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Oval 5"/>
          <p:cNvSpPr/>
          <p:nvPr/>
        </p:nvSpPr>
        <p:spPr>
          <a:xfrm>
            <a:off x="5575715" y="1131922"/>
            <a:ext cx="2209800" cy="1066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 name="Oval 6"/>
          <p:cNvSpPr/>
          <p:nvPr/>
        </p:nvSpPr>
        <p:spPr>
          <a:xfrm>
            <a:off x="5575715" y="2465422"/>
            <a:ext cx="2209800" cy="1066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 name="Oval 7"/>
          <p:cNvSpPr/>
          <p:nvPr/>
        </p:nvSpPr>
        <p:spPr>
          <a:xfrm>
            <a:off x="5042315" y="3722722"/>
            <a:ext cx="1066800" cy="1066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 name="Oval 8"/>
          <p:cNvSpPr/>
          <p:nvPr/>
        </p:nvSpPr>
        <p:spPr>
          <a:xfrm>
            <a:off x="7252115" y="3722722"/>
            <a:ext cx="1066800" cy="1066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Oval 9"/>
          <p:cNvSpPr/>
          <p:nvPr/>
        </p:nvSpPr>
        <p:spPr>
          <a:xfrm>
            <a:off x="1003715" y="4560922"/>
            <a:ext cx="1828800" cy="1828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Oval 10"/>
          <p:cNvSpPr/>
          <p:nvPr/>
        </p:nvSpPr>
        <p:spPr>
          <a:xfrm>
            <a:off x="6148529" y="4941922"/>
            <a:ext cx="1066800" cy="1066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12" name="Straight Connector 11"/>
          <p:cNvCxnSpPr>
            <a:stCxn id="5" idx="7"/>
            <a:endCxn id="6" idx="2"/>
          </p:cNvCxnSpPr>
          <p:nvPr/>
        </p:nvCxnSpPr>
        <p:spPr>
          <a:xfrm>
            <a:off x="2811783" y="1576377"/>
            <a:ext cx="2763932" cy="889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5" idx="5"/>
            <a:endCxn id="7" idx="2"/>
          </p:cNvCxnSpPr>
          <p:nvPr/>
        </p:nvCxnSpPr>
        <p:spPr>
          <a:xfrm flipV="1">
            <a:off x="2811783" y="2998822"/>
            <a:ext cx="2763932" cy="3556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7" idx="3"/>
            <a:endCxn id="8" idx="0"/>
          </p:cNvCxnSpPr>
          <p:nvPr/>
        </p:nvCxnSpPr>
        <p:spPr>
          <a:xfrm flipH="1">
            <a:off x="5575715" y="3375993"/>
            <a:ext cx="323618" cy="3467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7" idx="5"/>
            <a:endCxn id="9" idx="0"/>
          </p:cNvCxnSpPr>
          <p:nvPr/>
        </p:nvCxnSpPr>
        <p:spPr>
          <a:xfrm>
            <a:off x="7461897" y="3375993"/>
            <a:ext cx="323618" cy="3467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0" idx="6"/>
            <a:endCxn id="11" idx="2"/>
          </p:cNvCxnSpPr>
          <p:nvPr/>
        </p:nvCxnSpPr>
        <p:spPr>
          <a:xfrm>
            <a:off x="2832515" y="5475322"/>
            <a:ext cx="3316014"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9"/>
          <p:cNvSpPr txBox="1"/>
          <p:nvPr/>
        </p:nvSpPr>
        <p:spPr>
          <a:xfrm>
            <a:off x="1247842" y="2003757"/>
            <a:ext cx="1188146" cy="86177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dirty="0" smtClean="0"/>
              <a:t>General </a:t>
            </a:r>
          </a:p>
          <a:p>
            <a:pPr algn="ctr"/>
            <a:r>
              <a:rPr lang="en-US" sz="1600" dirty="0" smtClean="0"/>
              <a:t>Aggregate </a:t>
            </a:r>
          </a:p>
          <a:p>
            <a:pPr algn="ctr"/>
            <a:r>
              <a:rPr lang="en-US" sz="1600" dirty="0" smtClean="0"/>
              <a:t>Limit</a:t>
            </a:r>
            <a:endParaRPr lang="en-US" sz="1600" dirty="0"/>
          </a:p>
        </p:txBody>
      </p:sp>
      <p:sp>
        <p:nvSpPr>
          <p:cNvPr id="18" name="TextBox 20"/>
          <p:cNvSpPr txBox="1"/>
          <p:nvPr/>
        </p:nvSpPr>
        <p:spPr>
          <a:xfrm>
            <a:off x="5880515" y="1199192"/>
            <a:ext cx="1676401"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dirty="0" smtClean="0"/>
              <a:t>Personal and advertising injury limit</a:t>
            </a:r>
            <a:endParaRPr lang="en-US" sz="1600" dirty="0"/>
          </a:p>
        </p:txBody>
      </p:sp>
      <p:sp>
        <p:nvSpPr>
          <p:cNvPr id="19" name="TextBox 21"/>
          <p:cNvSpPr txBox="1"/>
          <p:nvPr/>
        </p:nvSpPr>
        <p:spPr>
          <a:xfrm>
            <a:off x="5728115" y="2808322"/>
            <a:ext cx="1667444" cy="33855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smtClean="0"/>
              <a:t>Occurrence limit</a:t>
            </a:r>
            <a:endParaRPr lang="en-US" sz="1600" dirty="0"/>
          </a:p>
        </p:txBody>
      </p:sp>
      <p:sp>
        <p:nvSpPr>
          <p:cNvPr id="20" name="TextBox 22"/>
          <p:cNvSpPr txBox="1"/>
          <p:nvPr/>
        </p:nvSpPr>
        <p:spPr>
          <a:xfrm>
            <a:off x="4966115" y="3914591"/>
            <a:ext cx="1142999"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dirty="0" smtClean="0"/>
              <a:t>Damage to premises rented by </a:t>
            </a:r>
          </a:p>
          <a:p>
            <a:pPr algn="ctr"/>
            <a:r>
              <a:rPr lang="en-US" sz="1200" dirty="0" smtClean="0"/>
              <a:t>you</a:t>
            </a:r>
            <a:endParaRPr lang="en-US" sz="1200" dirty="0"/>
          </a:p>
        </p:txBody>
      </p:sp>
      <p:sp>
        <p:nvSpPr>
          <p:cNvPr id="21" name="TextBox 23"/>
          <p:cNvSpPr txBox="1"/>
          <p:nvPr/>
        </p:nvSpPr>
        <p:spPr>
          <a:xfrm>
            <a:off x="7404515" y="3932956"/>
            <a:ext cx="838201" cy="6463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dirty="0" smtClean="0"/>
              <a:t>Medical expense limit</a:t>
            </a:r>
            <a:endParaRPr lang="en-US" sz="1200" dirty="0"/>
          </a:p>
        </p:txBody>
      </p:sp>
      <p:sp>
        <p:nvSpPr>
          <p:cNvPr id="22" name="TextBox 24"/>
          <p:cNvSpPr txBox="1"/>
          <p:nvPr/>
        </p:nvSpPr>
        <p:spPr>
          <a:xfrm>
            <a:off x="1330849" y="4913883"/>
            <a:ext cx="1295400" cy="132343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dirty="0" smtClean="0"/>
              <a:t>Products- Completed Operations Aggregate Limit</a:t>
            </a:r>
            <a:endParaRPr lang="en-US" sz="1600" dirty="0"/>
          </a:p>
        </p:txBody>
      </p:sp>
      <p:sp>
        <p:nvSpPr>
          <p:cNvPr id="23" name="TextBox 25"/>
          <p:cNvSpPr txBox="1"/>
          <p:nvPr/>
        </p:nvSpPr>
        <p:spPr>
          <a:xfrm>
            <a:off x="6032915" y="5018122"/>
            <a:ext cx="1362644"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dirty="0" smtClean="0"/>
              <a:t>Each occurrence limit</a:t>
            </a:r>
            <a:endParaRPr lang="en-US" sz="1600" dirty="0"/>
          </a:p>
        </p:txBody>
      </p:sp>
      <p:graphicFrame>
        <p:nvGraphicFramePr>
          <p:cNvPr id="24" name="Diagram 23"/>
          <p:cNvGraphicFramePr/>
          <p:nvPr>
            <p:extLst>
              <p:ext uri="{D42A27DB-BD31-4B8C-83A1-F6EECF244321}">
                <p14:modId xmlns:p14="http://schemas.microsoft.com/office/powerpoint/2010/main" val="4209902503"/>
              </p:ext>
            </p:extLst>
          </p:nvPr>
        </p:nvGraphicFramePr>
        <p:xfrm>
          <a:off x="8390407" y="1356300"/>
          <a:ext cx="3611094" cy="24026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5" name="Diagram 24"/>
          <p:cNvGraphicFramePr/>
          <p:nvPr>
            <p:extLst>
              <p:ext uri="{D42A27DB-BD31-4B8C-83A1-F6EECF244321}">
                <p14:modId xmlns:p14="http://schemas.microsoft.com/office/powerpoint/2010/main" val="2597748027"/>
              </p:ext>
            </p:extLst>
          </p:nvPr>
        </p:nvGraphicFramePr>
        <p:xfrm>
          <a:off x="8390407" y="3500216"/>
          <a:ext cx="3611094" cy="231883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26" name="Diagram 25"/>
          <p:cNvGraphicFramePr/>
          <p:nvPr>
            <p:extLst>
              <p:ext uri="{D42A27DB-BD31-4B8C-83A1-F6EECF244321}">
                <p14:modId xmlns:p14="http://schemas.microsoft.com/office/powerpoint/2010/main" val="1205510181"/>
              </p:ext>
            </p:extLst>
          </p:nvPr>
        </p:nvGraphicFramePr>
        <p:xfrm>
          <a:off x="8390407" y="5586595"/>
          <a:ext cx="3611094" cy="84578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24053977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2746" y="545610"/>
            <a:ext cx="9804188" cy="264653"/>
          </a:xfrm>
          <a:prstGeom prst="rect">
            <a:avLst/>
          </a:prstGeom>
        </p:spPr>
      </p:pic>
      <p:sp>
        <p:nvSpPr>
          <p:cNvPr id="3" name="Rectangle 2"/>
          <p:cNvSpPr/>
          <p:nvPr/>
        </p:nvSpPr>
        <p:spPr>
          <a:xfrm>
            <a:off x="470315" y="54047"/>
            <a:ext cx="5927520"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Commercial General Liability</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4" name="TextBox 3"/>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5" name="Rectangle 4"/>
          <p:cNvSpPr/>
          <p:nvPr/>
        </p:nvSpPr>
        <p:spPr>
          <a:xfrm>
            <a:off x="470315" y="1169499"/>
            <a:ext cx="7797922" cy="2923877"/>
          </a:xfrm>
          <a:prstGeom prst="rect">
            <a:avLst/>
          </a:prstGeom>
        </p:spPr>
        <p:txBody>
          <a:bodyPr wrap="square">
            <a:spAutoFit/>
          </a:bodyPr>
          <a:lstStyle/>
          <a:p>
            <a:pPr>
              <a:spcBef>
                <a:spcPct val="20000"/>
              </a:spcBef>
              <a:buClr>
                <a:prstClr val="black"/>
              </a:buClr>
              <a:defRPr/>
            </a:pPr>
            <a:r>
              <a:rPr lang="en-US" sz="2400" dirty="0" smtClean="0">
                <a:solidFill>
                  <a:srgbClr val="00B0F0"/>
                </a:solidFill>
                <a:latin typeface="Segoe UI" panose="020B0502040204020203" pitchFamily="34" charset="0"/>
                <a:cs typeface="Segoe UI" panose="020B0502040204020203" pitchFamily="34" charset="0"/>
              </a:rPr>
              <a:t>Rates : </a:t>
            </a:r>
            <a:endParaRPr lang="en-US" sz="1600" b="1" dirty="0"/>
          </a:p>
          <a:p>
            <a:pPr marL="285750" indent="-285750">
              <a:buFont typeface="Arial" panose="020B0604020202020204" pitchFamily="34" charset="0"/>
              <a:buChar char="•"/>
            </a:pPr>
            <a:endParaRPr lang="en-US" sz="1600" dirty="0"/>
          </a:p>
          <a:p>
            <a:pPr marL="742950" lvl="1"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Separate rates may be determined for </a:t>
            </a:r>
            <a:r>
              <a:rPr lang="en-US" sz="1600" b="1" dirty="0">
                <a:latin typeface="Segoe UI" panose="020B0502040204020203" pitchFamily="34" charset="0"/>
                <a:cs typeface="Segoe UI" panose="020B0502040204020203" pitchFamily="34" charset="0"/>
              </a:rPr>
              <a:t>premises-operations</a:t>
            </a:r>
            <a:r>
              <a:rPr lang="en-US" sz="1600" dirty="0">
                <a:latin typeface="Segoe UI" panose="020B0502040204020203" pitchFamily="34" charset="0"/>
                <a:cs typeface="Segoe UI" panose="020B0502040204020203" pitchFamily="34" charset="0"/>
              </a:rPr>
              <a:t> and </a:t>
            </a:r>
            <a:r>
              <a:rPr lang="en-US" sz="1600" b="1" dirty="0">
                <a:latin typeface="Segoe UI" panose="020B0502040204020203" pitchFamily="34" charset="0"/>
                <a:cs typeface="Segoe UI" panose="020B0502040204020203" pitchFamily="34" charset="0"/>
              </a:rPr>
              <a:t>products-completed operations</a:t>
            </a:r>
          </a:p>
          <a:p>
            <a:pPr marL="285750" indent="-285750">
              <a:buFont typeface="Wingdings" panose="05000000000000000000" pitchFamily="2" charset="2"/>
              <a:buChar char="v"/>
            </a:pPr>
            <a:endParaRPr lang="en-US" sz="1600" dirty="0">
              <a:latin typeface="Segoe UI" panose="020B0502040204020203" pitchFamily="34" charset="0"/>
              <a:cs typeface="Segoe UI" panose="020B0502040204020203" pitchFamily="34" charset="0"/>
            </a:endParaRPr>
          </a:p>
          <a:p>
            <a:pPr marL="742950" lvl="1"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Factors affecting CGL insurance premium include:</a:t>
            </a:r>
          </a:p>
          <a:p>
            <a:pPr marL="1200150" lvl="2"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Business classification –  Primary operations, construction, region, safety, number of employees etc.</a:t>
            </a:r>
          </a:p>
          <a:p>
            <a:pPr marL="1200150" lvl="2"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Limits of insurance</a:t>
            </a:r>
          </a:p>
          <a:p>
            <a:pPr marL="1200150" lvl="2"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Coverages</a:t>
            </a:r>
          </a:p>
          <a:p>
            <a:pPr marL="1200150" lvl="2"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Deductible</a:t>
            </a:r>
          </a:p>
        </p:txBody>
      </p:sp>
      <p:graphicFrame>
        <p:nvGraphicFramePr>
          <p:cNvPr id="6" name="Diagram 5"/>
          <p:cNvGraphicFramePr/>
          <p:nvPr>
            <p:extLst>
              <p:ext uri="{D42A27DB-BD31-4B8C-83A1-F6EECF244321}">
                <p14:modId xmlns:p14="http://schemas.microsoft.com/office/powerpoint/2010/main" val="3967091168"/>
              </p:ext>
            </p:extLst>
          </p:nvPr>
        </p:nvGraphicFramePr>
        <p:xfrm>
          <a:off x="8390407" y="1356300"/>
          <a:ext cx="3611094" cy="24026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 6"/>
          <p:cNvGraphicFramePr/>
          <p:nvPr>
            <p:extLst>
              <p:ext uri="{D42A27DB-BD31-4B8C-83A1-F6EECF244321}">
                <p14:modId xmlns:p14="http://schemas.microsoft.com/office/powerpoint/2010/main" val="241007930"/>
              </p:ext>
            </p:extLst>
          </p:nvPr>
        </p:nvGraphicFramePr>
        <p:xfrm>
          <a:off x="8390407" y="3500216"/>
          <a:ext cx="3611094" cy="231883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8" name="Diagram 7"/>
          <p:cNvGraphicFramePr/>
          <p:nvPr>
            <p:extLst>
              <p:ext uri="{D42A27DB-BD31-4B8C-83A1-F6EECF244321}">
                <p14:modId xmlns:p14="http://schemas.microsoft.com/office/powerpoint/2010/main" val="1088533068"/>
              </p:ext>
            </p:extLst>
          </p:nvPr>
        </p:nvGraphicFramePr>
        <p:xfrm>
          <a:off x="8390407" y="5586595"/>
          <a:ext cx="3611094" cy="84578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14124174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42746" y="545610"/>
            <a:ext cx="9804188" cy="264653"/>
          </a:xfrm>
          <a:prstGeom prst="rect">
            <a:avLst/>
          </a:prstGeom>
        </p:spPr>
      </p:pic>
      <p:sp>
        <p:nvSpPr>
          <p:cNvPr id="3" name="Rectangle 2"/>
          <p:cNvSpPr/>
          <p:nvPr/>
        </p:nvSpPr>
        <p:spPr>
          <a:xfrm>
            <a:off x="470315" y="54047"/>
            <a:ext cx="5927520" cy="62388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454" b="1" dirty="0" smtClean="0">
                <a:solidFill>
                  <a:prstClr val="black"/>
                </a:solidFill>
                <a:latin typeface="Segoe UI Semibold" panose="020B0702040204020203" pitchFamily="34" charset="0"/>
                <a:cs typeface="BrowalliaUPC" panose="020B0604020202020204" pitchFamily="34" charset="-34"/>
              </a:rPr>
              <a:t>Commercial General Liability</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4" name="TextBox 3"/>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5" name="Rectangle 4"/>
          <p:cNvSpPr/>
          <p:nvPr/>
        </p:nvSpPr>
        <p:spPr>
          <a:xfrm>
            <a:off x="470315" y="1169499"/>
            <a:ext cx="7797922" cy="707886"/>
          </a:xfrm>
          <a:prstGeom prst="rect">
            <a:avLst/>
          </a:prstGeom>
        </p:spPr>
        <p:txBody>
          <a:bodyPr wrap="square">
            <a:spAutoFit/>
          </a:bodyPr>
          <a:lstStyle/>
          <a:p>
            <a:pPr>
              <a:spcBef>
                <a:spcPct val="20000"/>
              </a:spcBef>
              <a:buClr>
                <a:prstClr val="black"/>
              </a:buClr>
              <a:defRPr/>
            </a:pPr>
            <a:r>
              <a:rPr lang="en-US" sz="2400" dirty="0" smtClean="0">
                <a:solidFill>
                  <a:srgbClr val="00B0F0"/>
                </a:solidFill>
                <a:latin typeface="Segoe UI" panose="020B0502040204020203" pitchFamily="34" charset="0"/>
                <a:cs typeface="Segoe UI" panose="020B0502040204020203" pitchFamily="34" charset="0"/>
              </a:rPr>
              <a:t>Sample Forms </a:t>
            </a:r>
            <a:r>
              <a:rPr lang="en-US" sz="2400" dirty="0" smtClean="0">
                <a:solidFill>
                  <a:srgbClr val="00B0F0"/>
                </a:solidFill>
                <a:latin typeface="Segoe UI" panose="020B0502040204020203" pitchFamily="34" charset="0"/>
                <a:cs typeface="Segoe UI" panose="020B0502040204020203" pitchFamily="34" charset="0"/>
              </a:rPr>
              <a:t>: </a:t>
            </a:r>
            <a:endParaRPr lang="en-US" sz="1600" b="1" dirty="0"/>
          </a:p>
          <a:p>
            <a:pPr marL="285750" indent="-285750">
              <a:buFont typeface="Arial" panose="020B0604020202020204" pitchFamily="34" charset="0"/>
              <a:buChar char="•"/>
            </a:pPr>
            <a:endParaRPr lang="en-US" sz="1600" dirty="0"/>
          </a:p>
        </p:txBody>
      </p:sp>
      <p:graphicFrame>
        <p:nvGraphicFramePr>
          <p:cNvPr id="6" name="Diagram 5"/>
          <p:cNvGraphicFramePr/>
          <p:nvPr>
            <p:extLst/>
          </p:nvPr>
        </p:nvGraphicFramePr>
        <p:xfrm>
          <a:off x="8390407" y="1356300"/>
          <a:ext cx="3611094" cy="240266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7" name="Diagram 6"/>
          <p:cNvGraphicFramePr/>
          <p:nvPr>
            <p:extLst>
              <p:ext uri="{D42A27DB-BD31-4B8C-83A1-F6EECF244321}">
                <p14:modId xmlns:p14="http://schemas.microsoft.com/office/powerpoint/2010/main" val="241581467"/>
              </p:ext>
            </p:extLst>
          </p:nvPr>
        </p:nvGraphicFramePr>
        <p:xfrm>
          <a:off x="8390407" y="3500216"/>
          <a:ext cx="3611094" cy="231883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aphicFrame>
        <p:nvGraphicFramePr>
          <p:cNvPr id="8" name="Diagram 7"/>
          <p:cNvGraphicFramePr/>
          <p:nvPr>
            <p:extLst>
              <p:ext uri="{D42A27DB-BD31-4B8C-83A1-F6EECF244321}">
                <p14:modId xmlns:p14="http://schemas.microsoft.com/office/powerpoint/2010/main" val="1365875315"/>
              </p:ext>
            </p:extLst>
          </p:nvPr>
        </p:nvGraphicFramePr>
        <p:xfrm>
          <a:off x="8390407" y="5586595"/>
          <a:ext cx="3611094" cy="845780"/>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1848857632"/>
              </p:ext>
            </p:extLst>
          </p:nvPr>
        </p:nvGraphicFramePr>
        <p:xfrm>
          <a:off x="3598095" y="3017700"/>
          <a:ext cx="914400" cy="771525"/>
        </p:xfrm>
        <a:graphic>
          <a:graphicData uri="http://schemas.openxmlformats.org/presentationml/2006/ole">
            <mc:AlternateContent xmlns:mc="http://schemas.openxmlformats.org/markup-compatibility/2006">
              <mc:Choice xmlns:v="urn:schemas-microsoft-com:vml" Requires="v">
                <p:oleObj spid="_x0000_s1026" name="Acrobat Document" showAsIcon="1" r:id="rId19" imgW="914400" imgH="771480" progId="AcroExch.Document.11">
                  <p:embed/>
                </p:oleObj>
              </mc:Choice>
              <mc:Fallback>
                <p:oleObj name="Acrobat Document" showAsIcon="1" r:id="rId19" imgW="914400" imgH="771480" progId="AcroExch.Document.11">
                  <p:embed/>
                  <p:pic>
                    <p:nvPicPr>
                      <p:cNvPr id="0" name=""/>
                      <p:cNvPicPr/>
                      <p:nvPr/>
                    </p:nvPicPr>
                    <p:blipFill>
                      <a:blip r:embed="rId20"/>
                      <a:stretch>
                        <a:fillRect/>
                      </a:stretch>
                    </p:blipFill>
                    <p:spPr>
                      <a:xfrm>
                        <a:off x="3598095" y="3017700"/>
                        <a:ext cx="914400" cy="771525"/>
                      </a:xfrm>
                      <a:prstGeom prst="rect">
                        <a:avLst/>
                      </a:prstGeom>
                    </p:spPr>
                  </p:pic>
                </p:oleObj>
              </mc:Fallback>
            </mc:AlternateContent>
          </a:graphicData>
        </a:graphic>
      </p:graphicFrame>
      <p:sp>
        <p:nvSpPr>
          <p:cNvPr id="10" name="TextBox 9"/>
          <p:cNvSpPr txBox="1"/>
          <p:nvPr/>
        </p:nvSpPr>
        <p:spPr>
          <a:xfrm>
            <a:off x="3048000" y="3947160"/>
            <a:ext cx="2014590" cy="369332"/>
          </a:xfrm>
          <a:prstGeom prst="rect">
            <a:avLst/>
          </a:prstGeom>
          <a:noFill/>
        </p:spPr>
        <p:txBody>
          <a:bodyPr wrap="none" rtlCol="0">
            <a:spAutoFit/>
          </a:bodyPr>
          <a:lstStyle/>
          <a:p>
            <a:r>
              <a:rPr lang="en-US" dirty="0" smtClean="0"/>
              <a:t>CGL Coverage Form</a:t>
            </a:r>
            <a:endParaRPr lang="en-US" dirty="0"/>
          </a:p>
        </p:txBody>
      </p:sp>
    </p:spTree>
    <p:extLst>
      <p:ext uri="{BB962C8B-B14F-4D97-AF65-F5344CB8AC3E}">
        <p14:creationId xmlns:p14="http://schemas.microsoft.com/office/powerpoint/2010/main" val="7511126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2746" y="545610"/>
            <a:ext cx="9804188" cy="264653"/>
          </a:xfrm>
          <a:prstGeom prst="rect">
            <a:avLst/>
          </a:prstGeom>
        </p:spPr>
      </p:pic>
      <p:sp>
        <p:nvSpPr>
          <p:cNvPr id="4" name="TextBox 3"/>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5" name="Rectangle 4"/>
          <p:cNvSpPr/>
          <p:nvPr/>
        </p:nvSpPr>
        <p:spPr>
          <a:xfrm>
            <a:off x="3971189" y="2967335"/>
            <a:ext cx="4249626" cy="1015663"/>
          </a:xfrm>
          <a:prstGeom prst="rect">
            <a:avLst/>
          </a:prstGeom>
          <a:noFill/>
        </p:spPr>
        <p:txBody>
          <a:bodyPr wrap="none" lIns="91440" tIns="45720" rIns="91440" bIns="45720">
            <a:spAutoFit/>
          </a:bodyPr>
          <a:lstStyle/>
          <a:p>
            <a:pPr algn="ctr"/>
            <a:r>
              <a:rPr lang="en-US" sz="6000" b="1" cap="none" spc="0"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60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413910726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22701</TotalTime>
  <Words>1130</Words>
  <Application>Microsoft Office PowerPoint</Application>
  <PresentationFormat>Widescreen</PresentationFormat>
  <Paragraphs>204</Paragraphs>
  <Slides>13</Slides>
  <Notes>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3" baseType="lpstr">
      <vt:lpstr>Arial</vt:lpstr>
      <vt:lpstr>BrowalliaUPC</vt:lpstr>
      <vt:lpstr>Calibri</vt:lpstr>
      <vt:lpstr>Calibri Light</vt:lpstr>
      <vt:lpstr>Segoe UI</vt:lpstr>
      <vt:lpstr>Segoe UI Light</vt:lpstr>
      <vt:lpstr>Segoe UI Semibold</vt:lpstr>
      <vt:lpstr>Wingdings</vt:lpstr>
      <vt:lpstr>Office Theme</vt:lpstr>
      <vt:lpstr>Adobe Acrobat 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Alok Bharati</dc:creator>
  <cp:lastModifiedBy>Avinash Kumar Singh</cp:lastModifiedBy>
  <cp:revision>37</cp:revision>
  <dcterms:created xsi:type="dcterms:W3CDTF">2016-07-06T01:57:31Z</dcterms:created>
  <dcterms:modified xsi:type="dcterms:W3CDTF">2019-03-28T12:17:04Z</dcterms:modified>
</cp:coreProperties>
</file>